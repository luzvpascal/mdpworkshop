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21" r:id="rId2"/>
    <p:sldId id="441" r:id="rId3"/>
    <p:sldId id="456" r:id="rId4"/>
    <p:sldId id="430" r:id="rId5"/>
    <p:sldId id="436" r:id="rId6"/>
    <p:sldId id="304" r:id="rId7"/>
    <p:sldId id="460" r:id="rId8"/>
    <p:sldId id="437" r:id="rId9"/>
    <p:sldId id="457" r:id="rId10"/>
    <p:sldId id="455" r:id="rId11"/>
    <p:sldId id="461" r:id="rId12"/>
    <p:sldId id="459" r:id="rId13"/>
    <p:sldId id="458" r:id="rId14"/>
    <p:sldId id="442" r:id="rId15"/>
    <p:sldId id="443" r:id="rId16"/>
    <p:sldId id="444" r:id="rId17"/>
    <p:sldId id="446" r:id="rId18"/>
    <p:sldId id="445" r:id="rId19"/>
    <p:sldId id="447" r:id="rId20"/>
    <p:sldId id="454" r:id="rId21"/>
    <p:sldId id="449" r:id="rId22"/>
    <p:sldId id="450" r:id="rId23"/>
    <p:sldId id="451" r:id="rId24"/>
    <p:sldId id="452" r:id="rId25"/>
    <p:sldId id="453" r:id="rId26"/>
    <p:sldId id="46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48FF"/>
    <a:srgbClr val="FF8B8B"/>
    <a:srgbClr val="FF5353"/>
    <a:srgbClr val="78206E"/>
    <a:srgbClr val="764A71"/>
    <a:srgbClr val="3B7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8CF9ED-2619-4CA2-85BA-81DCBC2418A5}" v="315" dt="2026-09-24T02:38:14.2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88" autoAdjust="0"/>
    <p:restoredTop sz="94186" autoAdjust="0"/>
  </p:normalViewPr>
  <p:slideViewPr>
    <p:cSldViewPr snapToGrid="0">
      <p:cViewPr varScale="1">
        <p:scale>
          <a:sx n="119" d="100"/>
          <a:sy n="119" d="100"/>
        </p:scale>
        <p:origin x="4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z Pascal" userId="7fa5ceab-0349-4458-880b-7c4b9ec82b0a" providerId="ADAL" clId="{A49E9F3A-B52D-461E-ABF6-58A75CE30F76}"/>
    <pc:docChg chg="undo custSel addSld delSld modSld sldOrd">
      <pc:chgData name="Luz Pascal" userId="7fa5ceab-0349-4458-880b-7c4b9ec82b0a" providerId="ADAL" clId="{A49E9F3A-B52D-461E-ABF6-58A75CE30F76}" dt="2026-09-24T02:39:06.874" v="18524" actId="20577"/>
      <pc:docMkLst>
        <pc:docMk/>
      </pc:docMkLst>
      <pc:sldChg chg="add">
        <pc:chgData name="Luz Pascal" userId="7fa5ceab-0349-4458-880b-7c4b9ec82b0a" providerId="ADAL" clId="{A49E9F3A-B52D-461E-ABF6-58A75CE30F76}" dt="2026-09-24T02:22:05.742" v="17447"/>
        <pc:sldMkLst>
          <pc:docMk/>
          <pc:sldMk cId="1496636655" sldId="304"/>
        </pc:sldMkLst>
      </pc:sldChg>
      <pc:sldChg chg="addSp delSp modSp mod modTransition modClrScheme chgLayout">
        <pc:chgData name="Luz Pascal" userId="7fa5ceab-0349-4458-880b-7c4b9ec82b0a" providerId="ADAL" clId="{A49E9F3A-B52D-461E-ABF6-58A75CE30F76}" dt="2026-09-24T00:58:50.446" v="17294" actId="20577"/>
        <pc:sldMkLst>
          <pc:docMk/>
          <pc:sldMk cId="1190953413" sldId="321"/>
        </pc:sldMkLst>
        <pc:spChg chg="add mod ord">
          <ac:chgData name="Luz Pascal" userId="7fa5ceab-0349-4458-880b-7c4b9ec82b0a" providerId="ADAL" clId="{A49E9F3A-B52D-461E-ABF6-58A75CE30F76}" dt="2026-09-23T01:28:44.101" v="15080" actId="1036"/>
          <ac:spMkLst>
            <pc:docMk/>
            <pc:sldMk cId="1190953413" sldId="321"/>
            <ac:spMk id="3" creationId="{1B7175F8-FA29-2A3B-8DB7-2C8DD6BA0D67}"/>
          </ac:spMkLst>
        </pc:spChg>
        <pc:spChg chg="add mod">
          <ac:chgData name="Luz Pascal" userId="7fa5ceab-0349-4458-880b-7c4b9ec82b0a" providerId="ADAL" clId="{A49E9F3A-B52D-461E-ABF6-58A75CE30F76}" dt="2026-09-24T00:58:50.446" v="17294" actId="20577"/>
          <ac:spMkLst>
            <pc:docMk/>
            <pc:sldMk cId="1190953413" sldId="321"/>
            <ac:spMk id="7" creationId="{9F478DD5-672C-1923-B92C-7D25924EE4CD}"/>
          </ac:spMkLst>
        </pc:spChg>
      </pc:sldChg>
      <pc:sldChg chg="addSp delSp modSp new mod ord delAnim modAnim">
        <pc:chgData name="Luz Pascal" userId="7fa5ceab-0349-4458-880b-7c4b9ec82b0a" providerId="ADAL" clId="{A49E9F3A-B52D-461E-ABF6-58A75CE30F76}" dt="2026-09-24T02:15:40.772" v="17445" actId="1076"/>
        <pc:sldMkLst>
          <pc:docMk/>
          <pc:sldMk cId="2074379464" sldId="430"/>
        </pc:sldMkLst>
        <pc:spChg chg="add del mod">
          <ac:chgData name="Luz Pascal" userId="7fa5ceab-0349-4458-880b-7c4b9ec82b0a" providerId="ADAL" clId="{A49E9F3A-B52D-461E-ABF6-58A75CE30F76}" dt="2026-09-24T02:14:29.854" v="17410" actId="478"/>
          <ac:spMkLst>
            <pc:docMk/>
            <pc:sldMk cId="2074379464" sldId="430"/>
            <ac:spMk id="2" creationId="{4E2921B8-47F5-A6F3-7B85-51542FBAFA32}"/>
          </ac:spMkLst>
        </pc:spChg>
        <pc:spChg chg="add mod">
          <ac:chgData name="Luz Pascal" userId="7fa5ceab-0349-4458-880b-7c4b9ec82b0a" providerId="ADAL" clId="{A49E9F3A-B52D-461E-ABF6-58A75CE30F76}" dt="2026-09-24T02:15:26.165" v="17441" actId="1076"/>
          <ac:spMkLst>
            <pc:docMk/>
            <pc:sldMk cId="2074379464" sldId="430"/>
            <ac:spMk id="3" creationId="{561FEE51-16AA-0BAC-49C0-BD1C2905665D}"/>
          </ac:spMkLst>
        </pc:spChg>
        <pc:spChg chg="del mod topLvl">
          <ac:chgData name="Luz Pascal" userId="7fa5ceab-0349-4458-880b-7c4b9ec82b0a" providerId="ADAL" clId="{A49E9F3A-B52D-461E-ABF6-58A75CE30F76}" dt="2026-09-24T02:14:29.854" v="17410" actId="478"/>
          <ac:spMkLst>
            <pc:docMk/>
            <pc:sldMk cId="2074379464" sldId="430"/>
            <ac:spMk id="4" creationId="{A2F4B698-61DB-F665-A38F-F82927757661}"/>
          </ac:spMkLst>
        </pc:spChg>
        <pc:spChg chg="add mod topLvl">
          <ac:chgData name="Luz Pascal" userId="7fa5ceab-0349-4458-880b-7c4b9ec82b0a" providerId="ADAL" clId="{A49E9F3A-B52D-461E-ABF6-58A75CE30F76}" dt="2026-09-23T02:08:04.751" v="15623" actId="164"/>
          <ac:spMkLst>
            <pc:docMk/>
            <pc:sldMk cId="2074379464" sldId="430"/>
            <ac:spMk id="5" creationId="{FECE97A0-6F32-956F-D5C9-82A32980FD8E}"/>
          </ac:spMkLst>
        </pc:spChg>
        <pc:spChg chg="add mod topLvl">
          <ac:chgData name="Luz Pascal" userId="7fa5ceab-0349-4458-880b-7c4b9ec82b0a" providerId="ADAL" clId="{A49E9F3A-B52D-461E-ABF6-58A75CE30F76}" dt="2026-09-23T02:07:59.345" v="15622" actId="164"/>
          <ac:spMkLst>
            <pc:docMk/>
            <pc:sldMk cId="2074379464" sldId="430"/>
            <ac:spMk id="7" creationId="{18715FF3-311D-7A24-14D3-DE25DFF19634}"/>
          </ac:spMkLst>
        </pc:spChg>
        <pc:spChg chg="add del mod">
          <ac:chgData name="Luz Pascal" userId="7fa5ceab-0349-4458-880b-7c4b9ec82b0a" providerId="ADAL" clId="{A49E9F3A-B52D-461E-ABF6-58A75CE30F76}" dt="2026-09-24T02:14:29.854" v="17410" actId="478"/>
          <ac:spMkLst>
            <pc:docMk/>
            <pc:sldMk cId="2074379464" sldId="430"/>
            <ac:spMk id="9" creationId="{0541E1E2-2D0E-DC2F-1188-39C43B9824BE}"/>
          </ac:spMkLst>
        </pc:spChg>
        <pc:spChg chg="add del mod">
          <ac:chgData name="Luz Pascal" userId="7fa5ceab-0349-4458-880b-7c4b9ec82b0a" providerId="ADAL" clId="{A49E9F3A-B52D-461E-ABF6-58A75CE30F76}" dt="2026-09-24T02:14:29.854" v="17410" actId="478"/>
          <ac:spMkLst>
            <pc:docMk/>
            <pc:sldMk cId="2074379464" sldId="430"/>
            <ac:spMk id="32" creationId="{F17EBBB6-96E7-E452-F0D0-094D2FC92E68}"/>
          </ac:spMkLst>
        </pc:spChg>
        <pc:spChg chg="add del mod">
          <ac:chgData name="Luz Pascal" userId="7fa5ceab-0349-4458-880b-7c4b9ec82b0a" providerId="ADAL" clId="{A49E9F3A-B52D-461E-ABF6-58A75CE30F76}" dt="2026-09-24T02:14:29.854" v="17410" actId="478"/>
          <ac:spMkLst>
            <pc:docMk/>
            <pc:sldMk cId="2074379464" sldId="430"/>
            <ac:spMk id="33" creationId="{4232140E-EB94-0112-4515-C2869C56D3D0}"/>
          </ac:spMkLst>
        </pc:spChg>
        <pc:spChg chg="add del mod topLvl">
          <ac:chgData name="Luz Pascal" userId="7fa5ceab-0349-4458-880b-7c4b9ec82b0a" providerId="ADAL" clId="{A49E9F3A-B52D-461E-ABF6-58A75CE30F76}" dt="2026-09-23T02:07:09.094" v="15563" actId="478"/>
          <ac:spMkLst>
            <pc:docMk/>
            <pc:sldMk cId="2074379464" sldId="430"/>
            <ac:spMk id="34" creationId="{0B537891-FBB2-6671-3CB6-E91BEC880F3D}"/>
          </ac:spMkLst>
        </pc:spChg>
        <pc:spChg chg="add mod">
          <ac:chgData name="Luz Pascal" userId="7fa5ceab-0349-4458-880b-7c4b9ec82b0a" providerId="ADAL" clId="{A49E9F3A-B52D-461E-ABF6-58A75CE30F76}" dt="2026-09-24T02:15:31.091" v="17442" actId="1076"/>
          <ac:spMkLst>
            <pc:docMk/>
            <pc:sldMk cId="2074379464" sldId="430"/>
            <ac:spMk id="35" creationId="{4F745BD3-766D-82BC-C900-7B80D7D52D29}"/>
          </ac:spMkLst>
        </pc:spChg>
        <pc:spChg chg="add del mod topLvl">
          <ac:chgData name="Luz Pascal" userId="7fa5ceab-0349-4458-880b-7c4b9ec82b0a" providerId="ADAL" clId="{A49E9F3A-B52D-461E-ABF6-58A75CE30F76}" dt="2026-09-23T02:07:09.094" v="15563" actId="478"/>
          <ac:spMkLst>
            <pc:docMk/>
            <pc:sldMk cId="2074379464" sldId="430"/>
            <ac:spMk id="35" creationId="{59589A5B-46FA-3A84-834D-CDC1CEEC98FD}"/>
          </ac:spMkLst>
        </pc:spChg>
        <pc:spChg chg="add del mod topLvl">
          <ac:chgData name="Luz Pascal" userId="7fa5ceab-0349-4458-880b-7c4b9ec82b0a" providerId="ADAL" clId="{A49E9F3A-B52D-461E-ABF6-58A75CE30F76}" dt="2026-09-23T02:07:09.094" v="15563" actId="478"/>
          <ac:spMkLst>
            <pc:docMk/>
            <pc:sldMk cId="2074379464" sldId="430"/>
            <ac:spMk id="36" creationId="{758170AF-AE8E-F233-DA86-5E75E8F6CBF2}"/>
          </ac:spMkLst>
        </pc:spChg>
        <pc:spChg chg="add del mod topLvl">
          <ac:chgData name="Luz Pascal" userId="7fa5ceab-0349-4458-880b-7c4b9ec82b0a" providerId="ADAL" clId="{A49E9F3A-B52D-461E-ABF6-58A75CE30F76}" dt="2026-09-23T02:07:09.094" v="15563" actId="478"/>
          <ac:spMkLst>
            <pc:docMk/>
            <pc:sldMk cId="2074379464" sldId="430"/>
            <ac:spMk id="37" creationId="{5943F4D4-8C57-C3A8-46E2-8C029CC769BE}"/>
          </ac:spMkLst>
        </pc:spChg>
        <pc:spChg chg="add del mod topLvl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42" creationId="{D7EA0E11-9CE7-8C27-1464-A24F81D5323D}"/>
          </ac:spMkLst>
        </pc:spChg>
        <pc:spChg chg="add del mod">
          <ac:chgData name="Luz Pascal" userId="7fa5ceab-0349-4458-880b-7c4b9ec82b0a" providerId="ADAL" clId="{A49E9F3A-B52D-461E-ABF6-58A75CE30F76}" dt="2026-09-24T02:14:29.854" v="17410" actId="478"/>
          <ac:spMkLst>
            <pc:docMk/>
            <pc:sldMk cId="2074379464" sldId="430"/>
            <ac:spMk id="45" creationId="{B8C2C4C9-EAE6-0A6B-DF68-7ACE48862DC1}"/>
          </ac:spMkLst>
        </pc:spChg>
        <pc:spChg chg="add mod">
          <ac:chgData name="Luz Pascal" userId="7fa5ceab-0349-4458-880b-7c4b9ec82b0a" providerId="ADAL" clId="{A49E9F3A-B52D-461E-ABF6-58A75CE30F76}" dt="2026-09-23T02:06:59.874" v="15562" actId="164"/>
          <ac:spMkLst>
            <pc:docMk/>
            <pc:sldMk cId="2074379464" sldId="430"/>
            <ac:spMk id="49" creationId="{B79CC72B-9C4A-400F-B435-B28040CE91C6}"/>
          </ac:spMkLst>
        </pc:spChg>
        <pc:spChg chg="add del mod topLvl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51" creationId="{02D209C1-0B6D-1713-3621-0F05878E37AE}"/>
          </ac:spMkLst>
        </pc:spChg>
        <pc:spChg chg="add del mod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73" creationId="{B7BBC532-A97C-46A4-4667-7CA89217263A}"/>
          </ac:spMkLst>
        </pc:spChg>
        <pc:spChg chg="add del mod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109" creationId="{6ACEFAEB-DDF1-8FE1-B410-43EAEE2E6994}"/>
          </ac:spMkLst>
        </pc:spChg>
        <pc:spChg chg="add del mod topLvl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124" creationId="{1692662C-A89B-D00D-E2BC-01EE6FD452F2}"/>
          </ac:spMkLst>
        </pc:spChg>
        <pc:spChg chg="add del mod topLvl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126" creationId="{52C56493-6EED-BDDB-69BA-9E985AE4E59D}"/>
          </ac:spMkLst>
        </pc:spChg>
        <pc:spChg chg="add del mod topLvl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128" creationId="{123B23DF-4607-BB6C-D21D-319F67426C99}"/>
          </ac:spMkLst>
        </pc:spChg>
        <pc:grpChg chg="mod">
          <ac:chgData name="Luz Pascal" userId="7fa5ceab-0349-4458-880b-7c4b9ec82b0a" providerId="ADAL" clId="{A49E9F3A-B52D-461E-ABF6-58A75CE30F76}" dt="2026-09-23T02:08:04.751" v="15623" actId="164"/>
          <ac:grpSpMkLst>
            <pc:docMk/>
            <pc:sldMk cId="2074379464" sldId="430"/>
            <ac:grpSpMk id="16" creationId="{81F96341-193D-0797-1F3F-48CED8D4B9B3}"/>
          </ac:grpSpMkLst>
        </pc:grpChg>
        <pc:grpChg chg="mod">
          <ac:chgData name="Luz Pascal" userId="7fa5ceab-0349-4458-880b-7c4b9ec82b0a" providerId="ADAL" clId="{A49E9F3A-B52D-461E-ABF6-58A75CE30F76}" dt="2026-09-23T02:07:59.345" v="15622" actId="164"/>
          <ac:grpSpMkLst>
            <pc:docMk/>
            <pc:sldMk cId="2074379464" sldId="430"/>
            <ac:grpSpMk id="20" creationId="{693AAB99-CF9B-4CC5-6BAE-98C633E850BE}"/>
          </ac:grpSpMkLst>
        </pc:grpChg>
        <pc:grpChg chg="mod">
          <ac:chgData name="Luz Pascal" userId="7fa5ceab-0349-4458-880b-7c4b9ec82b0a" providerId="ADAL" clId="{A49E9F3A-B52D-461E-ABF6-58A75CE30F76}" dt="2026-09-23T02:08:04.751" v="15623" actId="164"/>
          <ac:grpSpMkLst>
            <pc:docMk/>
            <pc:sldMk cId="2074379464" sldId="430"/>
            <ac:grpSpMk id="24" creationId="{45B29AA2-28C2-D559-D4C0-92FF08FACA5B}"/>
          </ac:grpSpMkLst>
        </pc:grpChg>
        <pc:grpChg chg="mod">
          <ac:chgData name="Luz Pascal" userId="7fa5ceab-0349-4458-880b-7c4b9ec82b0a" providerId="ADAL" clId="{A49E9F3A-B52D-461E-ABF6-58A75CE30F76}" dt="2026-09-23T02:07:59.345" v="15622" actId="164"/>
          <ac:grpSpMkLst>
            <pc:docMk/>
            <pc:sldMk cId="2074379464" sldId="430"/>
            <ac:grpSpMk id="28" creationId="{A2908DAC-A024-9E5F-F5EA-0ADB00C37E5A}"/>
          </ac:grpSpMkLst>
        </pc:grpChg>
        <pc:grpChg chg="mod">
          <ac:chgData name="Luz Pascal" userId="7fa5ceab-0349-4458-880b-7c4b9ec82b0a" providerId="ADAL" clId="{A49E9F3A-B52D-461E-ABF6-58A75CE30F76}" dt="2026-09-23T02:05:45.893" v="15458" actId="1076"/>
          <ac:grpSpMkLst>
            <pc:docMk/>
            <pc:sldMk cId="2074379464" sldId="430"/>
            <ac:grpSpMk id="38" creationId="{1181B9E1-7363-3A09-D18B-8A47466F22E1}"/>
          </ac:grpSpMkLst>
        </pc:grpChg>
        <pc:grpChg chg="add mod">
          <ac:chgData name="Luz Pascal" userId="7fa5ceab-0349-4458-880b-7c4b9ec82b0a" providerId="ADAL" clId="{A49E9F3A-B52D-461E-ABF6-58A75CE30F76}" dt="2026-09-23T02:06:59.874" v="15562" actId="164"/>
          <ac:grpSpMkLst>
            <pc:docMk/>
            <pc:sldMk cId="2074379464" sldId="430"/>
            <ac:grpSpMk id="53" creationId="{1C6B6834-59B2-C312-BC31-62417D67C863}"/>
          </ac:grpSpMkLst>
        </pc:grpChg>
        <pc:grpChg chg="add del mod">
          <ac:chgData name="Luz Pascal" userId="7fa5ceab-0349-4458-880b-7c4b9ec82b0a" providerId="ADAL" clId="{A49E9F3A-B52D-461E-ABF6-58A75CE30F76}" dt="2026-09-24T02:14:29.854" v="17410" actId="478"/>
          <ac:grpSpMkLst>
            <pc:docMk/>
            <pc:sldMk cId="2074379464" sldId="430"/>
            <ac:grpSpMk id="57" creationId="{9A8CB245-714D-B3D1-C3F9-4655BC9E0746}"/>
          </ac:grpSpMkLst>
        </pc:grpChg>
        <pc:grpChg chg="add del mod">
          <ac:chgData name="Luz Pascal" userId="7fa5ceab-0349-4458-880b-7c4b9ec82b0a" providerId="ADAL" clId="{A49E9F3A-B52D-461E-ABF6-58A75CE30F76}" dt="2026-09-24T02:14:29.854" v="17410" actId="478"/>
          <ac:grpSpMkLst>
            <pc:docMk/>
            <pc:sldMk cId="2074379464" sldId="430"/>
            <ac:grpSpMk id="58" creationId="{404D0E80-41AF-6E50-F8C9-D6CB441F0EF6}"/>
          </ac:grpSpMkLst>
        </pc:grpChg>
        <pc:grpChg chg="add mod">
          <ac:chgData name="Luz Pascal" userId="7fa5ceab-0349-4458-880b-7c4b9ec82b0a" providerId="ADAL" clId="{A49E9F3A-B52D-461E-ABF6-58A75CE30F76}" dt="2026-09-23T02:08:13.441" v="15624" actId="555"/>
          <ac:grpSpMkLst>
            <pc:docMk/>
            <pc:sldMk cId="2074379464" sldId="430"/>
            <ac:grpSpMk id="59" creationId="{FCBD9676-9690-ECF8-BE17-76FED6C21FF4}"/>
          </ac:grpSpMkLst>
        </pc:grpChg>
        <pc:picChg chg="mod">
          <ac:chgData name="Luz Pascal" userId="7fa5ceab-0349-4458-880b-7c4b9ec82b0a" providerId="ADAL" clId="{A49E9F3A-B52D-461E-ABF6-58A75CE30F76}" dt="2026-09-23T02:08:04.751" v="15623" actId="164"/>
          <ac:picMkLst>
            <pc:docMk/>
            <pc:sldMk cId="2074379464" sldId="430"/>
            <ac:picMk id="6" creationId="{BE4CD9A7-CFEA-3953-F1B4-23718178F1F2}"/>
          </ac:picMkLst>
        </pc:picChg>
        <pc:picChg chg="mod">
          <ac:chgData name="Luz Pascal" userId="7fa5ceab-0349-4458-880b-7c4b9ec82b0a" providerId="ADAL" clId="{A49E9F3A-B52D-461E-ABF6-58A75CE30F76}" dt="2026-09-23T02:07:59.345" v="15622" actId="164"/>
          <ac:picMkLst>
            <pc:docMk/>
            <pc:sldMk cId="2074379464" sldId="430"/>
            <ac:picMk id="8" creationId="{36FDEAFB-34D4-591A-62FD-2437EAA25937}"/>
          </ac:picMkLst>
        </pc:picChg>
        <pc:picChg chg="del">
          <ac:chgData name="Luz Pascal" userId="7fa5ceab-0349-4458-880b-7c4b9ec82b0a" providerId="ADAL" clId="{A49E9F3A-B52D-461E-ABF6-58A75CE30F76}" dt="2026-09-24T02:14:29.854" v="17410" actId="478"/>
          <ac:picMkLst>
            <pc:docMk/>
            <pc:sldMk cId="2074379464" sldId="430"/>
            <ac:picMk id="10" creationId="{E1258189-B069-D4C5-97A3-83E316720C2B}"/>
          </ac:picMkLst>
        </pc:picChg>
        <pc:picChg chg="del">
          <ac:chgData name="Luz Pascal" userId="7fa5ceab-0349-4458-880b-7c4b9ec82b0a" providerId="ADAL" clId="{A49E9F3A-B52D-461E-ABF6-58A75CE30F76}" dt="2026-09-24T02:14:29.854" v="17410" actId="478"/>
          <ac:picMkLst>
            <pc:docMk/>
            <pc:sldMk cId="2074379464" sldId="430"/>
            <ac:picMk id="11" creationId="{63840F8D-379F-4050-4222-447B70B1417A}"/>
          </ac:picMkLst>
        </pc:picChg>
        <pc:picChg chg="mod">
          <ac:chgData name="Luz Pascal" userId="7fa5ceab-0349-4458-880b-7c4b9ec82b0a" providerId="ADAL" clId="{A49E9F3A-B52D-461E-ABF6-58A75CE30F76}" dt="2026-09-23T02:05:50.368" v="15459" actId="165"/>
          <ac:picMkLst>
            <pc:docMk/>
            <pc:sldMk cId="2074379464" sldId="430"/>
            <ac:picMk id="18" creationId="{9A80B49E-C410-1CDB-C029-B51928C0DEE3}"/>
          </ac:picMkLst>
        </pc:picChg>
        <pc:picChg chg="mod">
          <ac:chgData name="Luz Pascal" userId="7fa5ceab-0349-4458-880b-7c4b9ec82b0a" providerId="ADAL" clId="{A49E9F3A-B52D-461E-ABF6-58A75CE30F76}" dt="2026-09-23T02:05:50.368" v="15459" actId="165"/>
          <ac:picMkLst>
            <pc:docMk/>
            <pc:sldMk cId="2074379464" sldId="430"/>
            <ac:picMk id="23" creationId="{71160C79-4A0E-C8A7-F818-7985B67CE11C}"/>
          </ac:picMkLst>
        </pc:picChg>
        <pc:picChg chg="mod">
          <ac:chgData name="Luz Pascal" userId="7fa5ceab-0349-4458-880b-7c4b9ec82b0a" providerId="ADAL" clId="{A49E9F3A-B52D-461E-ABF6-58A75CE30F76}" dt="2026-09-23T02:05:50.368" v="15459" actId="165"/>
          <ac:picMkLst>
            <pc:docMk/>
            <pc:sldMk cId="2074379464" sldId="430"/>
            <ac:picMk id="26" creationId="{0DF07C91-7558-D151-ED39-AC766095C1F5}"/>
          </ac:picMkLst>
        </pc:picChg>
        <pc:picChg chg="add mod">
          <ac:chgData name="Luz Pascal" userId="7fa5ceab-0349-4458-880b-7c4b9ec82b0a" providerId="ADAL" clId="{A49E9F3A-B52D-461E-ABF6-58A75CE30F76}" dt="2026-09-24T02:15:40.772" v="17445" actId="1076"/>
          <ac:picMkLst>
            <pc:docMk/>
            <pc:sldMk cId="2074379464" sldId="430"/>
            <ac:picMk id="34" creationId="{5EB604EC-0CD9-5128-3B74-ACC2E3200499}"/>
          </ac:picMkLst>
        </pc:picChg>
        <pc:picChg chg="add del mod topLvl">
          <ac:chgData name="Luz Pascal" userId="7fa5ceab-0349-4458-880b-7c4b9ec82b0a" providerId="ADAL" clId="{A49E9F3A-B52D-461E-ABF6-58A75CE30F76}" dt="2026-09-23T01:41:17.271" v="15403" actId="478"/>
          <ac:picMkLst>
            <pc:docMk/>
            <pc:sldMk cId="2074379464" sldId="430"/>
            <ac:picMk id="39" creationId="{12BD7FAB-C883-BC4E-BF94-2D8660508883}"/>
          </ac:picMkLst>
        </pc:picChg>
        <pc:picChg chg="add mod">
          <ac:chgData name="Luz Pascal" userId="7fa5ceab-0349-4458-880b-7c4b9ec82b0a" providerId="ADAL" clId="{A49E9F3A-B52D-461E-ABF6-58A75CE30F76}" dt="2026-09-23T02:06:59.874" v="15562" actId="164"/>
          <ac:picMkLst>
            <pc:docMk/>
            <pc:sldMk cId="2074379464" sldId="430"/>
            <ac:picMk id="50" creationId="{5CFEFF28-5337-949D-07CD-41153F07BE78}"/>
          </ac:picMkLst>
        </pc:picChg>
        <pc:picChg chg="add mod">
          <ac:chgData name="Luz Pascal" userId="7fa5ceab-0349-4458-880b-7c4b9ec82b0a" providerId="ADAL" clId="{A49E9F3A-B52D-461E-ABF6-58A75CE30F76}" dt="2026-09-23T02:06:59.874" v="15562" actId="164"/>
          <ac:picMkLst>
            <pc:docMk/>
            <pc:sldMk cId="2074379464" sldId="430"/>
            <ac:picMk id="52" creationId="{FB3C0452-1825-E5A8-406D-1485F5C45C17}"/>
          </ac:picMkLst>
        </pc:picChg>
        <pc:picChg chg="mod">
          <ac:chgData name="Luz Pascal" userId="7fa5ceab-0349-4458-880b-7c4b9ec82b0a" providerId="ADAL" clId="{A49E9F3A-B52D-461E-ABF6-58A75CE30F76}" dt="2026-09-23T02:06:40.508" v="15560"/>
          <ac:picMkLst>
            <pc:docMk/>
            <pc:sldMk cId="2074379464" sldId="430"/>
            <ac:picMk id="54" creationId="{C979E8E0-4D44-2F84-3515-A2A660049EBA}"/>
          </ac:picMkLst>
        </pc:picChg>
        <pc:picChg chg="mod">
          <ac:chgData name="Luz Pascal" userId="7fa5ceab-0349-4458-880b-7c4b9ec82b0a" providerId="ADAL" clId="{A49E9F3A-B52D-461E-ABF6-58A75CE30F76}" dt="2026-09-23T02:06:40.508" v="15560"/>
          <ac:picMkLst>
            <pc:docMk/>
            <pc:sldMk cId="2074379464" sldId="430"/>
            <ac:picMk id="55" creationId="{A328818E-B66A-EC6B-1A1E-C6323FDDCCAE}"/>
          </ac:picMkLst>
        </pc:picChg>
        <pc:picChg chg="mod">
          <ac:chgData name="Luz Pascal" userId="7fa5ceab-0349-4458-880b-7c4b9ec82b0a" providerId="ADAL" clId="{A49E9F3A-B52D-461E-ABF6-58A75CE30F76}" dt="2026-09-23T02:06:40.508" v="15560"/>
          <ac:picMkLst>
            <pc:docMk/>
            <pc:sldMk cId="2074379464" sldId="430"/>
            <ac:picMk id="56" creationId="{6BE7015A-7F0D-ADBE-7ECF-6B3B2EE4B4A9}"/>
          </ac:picMkLst>
        </pc:picChg>
        <pc:picChg chg="add del mod topLvl">
          <ac:chgData name="Luz Pascal" userId="7fa5ceab-0349-4458-880b-7c4b9ec82b0a" providerId="ADAL" clId="{A49E9F3A-B52D-461E-ABF6-58A75CE30F76}" dt="2026-09-23T01:41:17.271" v="15403" actId="478"/>
          <ac:picMkLst>
            <pc:docMk/>
            <pc:sldMk cId="2074379464" sldId="430"/>
            <ac:picMk id="111" creationId="{1BE12D3F-9CCE-DB99-5B82-1B15A8ECAFC4}"/>
          </ac:picMkLst>
        </pc:picChg>
        <pc:picChg chg="add del mod topLvl">
          <ac:chgData name="Luz Pascal" userId="7fa5ceab-0349-4458-880b-7c4b9ec82b0a" providerId="ADAL" clId="{A49E9F3A-B52D-461E-ABF6-58A75CE30F76}" dt="2026-09-23T01:41:17.271" v="15403" actId="478"/>
          <ac:picMkLst>
            <pc:docMk/>
            <pc:sldMk cId="2074379464" sldId="430"/>
            <ac:picMk id="113" creationId="{5C784253-28A8-FFF8-8CA2-5C28F5663C68}"/>
          </ac:picMkLst>
        </pc:picChg>
        <pc:cxnChg chg="add mod">
          <ac:chgData name="Luz Pascal" userId="7fa5ceab-0349-4458-880b-7c4b9ec82b0a" providerId="ADAL" clId="{A49E9F3A-B52D-461E-ABF6-58A75CE30F76}" dt="2026-09-23T02:07:22.794" v="15590" actId="1037"/>
          <ac:cxnSpMkLst>
            <pc:docMk/>
            <pc:sldMk cId="2074379464" sldId="430"/>
            <ac:cxnSpMk id="41" creationId="{5DF71E75-19A7-BF41-860A-6F29D2343156}"/>
          </ac:cxnSpMkLst>
        </pc:cxnChg>
        <pc:cxnChg chg="add mod">
          <ac:chgData name="Luz Pascal" userId="7fa5ceab-0349-4458-880b-7c4b9ec82b0a" providerId="ADAL" clId="{A49E9F3A-B52D-461E-ABF6-58A75CE30F76}" dt="2026-09-23T02:08:26.967" v="15626" actId="14100"/>
          <ac:cxnSpMkLst>
            <pc:docMk/>
            <pc:sldMk cId="2074379464" sldId="430"/>
            <ac:cxnSpMk id="44" creationId="{10E3B3D0-CC99-053D-B47D-BC5DCC93F138}"/>
          </ac:cxnSpMkLst>
        </pc:cxnChg>
      </pc:sldChg>
      <pc:sldChg chg="add del">
        <pc:chgData name="Luz Pascal" userId="7fa5ceab-0349-4458-880b-7c4b9ec82b0a" providerId="ADAL" clId="{A49E9F3A-B52D-461E-ABF6-58A75CE30F76}" dt="2026-09-24T02:15:44.440" v="17446" actId="47"/>
        <pc:sldMkLst>
          <pc:docMk/>
          <pc:sldMk cId="1786553344" sldId="435"/>
        </pc:sldMkLst>
      </pc:sldChg>
      <pc:sldChg chg="add">
        <pc:chgData name="Luz Pascal" userId="7fa5ceab-0349-4458-880b-7c4b9ec82b0a" providerId="ADAL" clId="{A49E9F3A-B52D-461E-ABF6-58A75CE30F76}" dt="2026-09-24T02:15:09.546" v="17433"/>
        <pc:sldMkLst>
          <pc:docMk/>
          <pc:sldMk cId="894479053" sldId="436"/>
        </pc:sldMkLst>
      </pc:sldChg>
      <pc:sldChg chg="add">
        <pc:chgData name="Luz Pascal" userId="7fa5ceab-0349-4458-880b-7c4b9ec82b0a" providerId="ADAL" clId="{A49E9F3A-B52D-461E-ABF6-58A75CE30F76}" dt="2026-09-24T02:22:05.742" v="17447"/>
        <pc:sldMkLst>
          <pc:docMk/>
          <pc:sldMk cId="2867713153" sldId="437"/>
        </pc:sldMkLst>
      </pc:sldChg>
      <pc:sldChg chg="addSp delSp modSp add del mod ord">
        <pc:chgData name="Luz Pascal" userId="7fa5ceab-0349-4458-880b-7c4b9ec82b0a" providerId="ADAL" clId="{A49E9F3A-B52D-461E-ABF6-58A75CE30F76}" dt="2026-09-24T02:13:06.907" v="17295" actId="47"/>
        <pc:sldMkLst>
          <pc:docMk/>
          <pc:sldMk cId="1056693510" sldId="439"/>
        </pc:sldMkLst>
      </pc:sldChg>
      <pc:sldChg chg="add del">
        <pc:chgData name="Luz Pascal" userId="7fa5ceab-0349-4458-880b-7c4b9ec82b0a" providerId="ADAL" clId="{A49E9F3A-B52D-461E-ABF6-58A75CE30F76}" dt="2026-09-23T05:15:29.968" v="16178" actId="47"/>
        <pc:sldMkLst>
          <pc:docMk/>
          <pc:sldMk cId="3187059221" sldId="440"/>
        </pc:sldMkLst>
      </pc:sldChg>
      <pc:sldChg chg="addSp delSp modSp new mod">
        <pc:chgData name="Luz Pascal" userId="7fa5ceab-0349-4458-880b-7c4b9ec82b0a" providerId="ADAL" clId="{A49E9F3A-B52D-461E-ABF6-58A75CE30F76}" dt="2026-09-24T02:14:07.848" v="17408" actId="6549"/>
        <pc:sldMkLst>
          <pc:docMk/>
          <pc:sldMk cId="702636860" sldId="441"/>
        </pc:sldMkLst>
        <pc:spChg chg="mod">
          <ac:chgData name="Luz Pascal" userId="7fa5ceab-0349-4458-880b-7c4b9ec82b0a" providerId="ADAL" clId="{A49E9F3A-B52D-461E-ABF6-58A75CE30F76}" dt="2026-09-24T00:58:45.661" v="17291" actId="20577"/>
          <ac:spMkLst>
            <pc:docMk/>
            <pc:sldMk cId="702636860" sldId="441"/>
            <ac:spMk id="2" creationId="{71F394DA-6449-75B8-D520-BDBDFF5A0207}"/>
          </ac:spMkLst>
        </pc:spChg>
        <pc:spChg chg="mod">
          <ac:chgData name="Luz Pascal" userId="7fa5ceab-0349-4458-880b-7c4b9ec82b0a" providerId="ADAL" clId="{A49E9F3A-B52D-461E-ABF6-58A75CE30F76}" dt="2026-09-24T02:14:07.848" v="17408" actId="6549"/>
          <ac:spMkLst>
            <pc:docMk/>
            <pc:sldMk cId="702636860" sldId="441"/>
            <ac:spMk id="3" creationId="{F285210D-3188-1466-8153-3701B5D0B0C7}"/>
          </ac:spMkLst>
        </pc:spChg>
        <pc:picChg chg="add del">
          <ac:chgData name="Luz Pascal" userId="7fa5ceab-0349-4458-880b-7c4b9ec82b0a" providerId="ADAL" clId="{A49E9F3A-B52D-461E-ABF6-58A75CE30F76}" dt="2026-09-23T01:30:46.740" v="15122" actId="22"/>
          <ac:picMkLst>
            <pc:docMk/>
            <pc:sldMk cId="702636860" sldId="441"/>
            <ac:picMk id="5" creationId="{14B58C72-E282-08AC-DB4F-7649AA6EBA83}"/>
          </ac:picMkLst>
        </pc:picChg>
      </pc:sldChg>
      <pc:sldChg chg="addSp delSp modSp add mod delAnim">
        <pc:chgData name="Luz Pascal" userId="7fa5ceab-0349-4458-880b-7c4b9ec82b0a" providerId="ADAL" clId="{A49E9F3A-B52D-461E-ABF6-58A75CE30F76}" dt="2026-09-23T04:37:32.078" v="15683" actId="1076"/>
        <pc:sldMkLst>
          <pc:docMk/>
          <pc:sldMk cId="1914640596" sldId="442"/>
        </pc:sldMkLst>
        <pc:spChg chg="del">
          <ac:chgData name="Luz Pascal" userId="7fa5ceab-0349-4458-880b-7c4b9ec82b0a" providerId="ADAL" clId="{A49E9F3A-B52D-461E-ABF6-58A75CE30F76}" dt="2026-09-23T04:35:43.670" v="15676" actId="478"/>
          <ac:spMkLst>
            <pc:docMk/>
            <pc:sldMk cId="1914640596" sldId="442"/>
            <ac:spMk id="2" creationId="{6C6196BD-8920-0E37-70D0-2B173453E4FF}"/>
          </ac:spMkLst>
        </pc:spChg>
        <pc:spChg chg="mod">
          <ac:chgData name="Luz Pascal" userId="7fa5ceab-0349-4458-880b-7c4b9ec82b0a" providerId="ADAL" clId="{A49E9F3A-B52D-461E-ABF6-58A75CE30F76}" dt="2026-09-23T04:35:53.461" v="15679" actId="20577"/>
          <ac:spMkLst>
            <pc:docMk/>
            <pc:sldMk cId="1914640596" sldId="442"/>
            <ac:spMk id="3" creationId="{DBA77A4E-3FEB-3CD5-0B32-A9A300FB8007}"/>
          </ac:spMkLst>
        </pc:spChg>
        <pc:spChg chg="del">
          <ac:chgData name="Luz Pascal" userId="7fa5ceab-0349-4458-880b-7c4b9ec82b0a" providerId="ADAL" clId="{A49E9F3A-B52D-461E-ABF6-58A75CE30F76}" dt="2026-09-23T04:35:43.670" v="15676" actId="478"/>
          <ac:spMkLst>
            <pc:docMk/>
            <pc:sldMk cId="1914640596" sldId="442"/>
            <ac:spMk id="4" creationId="{DC0B9F9B-101E-973F-3D40-6AA6E48E60B0}"/>
          </ac:spMkLst>
        </pc:spChg>
        <pc:spChg chg="del">
          <ac:chgData name="Luz Pascal" userId="7fa5ceab-0349-4458-880b-7c4b9ec82b0a" providerId="ADAL" clId="{A49E9F3A-B52D-461E-ABF6-58A75CE30F76}" dt="2026-09-23T04:35:43.670" v="15676" actId="478"/>
          <ac:spMkLst>
            <pc:docMk/>
            <pc:sldMk cId="1914640596" sldId="442"/>
            <ac:spMk id="9" creationId="{3CC6C1AD-EA0F-40F0-F9A5-8E7D9AAE7D91}"/>
          </ac:spMkLst>
        </pc:spChg>
        <pc:spChg chg="del">
          <ac:chgData name="Luz Pascal" userId="7fa5ceab-0349-4458-880b-7c4b9ec82b0a" providerId="ADAL" clId="{A49E9F3A-B52D-461E-ABF6-58A75CE30F76}" dt="2026-09-23T04:35:43.670" v="15676" actId="478"/>
          <ac:spMkLst>
            <pc:docMk/>
            <pc:sldMk cId="1914640596" sldId="442"/>
            <ac:spMk id="32" creationId="{7F34247D-6267-7529-4167-169495A6AA02}"/>
          </ac:spMkLst>
        </pc:spChg>
        <pc:spChg chg="del">
          <ac:chgData name="Luz Pascal" userId="7fa5ceab-0349-4458-880b-7c4b9ec82b0a" providerId="ADAL" clId="{A49E9F3A-B52D-461E-ABF6-58A75CE30F76}" dt="2026-09-23T04:35:43.670" v="15676" actId="478"/>
          <ac:spMkLst>
            <pc:docMk/>
            <pc:sldMk cId="1914640596" sldId="442"/>
            <ac:spMk id="33" creationId="{1FE7AE25-83AB-CFC1-23F4-12CA571280D7}"/>
          </ac:spMkLst>
        </pc:spChg>
        <pc:spChg chg="add del">
          <ac:chgData name="Luz Pascal" userId="7fa5ceab-0349-4458-880b-7c4b9ec82b0a" providerId="ADAL" clId="{A49E9F3A-B52D-461E-ABF6-58A75CE30F76}" dt="2026-09-23T04:35:30.574" v="15643" actId="22"/>
          <ac:spMkLst>
            <pc:docMk/>
            <pc:sldMk cId="1914640596" sldId="442"/>
            <ac:spMk id="35" creationId="{8A19031B-C2A9-E692-D3EA-C0570AA74517}"/>
          </ac:spMkLst>
        </pc:spChg>
        <pc:spChg chg="del">
          <ac:chgData name="Luz Pascal" userId="7fa5ceab-0349-4458-880b-7c4b9ec82b0a" providerId="ADAL" clId="{A49E9F3A-B52D-461E-ABF6-58A75CE30F76}" dt="2026-09-23T04:35:43.670" v="15676" actId="478"/>
          <ac:spMkLst>
            <pc:docMk/>
            <pc:sldMk cId="1914640596" sldId="442"/>
            <ac:spMk id="45" creationId="{7A3E6BA0-4D22-ADA9-0265-0C52E4364D32}"/>
          </ac:spMkLst>
        </pc:spChg>
        <pc:grpChg chg="del">
          <ac:chgData name="Luz Pascal" userId="7fa5ceab-0349-4458-880b-7c4b9ec82b0a" providerId="ADAL" clId="{A49E9F3A-B52D-461E-ABF6-58A75CE30F76}" dt="2026-09-23T04:35:43.670" v="15676" actId="478"/>
          <ac:grpSpMkLst>
            <pc:docMk/>
            <pc:sldMk cId="1914640596" sldId="442"/>
            <ac:grpSpMk id="12" creationId="{51EC5E93-B7B9-9232-866B-F177460353B5}"/>
          </ac:grpSpMkLst>
        </pc:grpChg>
        <pc:grpChg chg="del">
          <ac:chgData name="Luz Pascal" userId="7fa5ceab-0349-4458-880b-7c4b9ec82b0a" providerId="ADAL" clId="{A49E9F3A-B52D-461E-ABF6-58A75CE30F76}" dt="2026-09-23T04:35:43.670" v="15676" actId="478"/>
          <ac:grpSpMkLst>
            <pc:docMk/>
            <pc:sldMk cId="1914640596" sldId="442"/>
            <ac:grpSpMk id="58" creationId="{2BA2133E-A302-81DE-BD89-7548C24A94B9}"/>
          </ac:grpSpMkLst>
        </pc:grpChg>
        <pc:picChg chg="del">
          <ac:chgData name="Luz Pascal" userId="7fa5ceab-0349-4458-880b-7c4b9ec82b0a" providerId="ADAL" clId="{A49E9F3A-B52D-461E-ABF6-58A75CE30F76}" dt="2026-09-23T04:35:43.670" v="15676" actId="478"/>
          <ac:picMkLst>
            <pc:docMk/>
            <pc:sldMk cId="1914640596" sldId="442"/>
            <ac:picMk id="10" creationId="{67B7BBF2-4BE5-653C-A2DC-BF6E89AE9E43}"/>
          </ac:picMkLst>
        </pc:picChg>
        <pc:picChg chg="del">
          <ac:chgData name="Luz Pascal" userId="7fa5ceab-0349-4458-880b-7c4b9ec82b0a" providerId="ADAL" clId="{A49E9F3A-B52D-461E-ABF6-58A75CE30F76}" dt="2026-09-23T04:35:43.670" v="15676" actId="478"/>
          <ac:picMkLst>
            <pc:docMk/>
            <pc:sldMk cId="1914640596" sldId="442"/>
            <ac:picMk id="11" creationId="{78B8BCDB-BAE9-B533-F5AD-689139462C38}"/>
          </ac:picMkLst>
        </pc:picChg>
        <pc:picChg chg="add mod">
          <ac:chgData name="Luz Pascal" userId="7fa5ceab-0349-4458-880b-7c4b9ec82b0a" providerId="ADAL" clId="{A49E9F3A-B52D-461E-ABF6-58A75CE30F76}" dt="2026-09-23T04:37:32.078" v="15683" actId="1076"/>
          <ac:picMkLst>
            <pc:docMk/>
            <pc:sldMk cId="1914640596" sldId="442"/>
            <ac:picMk id="37" creationId="{03B2F3AC-8356-C6EB-C287-9DE7EB3333C6}"/>
          </ac:picMkLst>
        </pc:picChg>
        <pc:cxnChg chg="del">
          <ac:chgData name="Luz Pascal" userId="7fa5ceab-0349-4458-880b-7c4b9ec82b0a" providerId="ADAL" clId="{A49E9F3A-B52D-461E-ABF6-58A75CE30F76}" dt="2026-09-23T04:35:47.658" v="15677" actId="478"/>
          <ac:cxnSpMkLst>
            <pc:docMk/>
            <pc:sldMk cId="1914640596" sldId="442"/>
            <ac:cxnSpMk id="41" creationId="{EB0905F4-370B-BA08-C855-44A63786D2BE}"/>
          </ac:cxnSpMkLst>
        </pc:cxnChg>
        <pc:cxnChg chg="del">
          <ac:chgData name="Luz Pascal" userId="7fa5ceab-0349-4458-880b-7c4b9ec82b0a" providerId="ADAL" clId="{A49E9F3A-B52D-461E-ABF6-58A75CE30F76}" dt="2026-09-23T04:35:47.658" v="15677" actId="478"/>
          <ac:cxnSpMkLst>
            <pc:docMk/>
            <pc:sldMk cId="1914640596" sldId="442"/>
            <ac:cxnSpMk id="44" creationId="{D3D930AC-C96E-C9AB-E9FC-7B08F805ECEE}"/>
          </ac:cxnSpMkLst>
        </pc:cxnChg>
      </pc:sldChg>
      <pc:sldChg chg="addSp delSp modSp add mod">
        <pc:chgData name="Luz Pascal" userId="7fa5ceab-0349-4458-880b-7c4b9ec82b0a" providerId="ADAL" clId="{A49E9F3A-B52D-461E-ABF6-58A75CE30F76}" dt="2026-09-23T04:39:14.862" v="15705" actId="1076"/>
        <pc:sldMkLst>
          <pc:docMk/>
          <pc:sldMk cId="1257048226" sldId="443"/>
        </pc:sldMkLst>
        <pc:picChg chg="add del mod">
          <ac:chgData name="Luz Pascal" userId="7fa5ceab-0349-4458-880b-7c4b9ec82b0a" providerId="ADAL" clId="{A49E9F3A-B52D-461E-ABF6-58A75CE30F76}" dt="2026-09-23T04:38:39.499" v="15698" actId="478"/>
          <ac:picMkLst>
            <pc:docMk/>
            <pc:sldMk cId="1257048226" sldId="443"/>
            <ac:picMk id="2" creationId="{D713215B-3BBD-435D-E990-1F72AB8E394E}"/>
          </ac:picMkLst>
        </pc:picChg>
        <pc:picChg chg="add mod">
          <ac:chgData name="Luz Pascal" userId="7fa5ceab-0349-4458-880b-7c4b9ec82b0a" providerId="ADAL" clId="{A49E9F3A-B52D-461E-ABF6-58A75CE30F76}" dt="2026-09-23T04:39:10.328" v="15704" actId="1076"/>
          <ac:picMkLst>
            <pc:docMk/>
            <pc:sldMk cId="1257048226" sldId="443"/>
            <ac:picMk id="5" creationId="{B2E2A869-A6C1-9F03-24B6-4C7C26A9EB67}"/>
          </ac:picMkLst>
        </pc:picChg>
        <pc:picChg chg="add del mod">
          <ac:chgData name="Luz Pascal" userId="7fa5ceab-0349-4458-880b-7c4b9ec82b0a" providerId="ADAL" clId="{A49E9F3A-B52D-461E-ABF6-58A75CE30F76}" dt="2026-09-23T04:39:14.862" v="15705" actId="1076"/>
          <ac:picMkLst>
            <pc:docMk/>
            <pc:sldMk cId="1257048226" sldId="443"/>
            <ac:picMk id="37" creationId="{62121D8A-3F10-4AB2-F652-7E0D1CBF4C1E}"/>
          </ac:picMkLst>
        </pc:picChg>
      </pc:sldChg>
      <pc:sldChg chg="addSp delSp modSp add mod modAnim">
        <pc:chgData name="Luz Pascal" userId="7fa5ceab-0349-4458-880b-7c4b9ec82b0a" providerId="ADAL" clId="{A49E9F3A-B52D-461E-ABF6-58A75CE30F76}" dt="2026-09-23T05:32:27.941" v="16890" actId="20577"/>
        <pc:sldMkLst>
          <pc:docMk/>
          <pc:sldMk cId="1489390931" sldId="444"/>
        </pc:sldMkLst>
        <pc:spChg chg="add del mod">
          <ac:chgData name="Luz Pascal" userId="7fa5ceab-0349-4458-880b-7c4b9ec82b0a" providerId="ADAL" clId="{A49E9F3A-B52D-461E-ABF6-58A75CE30F76}" dt="2026-09-23T04:45:41.358" v="15741" actId="478"/>
          <ac:spMkLst>
            <pc:docMk/>
            <pc:sldMk cId="1489390931" sldId="444"/>
            <ac:spMk id="6" creationId="{95D7FDA8-A404-A5D5-CC74-854AC15BF339}"/>
          </ac:spMkLst>
        </pc:spChg>
        <pc:spChg chg="add mod">
          <ac:chgData name="Luz Pascal" userId="7fa5ceab-0349-4458-880b-7c4b9ec82b0a" providerId="ADAL" clId="{A49E9F3A-B52D-461E-ABF6-58A75CE30F76}" dt="2026-09-23T05:00:46.066" v="16050" actId="1038"/>
          <ac:spMkLst>
            <pc:docMk/>
            <pc:sldMk cId="1489390931" sldId="444"/>
            <ac:spMk id="11" creationId="{982709E2-81D5-A052-2411-7F052811E1B4}"/>
          </ac:spMkLst>
        </pc:spChg>
        <pc:spChg chg="add del mod">
          <ac:chgData name="Luz Pascal" userId="7fa5ceab-0349-4458-880b-7c4b9ec82b0a" providerId="ADAL" clId="{A49E9F3A-B52D-461E-ABF6-58A75CE30F76}" dt="2026-09-23T04:45:19.752" v="15739" actId="478"/>
          <ac:spMkLst>
            <pc:docMk/>
            <pc:sldMk cId="1489390931" sldId="444"/>
            <ac:spMk id="12" creationId="{77ADF047-4679-79E0-3521-FD2AAE4E22A9}"/>
          </ac:spMkLst>
        </pc:spChg>
        <pc:spChg chg="add del mod">
          <ac:chgData name="Luz Pascal" userId="7fa5ceab-0349-4458-880b-7c4b9ec82b0a" providerId="ADAL" clId="{A49E9F3A-B52D-461E-ABF6-58A75CE30F76}" dt="2026-09-23T04:45:19.752" v="15739" actId="478"/>
          <ac:spMkLst>
            <pc:docMk/>
            <pc:sldMk cId="1489390931" sldId="444"/>
            <ac:spMk id="13" creationId="{8A12E9F8-B264-0D05-D4A3-849A2D6FFBB3}"/>
          </ac:spMkLst>
        </pc:spChg>
        <pc:spChg chg="add del mod">
          <ac:chgData name="Luz Pascal" userId="7fa5ceab-0349-4458-880b-7c4b9ec82b0a" providerId="ADAL" clId="{A49E9F3A-B52D-461E-ABF6-58A75CE30F76}" dt="2026-09-23T04:45:19.752" v="15739" actId="478"/>
          <ac:spMkLst>
            <pc:docMk/>
            <pc:sldMk cId="1489390931" sldId="444"/>
            <ac:spMk id="14" creationId="{7D3D565E-3E4D-A311-7845-424F0FE9CE17}"/>
          </ac:spMkLst>
        </pc:spChg>
        <pc:spChg chg="add del mod">
          <ac:chgData name="Luz Pascal" userId="7fa5ceab-0349-4458-880b-7c4b9ec82b0a" providerId="ADAL" clId="{A49E9F3A-B52D-461E-ABF6-58A75CE30F76}" dt="2026-09-23T04:45:19.752" v="15739" actId="478"/>
          <ac:spMkLst>
            <pc:docMk/>
            <pc:sldMk cId="1489390931" sldId="444"/>
            <ac:spMk id="15" creationId="{8C58F68A-C6DD-7013-8B25-418A0534BAA9}"/>
          </ac:spMkLst>
        </pc:spChg>
        <pc:spChg chg="add del mod">
          <ac:chgData name="Luz Pascal" userId="7fa5ceab-0349-4458-880b-7c4b9ec82b0a" providerId="ADAL" clId="{A49E9F3A-B52D-461E-ABF6-58A75CE30F76}" dt="2026-09-23T04:45:19.752" v="15739" actId="478"/>
          <ac:spMkLst>
            <pc:docMk/>
            <pc:sldMk cId="1489390931" sldId="444"/>
            <ac:spMk id="16" creationId="{F571859D-B109-53FA-B670-40E150848F81}"/>
          </ac:spMkLst>
        </pc:spChg>
        <pc:spChg chg="add del mod">
          <ac:chgData name="Luz Pascal" userId="7fa5ceab-0349-4458-880b-7c4b9ec82b0a" providerId="ADAL" clId="{A49E9F3A-B52D-461E-ABF6-58A75CE30F76}" dt="2026-09-23T04:45:19.752" v="15739" actId="478"/>
          <ac:spMkLst>
            <pc:docMk/>
            <pc:sldMk cId="1489390931" sldId="444"/>
            <ac:spMk id="17" creationId="{892A102B-D2A9-C121-5D05-C69952635557}"/>
          </ac:spMkLst>
        </pc:spChg>
        <pc:spChg chg="add del mod">
          <ac:chgData name="Luz Pascal" userId="7fa5ceab-0349-4458-880b-7c4b9ec82b0a" providerId="ADAL" clId="{A49E9F3A-B52D-461E-ABF6-58A75CE30F76}" dt="2026-09-23T04:45:19.752" v="15739" actId="478"/>
          <ac:spMkLst>
            <pc:docMk/>
            <pc:sldMk cId="1489390931" sldId="444"/>
            <ac:spMk id="18" creationId="{DD7A1087-E8B5-E679-DAF7-ADB77B443787}"/>
          </ac:spMkLst>
        </pc:spChg>
        <pc:spChg chg="add del mod">
          <ac:chgData name="Luz Pascal" userId="7fa5ceab-0349-4458-880b-7c4b9ec82b0a" providerId="ADAL" clId="{A49E9F3A-B52D-461E-ABF6-58A75CE30F76}" dt="2026-09-23T04:45:41.358" v="15741" actId="478"/>
          <ac:spMkLst>
            <pc:docMk/>
            <pc:sldMk cId="1489390931" sldId="444"/>
            <ac:spMk id="25" creationId="{E5E75E58-355B-20C9-4AC9-D14E2EF5E701}"/>
          </ac:spMkLst>
        </pc:spChg>
        <pc:spChg chg="add del mod">
          <ac:chgData name="Luz Pascal" userId="7fa5ceab-0349-4458-880b-7c4b9ec82b0a" providerId="ADAL" clId="{A49E9F3A-B52D-461E-ABF6-58A75CE30F76}" dt="2026-09-23T04:45:41.358" v="15741" actId="478"/>
          <ac:spMkLst>
            <pc:docMk/>
            <pc:sldMk cId="1489390931" sldId="444"/>
            <ac:spMk id="26" creationId="{47407F44-429F-9808-D299-999DBA6A0B85}"/>
          </ac:spMkLst>
        </pc:spChg>
        <pc:spChg chg="add del mod">
          <ac:chgData name="Luz Pascal" userId="7fa5ceab-0349-4458-880b-7c4b9ec82b0a" providerId="ADAL" clId="{A49E9F3A-B52D-461E-ABF6-58A75CE30F76}" dt="2026-09-23T04:45:41.358" v="15741" actId="478"/>
          <ac:spMkLst>
            <pc:docMk/>
            <pc:sldMk cId="1489390931" sldId="444"/>
            <ac:spMk id="27" creationId="{72561C03-9833-C541-D33B-DBAF5293634E}"/>
          </ac:spMkLst>
        </pc:spChg>
        <pc:spChg chg="add del mod">
          <ac:chgData name="Luz Pascal" userId="7fa5ceab-0349-4458-880b-7c4b9ec82b0a" providerId="ADAL" clId="{A49E9F3A-B52D-461E-ABF6-58A75CE30F76}" dt="2026-09-23T04:45:41.358" v="15741" actId="478"/>
          <ac:spMkLst>
            <pc:docMk/>
            <pc:sldMk cId="1489390931" sldId="444"/>
            <ac:spMk id="28" creationId="{9A7D2757-F8F8-3ECB-56F7-FB1674F356E4}"/>
          </ac:spMkLst>
        </pc:spChg>
        <pc:spChg chg="add del mod">
          <ac:chgData name="Luz Pascal" userId="7fa5ceab-0349-4458-880b-7c4b9ec82b0a" providerId="ADAL" clId="{A49E9F3A-B52D-461E-ABF6-58A75CE30F76}" dt="2026-09-23T04:45:41.358" v="15741" actId="478"/>
          <ac:spMkLst>
            <pc:docMk/>
            <pc:sldMk cId="1489390931" sldId="444"/>
            <ac:spMk id="29" creationId="{BE0E8C1E-CA57-7DBD-8C92-AAB458BB5A4E}"/>
          </ac:spMkLst>
        </pc:spChg>
        <pc:spChg chg="add del mod">
          <ac:chgData name="Luz Pascal" userId="7fa5ceab-0349-4458-880b-7c4b9ec82b0a" providerId="ADAL" clId="{A49E9F3A-B52D-461E-ABF6-58A75CE30F76}" dt="2026-09-23T04:45:41.358" v="15741" actId="478"/>
          <ac:spMkLst>
            <pc:docMk/>
            <pc:sldMk cId="1489390931" sldId="444"/>
            <ac:spMk id="30" creationId="{FBAB1A63-9EC0-791A-F642-1F51C7DAC2B6}"/>
          </ac:spMkLst>
        </pc:spChg>
        <pc:spChg chg="add del mod">
          <ac:chgData name="Luz Pascal" userId="7fa5ceab-0349-4458-880b-7c4b9ec82b0a" providerId="ADAL" clId="{A49E9F3A-B52D-461E-ABF6-58A75CE30F76}" dt="2026-09-23T04:45:41.358" v="15741" actId="478"/>
          <ac:spMkLst>
            <pc:docMk/>
            <pc:sldMk cId="1489390931" sldId="444"/>
            <ac:spMk id="31" creationId="{0C0E209D-8B5F-B9AD-594E-020DF2D03F70}"/>
          </ac:spMkLst>
        </pc:spChg>
        <pc:spChg chg="add del mod">
          <ac:chgData name="Luz Pascal" userId="7fa5ceab-0349-4458-880b-7c4b9ec82b0a" providerId="ADAL" clId="{A49E9F3A-B52D-461E-ABF6-58A75CE30F76}" dt="2026-09-23T04:45:41.358" v="15741" actId="478"/>
          <ac:spMkLst>
            <pc:docMk/>
            <pc:sldMk cId="1489390931" sldId="444"/>
            <ac:spMk id="32" creationId="{33D1A63F-AFD3-59EE-9486-AFAEAE14103B}"/>
          </ac:spMkLst>
        </pc:spChg>
        <pc:spChg chg="add del mod">
          <ac:chgData name="Luz Pascal" userId="7fa5ceab-0349-4458-880b-7c4b9ec82b0a" providerId="ADAL" clId="{A49E9F3A-B52D-461E-ABF6-58A75CE30F76}" dt="2026-09-23T04:45:49.026" v="15744" actId="478"/>
          <ac:spMkLst>
            <pc:docMk/>
            <pc:sldMk cId="1489390931" sldId="444"/>
            <ac:spMk id="40" creationId="{B0C4D5BB-47B8-BC29-AF3E-C6B1BE477C18}"/>
          </ac:spMkLst>
        </pc:spChg>
        <pc:spChg chg="add mod">
          <ac:chgData name="Luz Pascal" userId="7fa5ceab-0349-4458-880b-7c4b9ec82b0a" providerId="ADAL" clId="{A49E9F3A-B52D-461E-ABF6-58A75CE30F76}" dt="2026-09-23T05:00:46.066" v="16050" actId="1038"/>
          <ac:spMkLst>
            <pc:docMk/>
            <pc:sldMk cId="1489390931" sldId="444"/>
            <ac:spMk id="41" creationId="{9135D49D-03A3-3454-EF1C-DB3DA475864B}"/>
          </ac:spMkLst>
        </pc:spChg>
        <pc:spChg chg="add mod">
          <ac:chgData name="Luz Pascal" userId="7fa5ceab-0349-4458-880b-7c4b9ec82b0a" providerId="ADAL" clId="{A49E9F3A-B52D-461E-ABF6-58A75CE30F76}" dt="2026-09-23T04:54:55.793" v="15931" actId="164"/>
          <ac:spMkLst>
            <pc:docMk/>
            <pc:sldMk cId="1489390931" sldId="444"/>
            <ac:spMk id="42" creationId="{FE8763A4-01F1-9165-AB4B-DB72E31D11CA}"/>
          </ac:spMkLst>
        </pc:spChg>
        <pc:spChg chg="add mod">
          <ac:chgData name="Luz Pascal" userId="7fa5ceab-0349-4458-880b-7c4b9ec82b0a" providerId="ADAL" clId="{A49E9F3A-B52D-461E-ABF6-58A75CE30F76}" dt="2026-09-23T04:54:46.903" v="15925" actId="164"/>
          <ac:spMkLst>
            <pc:docMk/>
            <pc:sldMk cId="1489390931" sldId="444"/>
            <ac:spMk id="43" creationId="{6313AD32-2A44-3287-7C43-195C92776781}"/>
          </ac:spMkLst>
        </pc:spChg>
        <pc:spChg chg="add mod">
          <ac:chgData name="Luz Pascal" userId="7fa5ceab-0349-4458-880b-7c4b9ec82b0a" providerId="ADAL" clId="{A49E9F3A-B52D-461E-ABF6-58A75CE30F76}" dt="2026-09-23T04:54:47.964" v="15926" actId="164"/>
          <ac:spMkLst>
            <pc:docMk/>
            <pc:sldMk cId="1489390931" sldId="444"/>
            <ac:spMk id="44" creationId="{6F85AD89-2097-F3DD-36A3-C70CDB77E48C}"/>
          </ac:spMkLst>
        </pc:spChg>
        <pc:spChg chg="add mod">
          <ac:chgData name="Luz Pascal" userId="7fa5ceab-0349-4458-880b-7c4b9ec82b0a" providerId="ADAL" clId="{A49E9F3A-B52D-461E-ABF6-58A75CE30F76}" dt="2026-09-23T04:54:49.028" v="15927" actId="164"/>
          <ac:spMkLst>
            <pc:docMk/>
            <pc:sldMk cId="1489390931" sldId="444"/>
            <ac:spMk id="45" creationId="{703917CA-EFB0-3F90-93BC-F260830938A2}"/>
          </ac:spMkLst>
        </pc:spChg>
        <pc:spChg chg="add mod">
          <ac:chgData name="Luz Pascal" userId="7fa5ceab-0349-4458-880b-7c4b9ec82b0a" providerId="ADAL" clId="{A49E9F3A-B52D-461E-ABF6-58A75CE30F76}" dt="2026-09-23T04:54:50.012" v="15928" actId="164"/>
          <ac:spMkLst>
            <pc:docMk/>
            <pc:sldMk cId="1489390931" sldId="444"/>
            <ac:spMk id="46" creationId="{1AB93307-0ADF-DA9C-A32C-E542B6D56428}"/>
          </ac:spMkLst>
        </pc:spChg>
        <pc:spChg chg="add mod">
          <ac:chgData name="Luz Pascal" userId="7fa5ceab-0349-4458-880b-7c4b9ec82b0a" providerId="ADAL" clId="{A49E9F3A-B52D-461E-ABF6-58A75CE30F76}" dt="2026-09-23T04:54:51.281" v="15929" actId="164"/>
          <ac:spMkLst>
            <pc:docMk/>
            <pc:sldMk cId="1489390931" sldId="444"/>
            <ac:spMk id="47" creationId="{BD9EEF23-ACA5-5435-8A42-E7C0F8DD185F}"/>
          </ac:spMkLst>
        </pc:spChg>
        <pc:spChg chg="add mod">
          <ac:chgData name="Luz Pascal" userId="7fa5ceab-0349-4458-880b-7c4b9ec82b0a" providerId="ADAL" clId="{A49E9F3A-B52D-461E-ABF6-58A75CE30F76}" dt="2026-09-23T04:54:52.336" v="15930" actId="164"/>
          <ac:spMkLst>
            <pc:docMk/>
            <pc:sldMk cId="1489390931" sldId="444"/>
            <ac:spMk id="48" creationId="{02CE1AEB-F02A-9B63-FE82-37B96F8DC5A4}"/>
          </ac:spMkLst>
        </pc:spChg>
        <pc:spChg chg="add mod">
          <ac:chgData name="Luz Pascal" userId="7fa5ceab-0349-4458-880b-7c4b9ec82b0a" providerId="ADAL" clId="{A49E9F3A-B52D-461E-ABF6-58A75CE30F76}" dt="2026-09-23T05:00:46.066" v="16050" actId="1038"/>
          <ac:spMkLst>
            <pc:docMk/>
            <pc:sldMk cId="1489390931" sldId="444"/>
            <ac:spMk id="63" creationId="{FC7681FF-BB2D-4176-8256-B8695C031E5C}"/>
          </ac:spMkLst>
        </pc:spChg>
        <pc:spChg chg="add del mod">
          <ac:chgData name="Luz Pascal" userId="7fa5ceab-0349-4458-880b-7c4b9ec82b0a" providerId="ADAL" clId="{A49E9F3A-B52D-461E-ABF6-58A75CE30F76}" dt="2026-09-23T04:54:10.854" v="15868" actId="478"/>
          <ac:spMkLst>
            <pc:docMk/>
            <pc:sldMk cId="1489390931" sldId="444"/>
            <ac:spMk id="66" creationId="{8196DC0C-3F38-939B-07B5-4D368DF6725B}"/>
          </ac:spMkLst>
        </pc:spChg>
        <pc:spChg chg="add del mod ord">
          <ac:chgData name="Luz Pascal" userId="7fa5ceab-0349-4458-880b-7c4b9ec82b0a" providerId="ADAL" clId="{A49E9F3A-B52D-461E-ABF6-58A75CE30F76}" dt="2026-09-23T04:54:10.854" v="15868" actId="478"/>
          <ac:spMkLst>
            <pc:docMk/>
            <pc:sldMk cId="1489390931" sldId="444"/>
            <ac:spMk id="68" creationId="{81A94C10-4A52-1155-F77A-A94E82021C94}"/>
          </ac:spMkLst>
        </pc:spChg>
        <pc:spChg chg="add mod">
          <ac:chgData name="Luz Pascal" userId="7fa5ceab-0349-4458-880b-7c4b9ec82b0a" providerId="ADAL" clId="{A49E9F3A-B52D-461E-ABF6-58A75CE30F76}" dt="2026-09-23T05:32:27.941" v="16890" actId="20577"/>
          <ac:spMkLst>
            <pc:docMk/>
            <pc:sldMk cId="1489390931" sldId="444"/>
            <ac:spMk id="70" creationId="{47A4DEDF-7840-C816-CDC1-9725BE020703}"/>
          </ac:spMkLst>
        </pc:spChg>
        <pc:spChg chg="add mod">
          <ac:chgData name="Luz Pascal" userId="7fa5ceab-0349-4458-880b-7c4b9ec82b0a" providerId="ADAL" clId="{A49E9F3A-B52D-461E-ABF6-58A75CE30F76}" dt="2026-09-23T05:00:46.066" v="16050" actId="1038"/>
          <ac:spMkLst>
            <pc:docMk/>
            <pc:sldMk cId="1489390931" sldId="444"/>
            <ac:spMk id="78" creationId="{7254D0EA-F6C0-B0B1-0831-F4C443492674}"/>
          </ac:spMkLst>
        </pc:spChg>
        <pc:spChg chg="add mod">
          <ac:chgData name="Luz Pascal" userId="7fa5ceab-0349-4458-880b-7c4b9ec82b0a" providerId="ADAL" clId="{A49E9F3A-B52D-461E-ABF6-58A75CE30F76}" dt="2026-09-23T05:00:46.066" v="16050" actId="1038"/>
          <ac:spMkLst>
            <pc:docMk/>
            <pc:sldMk cId="1489390931" sldId="444"/>
            <ac:spMk id="80" creationId="{74401B7D-25D5-DE07-738B-E5A8DBCF774A}"/>
          </ac:spMkLst>
        </pc:spChg>
        <pc:spChg chg="add mod">
          <ac:chgData name="Luz Pascal" userId="7fa5ceab-0349-4458-880b-7c4b9ec82b0a" providerId="ADAL" clId="{A49E9F3A-B52D-461E-ABF6-58A75CE30F76}" dt="2026-09-23T05:00:46.066" v="16050" actId="1038"/>
          <ac:spMkLst>
            <pc:docMk/>
            <pc:sldMk cId="1489390931" sldId="444"/>
            <ac:spMk id="82" creationId="{7B391B43-3975-4870-F3F3-6639BAEAA545}"/>
          </ac:spMkLst>
        </pc:spChg>
        <pc:spChg chg="add mod">
          <ac:chgData name="Luz Pascal" userId="7fa5ceab-0349-4458-880b-7c4b9ec82b0a" providerId="ADAL" clId="{A49E9F3A-B52D-461E-ABF6-58A75CE30F76}" dt="2026-09-23T05:00:46.066" v="16050" actId="1038"/>
          <ac:spMkLst>
            <pc:docMk/>
            <pc:sldMk cId="1489390931" sldId="444"/>
            <ac:spMk id="84" creationId="{5E4BD5BB-9FC3-378F-3402-97D4473F353C}"/>
          </ac:spMkLst>
        </pc:spChg>
        <pc:spChg chg="add mod">
          <ac:chgData name="Luz Pascal" userId="7fa5ceab-0349-4458-880b-7c4b9ec82b0a" providerId="ADAL" clId="{A49E9F3A-B52D-461E-ABF6-58A75CE30F76}" dt="2026-09-23T05:00:46.066" v="16050" actId="1038"/>
          <ac:spMkLst>
            <pc:docMk/>
            <pc:sldMk cId="1489390931" sldId="444"/>
            <ac:spMk id="86" creationId="{74F884E9-DA7F-138F-1399-798576926EA4}"/>
          </ac:spMkLst>
        </pc:spChg>
        <pc:spChg chg="add mod">
          <ac:chgData name="Luz Pascal" userId="7fa5ceab-0349-4458-880b-7c4b9ec82b0a" providerId="ADAL" clId="{A49E9F3A-B52D-461E-ABF6-58A75CE30F76}" dt="2026-09-23T05:00:46.066" v="16050" actId="1038"/>
          <ac:spMkLst>
            <pc:docMk/>
            <pc:sldMk cId="1489390931" sldId="444"/>
            <ac:spMk id="88" creationId="{C33578CC-6AD5-27B4-4810-984AB2FBF097}"/>
          </ac:spMkLst>
        </pc:spChg>
        <pc:spChg chg="add del mod">
          <ac:chgData name="Luz Pascal" userId="7fa5ceab-0349-4458-880b-7c4b9ec82b0a" providerId="ADAL" clId="{A49E9F3A-B52D-461E-ABF6-58A75CE30F76}" dt="2026-09-23T05:00:28.159" v="16019" actId="478"/>
          <ac:spMkLst>
            <pc:docMk/>
            <pc:sldMk cId="1489390931" sldId="444"/>
            <ac:spMk id="90" creationId="{89C5D97B-4ADB-E707-03F2-5D022B7DD9C1}"/>
          </ac:spMkLst>
        </pc:spChg>
        <pc:grpChg chg="del mod">
          <ac:chgData name="Luz Pascal" userId="7fa5ceab-0349-4458-880b-7c4b9ec82b0a" providerId="ADAL" clId="{A49E9F3A-B52D-461E-ABF6-58A75CE30F76}" dt="2026-09-23T04:45:49.026" v="15744" actId="478"/>
          <ac:grpSpMkLst>
            <pc:docMk/>
            <pc:sldMk cId="1489390931" sldId="444"/>
            <ac:grpSpMk id="54" creationId="{E264B755-6BB8-AB41-8686-C15D92857338}"/>
          </ac:grpSpMkLst>
        </pc:grpChg>
        <pc:grpChg chg="add mod">
          <ac:chgData name="Luz Pascal" userId="7fa5ceab-0349-4458-880b-7c4b9ec82b0a" providerId="ADAL" clId="{A49E9F3A-B52D-461E-ABF6-58A75CE30F76}" dt="2026-09-23T04:55:09.186" v="15932" actId="408"/>
          <ac:grpSpMkLst>
            <pc:docMk/>
            <pc:sldMk cId="1489390931" sldId="444"/>
            <ac:grpSpMk id="71" creationId="{368ADB25-BF07-DE02-2080-77F38D9FD50B}"/>
          </ac:grpSpMkLst>
        </pc:grpChg>
        <pc:grpChg chg="add mod">
          <ac:chgData name="Luz Pascal" userId="7fa5ceab-0349-4458-880b-7c4b9ec82b0a" providerId="ADAL" clId="{A49E9F3A-B52D-461E-ABF6-58A75CE30F76}" dt="2026-09-23T04:55:09.186" v="15932" actId="408"/>
          <ac:grpSpMkLst>
            <pc:docMk/>
            <pc:sldMk cId="1489390931" sldId="444"/>
            <ac:grpSpMk id="72" creationId="{FACBFBB2-90F0-C9C4-A1B0-30931B6CEDD0}"/>
          </ac:grpSpMkLst>
        </pc:grpChg>
        <pc:grpChg chg="add mod">
          <ac:chgData name="Luz Pascal" userId="7fa5ceab-0349-4458-880b-7c4b9ec82b0a" providerId="ADAL" clId="{A49E9F3A-B52D-461E-ABF6-58A75CE30F76}" dt="2026-09-23T04:55:09.186" v="15932" actId="408"/>
          <ac:grpSpMkLst>
            <pc:docMk/>
            <pc:sldMk cId="1489390931" sldId="444"/>
            <ac:grpSpMk id="73" creationId="{1F10A917-4A22-1ADF-4A43-831FEF2EEB5B}"/>
          </ac:grpSpMkLst>
        </pc:grpChg>
        <pc:grpChg chg="add mod">
          <ac:chgData name="Luz Pascal" userId="7fa5ceab-0349-4458-880b-7c4b9ec82b0a" providerId="ADAL" clId="{A49E9F3A-B52D-461E-ABF6-58A75CE30F76}" dt="2026-09-23T04:55:09.186" v="15932" actId="408"/>
          <ac:grpSpMkLst>
            <pc:docMk/>
            <pc:sldMk cId="1489390931" sldId="444"/>
            <ac:grpSpMk id="74" creationId="{BD3C513D-B2CB-400E-07B0-D566E23EE9E1}"/>
          </ac:grpSpMkLst>
        </pc:grpChg>
        <pc:grpChg chg="add mod">
          <ac:chgData name="Luz Pascal" userId="7fa5ceab-0349-4458-880b-7c4b9ec82b0a" providerId="ADAL" clId="{A49E9F3A-B52D-461E-ABF6-58A75CE30F76}" dt="2026-09-23T04:55:09.186" v="15932" actId="408"/>
          <ac:grpSpMkLst>
            <pc:docMk/>
            <pc:sldMk cId="1489390931" sldId="444"/>
            <ac:grpSpMk id="75" creationId="{67EAD43E-1F9D-4C9F-7687-00C7B8FD9833}"/>
          </ac:grpSpMkLst>
        </pc:grpChg>
        <pc:grpChg chg="add del mod">
          <ac:chgData name="Luz Pascal" userId="7fa5ceab-0349-4458-880b-7c4b9ec82b0a" providerId="ADAL" clId="{A49E9F3A-B52D-461E-ABF6-58A75CE30F76}" dt="2026-09-23T05:00:28.159" v="16019" actId="478"/>
          <ac:grpSpMkLst>
            <pc:docMk/>
            <pc:sldMk cId="1489390931" sldId="444"/>
            <ac:grpSpMk id="76" creationId="{E873FE38-8DF3-06E6-279C-63AC93BDAE29}"/>
          </ac:grpSpMkLst>
        </pc:grpChg>
        <pc:grpChg chg="add mod">
          <ac:chgData name="Luz Pascal" userId="7fa5ceab-0349-4458-880b-7c4b9ec82b0a" providerId="ADAL" clId="{A49E9F3A-B52D-461E-ABF6-58A75CE30F76}" dt="2026-09-23T04:54:55.793" v="15931" actId="164"/>
          <ac:grpSpMkLst>
            <pc:docMk/>
            <pc:sldMk cId="1489390931" sldId="444"/>
            <ac:grpSpMk id="77" creationId="{9B7CDEDD-1566-72A9-8BF4-7C3FCFC98B03}"/>
          </ac:grpSpMkLst>
        </pc:grpChg>
        <pc:picChg chg="del">
          <ac:chgData name="Luz Pascal" userId="7fa5ceab-0349-4458-880b-7c4b9ec82b0a" providerId="ADAL" clId="{A49E9F3A-B52D-461E-ABF6-58A75CE30F76}" dt="2026-09-23T04:39:21.871" v="15707" actId="478"/>
          <ac:picMkLst>
            <pc:docMk/>
            <pc:sldMk cId="1489390931" sldId="444"/>
            <ac:picMk id="5" creationId="{8D543AC1-5F0D-E3AC-B892-E580319009AA}"/>
          </ac:picMkLst>
        </pc:picChg>
        <pc:picChg chg="add mod">
          <ac:chgData name="Luz Pascal" userId="7fa5ceab-0349-4458-880b-7c4b9ec82b0a" providerId="ADAL" clId="{A49E9F3A-B52D-461E-ABF6-58A75CE30F76}" dt="2026-09-23T04:42:19.745" v="15733" actId="1076"/>
          <ac:picMkLst>
            <pc:docMk/>
            <pc:sldMk cId="1489390931" sldId="444"/>
            <ac:picMk id="10" creationId="{5594A4FF-1D01-A884-7565-06CA8F8A3F36}"/>
          </ac:picMkLst>
        </pc:picChg>
        <pc:picChg chg="del">
          <ac:chgData name="Luz Pascal" userId="7fa5ceab-0349-4458-880b-7c4b9ec82b0a" providerId="ADAL" clId="{A49E9F3A-B52D-461E-ABF6-58A75CE30F76}" dt="2026-09-23T04:39:21.871" v="15707" actId="478"/>
          <ac:picMkLst>
            <pc:docMk/>
            <pc:sldMk cId="1489390931" sldId="444"/>
            <ac:picMk id="37" creationId="{B4919A8E-936A-0A56-8EFB-39CE30F4BA16}"/>
          </ac:picMkLst>
        </pc:picChg>
        <pc:picChg chg="mod">
          <ac:chgData name="Luz Pascal" userId="7fa5ceab-0349-4458-880b-7c4b9ec82b0a" providerId="ADAL" clId="{A49E9F3A-B52D-461E-ABF6-58A75CE30F76}" dt="2026-09-23T04:45:41.683" v="15742"/>
          <ac:picMkLst>
            <pc:docMk/>
            <pc:sldMk cId="1489390931" sldId="444"/>
            <ac:picMk id="56" creationId="{8B0B38F0-6627-2064-A743-F89ED09E7DA9}"/>
          </ac:picMkLst>
        </pc:picChg>
        <pc:cxnChg chg="add mod">
          <ac:chgData name="Luz Pascal" userId="7fa5ceab-0349-4458-880b-7c4b9ec82b0a" providerId="ADAL" clId="{A49E9F3A-B52D-461E-ABF6-58A75CE30F76}" dt="2026-09-23T04:40:18.312" v="15719" actId="14100"/>
          <ac:cxnSpMkLst>
            <pc:docMk/>
            <pc:sldMk cId="1489390931" sldId="444"/>
            <ac:cxnSpMk id="4" creationId="{B49D78F9-5AEB-0B2B-EB9C-F5FD6888093E}"/>
          </ac:cxnSpMkLst>
        </pc:cxnChg>
        <pc:cxnChg chg="add mod ord">
          <ac:chgData name="Luz Pascal" userId="7fa5ceab-0349-4458-880b-7c4b9ec82b0a" providerId="ADAL" clId="{A49E9F3A-B52D-461E-ABF6-58A75CE30F76}" dt="2026-09-23T04:54:55.793" v="15931" actId="164"/>
          <ac:cxnSpMkLst>
            <pc:docMk/>
            <pc:sldMk cId="1489390931" sldId="444"/>
            <ac:cxnSpMk id="8" creationId="{942BE4DA-89B9-FF49-0983-1E80BEB87806}"/>
          </ac:cxnSpMkLst>
        </pc:cxnChg>
        <pc:cxnChg chg="add del mod">
          <ac:chgData name="Luz Pascal" userId="7fa5ceab-0349-4458-880b-7c4b9ec82b0a" providerId="ADAL" clId="{A49E9F3A-B52D-461E-ABF6-58A75CE30F76}" dt="2026-09-23T04:45:19.752" v="15739" actId="478"/>
          <ac:cxnSpMkLst>
            <pc:docMk/>
            <pc:sldMk cId="1489390931" sldId="444"/>
            <ac:cxnSpMk id="20" creationId="{9B3A0946-63CD-4D09-A441-B36696E76D34}"/>
          </ac:cxnSpMkLst>
        </pc:cxnChg>
        <pc:cxnChg chg="add del mod">
          <ac:chgData name="Luz Pascal" userId="7fa5ceab-0349-4458-880b-7c4b9ec82b0a" providerId="ADAL" clId="{A49E9F3A-B52D-461E-ABF6-58A75CE30F76}" dt="2026-09-23T04:45:19.752" v="15739" actId="478"/>
          <ac:cxnSpMkLst>
            <pc:docMk/>
            <pc:sldMk cId="1489390931" sldId="444"/>
            <ac:cxnSpMk id="22" creationId="{934BD38A-ACFB-3B28-2CE4-DE26DCCAE224}"/>
          </ac:cxnSpMkLst>
        </pc:cxnChg>
        <pc:cxnChg chg="add del mod">
          <ac:chgData name="Luz Pascal" userId="7fa5ceab-0349-4458-880b-7c4b9ec82b0a" providerId="ADAL" clId="{A49E9F3A-B52D-461E-ABF6-58A75CE30F76}" dt="2026-09-23T04:45:19.752" v="15739" actId="478"/>
          <ac:cxnSpMkLst>
            <pc:docMk/>
            <pc:sldMk cId="1489390931" sldId="444"/>
            <ac:cxnSpMk id="23" creationId="{15ED3231-9CF5-D26B-C6FC-F6B32592163D}"/>
          </ac:cxnSpMkLst>
        </pc:cxnChg>
        <pc:cxnChg chg="add del mod">
          <ac:chgData name="Luz Pascal" userId="7fa5ceab-0349-4458-880b-7c4b9ec82b0a" providerId="ADAL" clId="{A49E9F3A-B52D-461E-ABF6-58A75CE30F76}" dt="2026-09-23T04:45:41.358" v="15741" actId="478"/>
          <ac:cxnSpMkLst>
            <pc:docMk/>
            <pc:sldMk cId="1489390931" sldId="444"/>
            <ac:cxnSpMk id="33" creationId="{EA6B285F-F491-0FE6-9F2E-87EB3A51BD28}"/>
          </ac:cxnSpMkLst>
        </pc:cxnChg>
        <pc:cxnChg chg="add mod">
          <ac:chgData name="Luz Pascal" userId="7fa5ceab-0349-4458-880b-7c4b9ec82b0a" providerId="ADAL" clId="{A49E9F3A-B52D-461E-ABF6-58A75CE30F76}" dt="2026-09-23T04:45:20.130" v="15740"/>
          <ac:cxnSpMkLst>
            <pc:docMk/>
            <pc:sldMk cId="1489390931" sldId="444"/>
            <ac:cxnSpMk id="36" creationId="{A01CF3BF-64F1-E577-4946-BCA2471400DA}"/>
          </ac:cxnSpMkLst>
        </pc:cxnChg>
        <pc:cxnChg chg="mod">
          <ac:chgData name="Luz Pascal" userId="7fa5ceab-0349-4458-880b-7c4b9ec82b0a" providerId="ADAL" clId="{A49E9F3A-B52D-461E-ABF6-58A75CE30F76}" dt="2026-09-23T05:00:32.644" v="16020" actId="14100"/>
          <ac:cxnSpMkLst>
            <pc:docMk/>
            <pc:sldMk cId="1489390931" sldId="444"/>
            <ac:cxnSpMk id="39" creationId="{67027192-B734-6BB7-4157-BA8E3D35451C}"/>
          </ac:cxnSpMkLst>
        </pc:cxnChg>
        <pc:cxnChg chg="add del">
          <ac:chgData name="Luz Pascal" userId="7fa5ceab-0349-4458-880b-7c4b9ec82b0a" providerId="ADAL" clId="{A49E9F3A-B52D-461E-ABF6-58A75CE30F76}" dt="2026-09-23T04:46:09.435" v="15749" actId="478"/>
          <ac:cxnSpMkLst>
            <pc:docMk/>
            <pc:sldMk cId="1489390931" sldId="444"/>
            <ac:cxnSpMk id="49" creationId="{A3324756-9439-8DAF-0864-F398B4D1B48B}"/>
          </ac:cxnSpMkLst>
        </pc:cxnChg>
        <pc:cxnChg chg="mod">
          <ac:chgData name="Luz Pascal" userId="7fa5ceab-0349-4458-880b-7c4b9ec82b0a" providerId="ADAL" clId="{A49E9F3A-B52D-461E-ABF6-58A75CE30F76}" dt="2026-09-23T04:54:46.903" v="15925" actId="164"/>
          <ac:cxnSpMkLst>
            <pc:docMk/>
            <pc:sldMk cId="1489390931" sldId="444"/>
            <ac:cxnSpMk id="50" creationId="{E35733BA-9AC0-34B8-C41E-38A38B1F7C8C}"/>
          </ac:cxnSpMkLst>
        </pc:cxnChg>
        <pc:cxnChg chg="mod">
          <ac:chgData name="Luz Pascal" userId="7fa5ceab-0349-4458-880b-7c4b9ec82b0a" providerId="ADAL" clId="{A49E9F3A-B52D-461E-ABF6-58A75CE30F76}" dt="2026-09-23T04:54:47.964" v="15926" actId="164"/>
          <ac:cxnSpMkLst>
            <pc:docMk/>
            <pc:sldMk cId="1489390931" sldId="444"/>
            <ac:cxnSpMk id="51" creationId="{A3DDBE13-3BB4-9844-5171-CDD30DE16BE4}"/>
          </ac:cxnSpMkLst>
        </pc:cxnChg>
        <pc:cxnChg chg="mod">
          <ac:chgData name="Luz Pascal" userId="7fa5ceab-0349-4458-880b-7c4b9ec82b0a" providerId="ADAL" clId="{A49E9F3A-B52D-461E-ABF6-58A75CE30F76}" dt="2026-09-23T04:54:49.028" v="15927" actId="164"/>
          <ac:cxnSpMkLst>
            <pc:docMk/>
            <pc:sldMk cId="1489390931" sldId="444"/>
            <ac:cxnSpMk id="52" creationId="{1E416333-6C10-A5AD-2615-85AA53C91E6B}"/>
          </ac:cxnSpMkLst>
        </pc:cxnChg>
        <pc:cxnChg chg="mod">
          <ac:chgData name="Luz Pascal" userId="7fa5ceab-0349-4458-880b-7c4b9ec82b0a" providerId="ADAL" clId="{A49E9F3A-B52D-461E-ABF6-58A75CE30F76}" dt="2026-09-23T04:54:52.336" v="15930" actId="164"/>
          <ac:cxnSpMkLst>
            <pc:docMk/>
            <pc:sldMk cId="1489390931" sldId="444"/>
            <ac:cxnSpMk id="53" creationId="{12EB218E-BCCA-C562-CD26-BE26F41F9448}"/>
          </ac:cxnSpMkLst>
        </pc:cxnChg>
        <pc:cxnChg chg="add mod">
          <ac:chgData name="Luz Pascal" userId="7fa5ceab-0349-4458-880b-7c4b9ec82b0a" providerId="ADAL" clId="{A49E9F3A-B52D-461E-ABF6-58A75CE30F76}" dt="2026-09-23T04:54:50.012" v="15928" actId="164"/>
          <ac:cxnSpMkLst>
            <pc:docMk/>
            <pc:sldMk cId="1489390931" sldId="444"/>
            <ac:cxnSpMk id="58" creationId="{14494B2D-5214-B577-0E3E-BD214BF1166E}"/>
          </ac:cxnSpMkLst>
        </pc:cxnChg>
        <pc:cxnChg chg="add mod">
          <ac:chgData name="Luz Pascal" userId="7fa5ceab-0349-4458-880b-7c4b9ec82b0a" providerId="ADAL" clId="{A49E9F3A-B52D-461E-ABF6-58A75CE30F76}" dt="2026-09-23T04:54:51.281" v="15929" actId="164"/>
          <ac:cxnSpMkLst>
            <pc:docMk/>
            <pc:sldMk cId="1489390931" sldId="444"/>
            <ac:cxnSpMk id="59" creationId="{97543E68-82A7-68C8-7871-06984524C3EA}"/>
          </ac:cxnSpMkLst>
        </pc:cxnChg>
        <pc:cxnChg chg="add del">
          <ac:chgData name="Luz Pascal" userId="7fa5ceab-0349-4458-880b-7c4b9ec82b0a" providerId="ADAL" clId="{A49E9F3A-B52D-461E-ABF6-58A75CE30F76}" dt="2026-09-23T04:50:58.845" v="15804" actId="478"/>
          <ac:cxnSpMkLst>
            <pc:docMk/>
            <pc:sldMk cId="1489390931" sldId="444"/>
            <ac:cxnSpMk id="65" creationId="{EF8DD083-8479-A777-95A9-2D43B998B3D2}"/>
          </ac:cxnSpMkLst>
        </pc:cxnChg>
      </pc:sldChg>
      <pc:sldChg chg="addSp delSp modSp add mod ord modTransition modAnim">
        <pc:chgData name="Luz Pascal" userId="7fa5ceab-0349-4458-880b-7c4b9ec82b0a" providerId="ADAL" clId="{A49E9F3A-B52D-461E-ABF6-58A75CE30F76}" dt="2026-09-23T05:07:47.485" v="16172" actId="1076"/>
        <pc:sldMkLst>
          <pc:docMk/>
          <pc:sldMk cId="2594406116" sldId="445"/>
        </pc:sldMkLst>
        <pc:spChg chg="add del">
          <ac:chgData name="Luz Pascal" userId="7fa5ceab-0349-4458-880b-7c4b9ec82b0a" providerId="ADAL" clId="{A49E9F3A-B52D-461E-ABF6-58A75CE30F76}" dt="2026-09-23T05:01:09.647" v="16052" actId="478"/>
          <ac:spMkLst>
            <pc:docMk/>
            <pc:sldMk cId="2594406116" sldId="445"/>
            <ac:spMk id="4" creationId="{7F96526B-D951-9D95-2408-AEEFBA47085C}"/>
          </ac:spMkLst>
        </pc:spChg>
        <pc:spChg chg="add del">
          <ac:chgData name="Luz Pascal" userId="7fa5ceab-0349-4458-880b-7c4b9ec82b0a" providerId="ADAL" clId="{A49E9F3A-B52D-461E-ABF6-58A75CE30F76}" dt="2026-09-23T05:01:09.647" v="16052" actId="478"/>
          <ac:spMkLst>
            <pc:docMk/>
            <pc:sldMk cId="2594406116" sldId="445"/>
            <ac:spMk id="6" creationId="{68F0B35E-282C-83F6-D880-5566979E63EC}"/>
          </ac:spMkLst>
        </pc:spChg>
        <pc:spChg chg="add del">
          <ac:chgData name="Luz Pascal" userId="7fa5ceab-0349-4458-880b-7c4b9ec82b0a" providerId="ADAL" clId="{A49E9F3A-B52D-461E-ABF6-58A75CE30F76}" dt="2026-09-23T05:01:09.647" v="16052" actId="478"/>
          <ac:spMkLst>
            <pc:docMk/>
            <pc:sldMk cId="2594406116" sldId="445"/>
            <ac:spMk id="9" creationId="{4E5B922F-E8F9-3E7F-45DE-75D20F71124D}"/>
          </ac:spMkLst>
        </pc:spChg>
        <pc:spChg chg="add del">
          <ac:chgData name="Luz Pascal" userId="7fa5ceab-0349-4458-880b-7c4b9ec82b0a" providerId="ADAL" clId="{A49E9F3A-B52D-461E-ABF6-58A75CE30F76}" dt="2026-09-23T05:01:09.647" v="16052" actId="478"/>
          <ac:spMkLst>
            <pc:docMk/>
            <pc:sldMk cId="2594406116" sldId="445"/>
            <ac:spMk id="13" creationId="{F8CBC489-7061-0EC7-F09F-6F1757C27F7A}"/>
          </ac:spMkLst>
        </pc:spChg>
        <pc:spChg chg="add del">
          <ac:chgData name="Luz Pascal" userId="7fa5ceab-0349-4458-880b-7c4b9ec82b0a" providerId="ADAL" clId="{A49E9F3A-B52D-461E-ABF6-58A75CE30F76}" dt="2026-09-23T05:01:09.647" v="16052" actId="478"/>
          <ac:spMkLst>
            <pc:docMk/>
            <pc:sldMk cId="2594406116" sldId="445"/>
            <ac:spMk id="15" creationId="{2B19E039-88C9-0D3B-754D-D37744850510}"/>
          </ac:spMkLst>
        </pc:spChg>
        <pc:spChg chg="add del">
          <ac:chgData name="Luz Pascal" userId="7fa5ceab-0349-4458-880b-7c4b9ec82b0a" providerId="ADAL" clId="{A49E9F3A-B52D-461E-ABF6-58A75CE30F76}" dt="2026-09-23T05:01:09.647" v="16052" actId="478"/>
          <ac:spMkLst>
            <pc:docMk/>
            <pc:sldMk cId="2594406116" sldId="445"/>
            <ac:spMk id="17" creationId="{D028262D-85B6-609B-9145-7166D71B8CF0}"/>
          </ac:spMkLst>
        </pc:spChg>
        <pc:spChg chg="add del">
          <ac:chgData name="Luz Pascal" userId="7fa5ceab-0349-4458-880b-7c4b9ec82b0a" providerId="ADAL" clId="{A49E9F3A-B52D-461E-ABF6-58A75CE30F76}" dt="2026-09-23T05:01:09.647" v="16052" actId="478"/>
          <ac:spMkLst>
            <pc:docMk/>
            <pc:sldMk cId="2594406116" sldId="445"/>
            <ac:spMk id="19" creationId="{77EC6E1C-F457-110A-7DE9-7BC170B2654C}"/>
          </ac:spMkLst>
        </pc:spChg>
        <pc:spChg chg="add mod ord">
          <ac:chgData name="Luz Pascal" userId="7fa5ceab-0349-4458-880b-7c4b9ec82b0a" providerId="ADAL" clId="{A49E9F3A-B52D-461E-ABF6-58A75CE30F76}" dt="2026-09-23T05:01:30.018" v="16057" actId="14100"/>
          <ac:spMkLst>
            <pc:docMk/>
            <pc:sldMk cId="2594406116" sldId="445"/>
            <ac:spMk id="21" creationId="{35FF8DE2-899A-CD90-CEC9-D4B41E6F8139}"/>
          </ac:spMkLst>
        </pc:spChg>
        <pc:spChg chg="add mod">
          <ac:chgData name="Luz Pascal" userId="7fa5ceab-0349-4458-880b-7c4b9ec82b0a" providerId="ADAL" clId="{A49E9F3A-B52D-461E-ABF6-58A75CE30F76}" dt="2026-09-23T05:01:13.281" v="16054"/>
          <ac:spMkLst>
            <pc:docMk/>
            <pc:sldMk cId="2594406116" sldId="445"/>
            <ac:spMk id="23" creationId="{11443ED2-1002-8DC5-6C06-4DF367185C3E}"/>
          </ac:spMkLst>
        </pc:spChg>
        <pc:spChg chg="mod">
          <ac:chgData name="Luz Pascal" userId="7fa5ceab-0349-4458-880b-7c4b9ec82b0a" providerId="ADAL" clId="{A49E9F3A-B52D-461E-ABF6-58A75CE30F76}" dt="2026-09-23T05:01:13.281" v="16054"/>
          <ac:spMkLst>
            <pc:docMk/>
            <pc:sldMk cId="2594406116" sldId="445"/>
            <ac:spMk id="27" creationId="{614CE46A-2218-BDCA-F3B4-1C8C2E4B727E}"/>
          </ac:spMkLst>
        </pc:spChg>
        <pc:spChg chg="mod">
          <ac:chgData name="Luz Pascal" userId="7fa5ceab-0349-4458-880b-7c4b9ec82b0a" providerId="ADAL" clId="{A49E9F3A-B52D-461E-ABF6-58A75CE30F76}" dt="2026-09-23T05:01:13.281" v="16054"/>
          <ac:spMkLst>
            <pc:docMk/>
            <pc:sldMk cId="2594406116" sldId="445"/>
            <ac:spMk id="33" creationId="{B4D6EAC6-36EB-C81A-64F8-63AFC7F81D89}"/>
          </ac:spMkLst>
        </pc:spChg>
        <pc:spChg chg="mod">
          <ac:chgData name="Luz Pascal" userId="7fa5ceab-0349-4458-880b-7c4b9ec82b0a" providerId="ADAL" clId="{A49E9F3A-B52D-461E-ABF6-58A75CE30F76}" dt="2026-09-23T05:01:13.281" v="16054"/>
          <ac:spMkLst>
            <pc:docMk/>
            <pc:sldMk cId="2594406116" sldId="445"/>
            <ac:spMk id="36" creationId="{913A415D-728D-C2AA-C573-DE8B2C722C7E}"/>
          </ac:spMkLst>
        </pc:spChg>
        <pc:spChg chg="mod">
          <ac:chgData name="Luz Pascal" userId="7fa5ceab-0349-4458-880b-7c4b9ec82b0a" providerId="ADAL" clId="{A49E9F3A-B52D-461E-ABF6-58A75CE30F76}" dt="2026-09-23T05:01:13.281" v="16054"/>
          <ac:spMkLst>
            <pc:docMk/>
            <pc:sldMk cId="2594406116" sldId="445"/>
            <ac:spMk id="40" creationId="{F7E4BE3F-ED1F-A462-2D6D-CF6FD433F81E}"/>
          </ac:spMkLst>
        </pc:spChg>
        <pc:spChg chg="del">
          <ac:chgData name="Luz Pascal" userId="7fa5ceab-0349-4458-880b-7c4b9ec82b0a" providerId="ADAL" clId="{A49E9F3A-B52D-461E-ABF6-58A75CE30F76}" dt="2026-09-23T05:01:13.024" v="16053" actId="478"/>
          <ac:spMkLst>
            <pc:docMk/>
            <pc:sldMk cId="2594406116" sldId="445"/>
            <ac:spMk id="41" creationId="{07200116-721F-3AC1-D103-51B60F499C86}"/>
          </ac:spMkLst>
        </pc:spChg>
        <pc:spChg chg="del">
          <ac:chgData name="Luz Pascal" userId="7fa5ceab-0349-4458-880b-7c4b9ec82b0a" providerId="ADAL" clId="{A49E9F3A-B52D-461E-ABF6-58A75CE30F76}" dt="2026-09-23T05:01:02.227" v="16051" actId="478"/>
          <ac:spMkLst>
            <pc:docMk/>
            <pc:sldMk cId="2594406116" sldId="445"/>
            <ac:spMk id="42" creationId="{298C5BF5-2590-EAE4-BABA-C21C51421A5A}"/>
          </ac:spMkLst>
        </pc:spChg>
        <pc:spChg chg="del">
          <ac:chgData name="Luz Pascal" userId="7fa5ceab-0349-4458-880b-7c4b9ec82b0a" providerId="ADAL" clId="{A49E9F3A-B52D-461E-ABF6-58A75CE30F76}" dt="2026-09-23T05:01:02.227" v="16051" actId="478"/>
          <ac:spMkLst>
            <pc:docMk/>
            <pc:sldMk cId="2594406116" sldId="445"/>
            <ac:spMk id="43" creationId="{FD3E2CEB-61E7-052C-A723-E97C51BAC4ED}"/>
          </ac:spMkLst>
        </pc:spChg>
        <pc:spChg chg="del">
          <ac:chgData name="Luz Pascal" userId="7fa5ceab-0349-4458-880b-7c4b9ec82b0a" providerId="ADAL" clId="{A49E9F3A-B52D-461E-ABF6-58A75CE30F76}" dt="2026-09-23T05:01:02.227" v="16051" actId="478"/>
          <ac:spMkLst>
            <pc:docMk/>
            <pc:sldMk cId="2594406116" sldId="445"/>
            <ac:spMk id="44" creationId="{6EE8A877-09FA-4F90-FB71-386000AEA5BA}"/>
          </ac:spMkLst>
        </pc:spChg>
        <pc:spChg chg="del">
          <ac:chgData name="Luz Pascal" userId="7fa5ceab-0349-4458-880b-7c4b9ec82b0a" providerId="ADAL" clId="{A49E9F3A-B52D-461E-ABF6-58A75CE30F76}" dt="2026-09-23T05:01:02.227" v="16051" actId="478"/>
          <ac:spMkLst>
            <pc:docMk/>
            <pc:sldMk cId="2594406116" sldId="445"/>
            <ac:spMk id="45" creationId="{57A260F4-F538-77E6-990B-8B2B2DEBB1E0}"/>
          </ac:spMkLst>
        </pc:spChg>
        <pc:spChg chg="del">
          <ac:chgData name="Luz Pascal" userId="7fa5ceab-0349-4458-880b-7c4b9ec82b0a" providerId="ADAL" clId="{A49E9F3A-B52D-461E-ABF6-58A75CE30F76}" dt="2026-09-23T05:01:02.227" v="16051" actId="478"/>
          <ac:spMkLst>
            <pc:docMk/>
            <pc:sldMk cId="2594406116" sldId="445"/>
            <ac:spMk id="46" creationId="{F5FEF214-3BE7-A5FD-5A01-E0E13C987016}"/>
          </ac:spMkLst>
        </pc:spChg>
        <pc:spChg chg="del">
          <ac:chgData name="Luz Pascal" userId="7fa5ceab-0349-4458-880b-7c4b9ec82b0a" providerId="ADAL" clId="{A49E9F3A-B52D-461E-ABF6-58A75CE30F76}" dt="2026-09-23T05:01:02.227" v="16051" actId="478"/>
          <ac:spMkLst>
            <pc:docMk/>
            <pc:sldMk cId="2594406116" sldId="445"/>
            <ac:spMk id="47" creationId="{7A8BE481-5B5B-E1B2-4C89-50DC471D6DE8}"/>
          </ac:spMkLst>
        </pc:spChg>
        <pc:spChg chg="del">
          <ac:chgData name="Luz Pascal" userId="7fa5ceab-0349-4458-880b-7c4b9ec82b0a" providerId="ADAL" clId="{A49E9F3A-B52D-461E-ABF6-58A75CE30F76}" dt="2026-09-23T05:01:02.227" v="16051" actId="478"/>
          <ac:spMkLst>
            <pc:docMk/>
            <pc:sldMk cId="2594406116" sldId="445"/>
            <ac:spMk id="48" creationId="{D4C553C6-9EE8-6495-E9B6-51BB184BFE0D}"/>
          </ac:spMkLst>
        </pc:spChg>
        <pc:spChg chg="mod">
          <ac:chgData name="Luz Pascal" userId="7fa5ceab-0349-4458-880b-7c4b9ec82b0a" providerId="ADAL" clId="{A49E9F3A-B52D-461E-ABF6-58A75CE30F76}" dt="2026-09-23T05:01:13.281" v="16054"/>
          <ac:spMkLst>
            <pc:docMk/>
            <pc:sldMk cId="2594406116" sldId="445"/>
            <ac:spMk id="56" creationId="{B24AE9FB-3219-D4B2-05F6-D81743C24F98}"/>
          </ac:spMkLst>
        </pc:spChg>
        <pc:spChg chg="add del mod">
          <ac:chgData name="Luz Pascal" userId="7fa5ceab-0349-4458-880b-7c4b9ec82b0a" providerId="ADAL" clId="{A49E9F3A-B52D-461E-ABF6-58A75CE30F76}" dt="2026-09-23T05:01:18.212" v="16055" actId="478"/>
          <ac:spMkLst>
            <pc:docMk/>
            <pc:sldMk cId="2594406116" sldId="445"/>
            <ac:spMk id="60" creationId="{6935A9EC-383C-D1A5-D72F-D96117797BFE}"/>
          </ac:spMkLst>
        </pc:spChg>
        <pc:spChg chg="del">
          <ac:chgData name="Luz Pascal" userId="7fa5ceab-0349-4458-880b-7c4b9ec82b0a" providerId="ADAL" clId="{A49E9F3A-B52D-461E-ABF6-58A75CE30F76}" dt="2026-09-23T05:01:02.227" v="16051" actId="478"/>
          <ac:spMkLst>
            <pc:docMk/>
            <pc:sldMk cId="2594406116" sldId="445"/>
            <ac:spMk id="63" creationId="{696CEBE1-44EA-1D13-1F77-8D40BCFF0C48}"/>
          </ac:spMkLst>
        </pc:spChg>
        <pc:spChg chg="add mod">
          <ac:chgData name="Luz Pascal" userId="7fa5ceab-0349-4458-880b-7c4b9ec82b0a" providerId="ADAL" clId="{A49E9F3A-B52D-461E-ABF6-58A75CE30F76}" dt="2026-09-23T05:01:13.281" v="16054"/>
          <ac:spMkLst>
            <pc:docMk/>
            <pc:sldMk cId="2594406116" sldId="445"/>
            <ac:spMk id="64" creationId="{97CDAE78-0258-3B28-7C7B-785D13F9947A}"/>
          </ac:spMkLst>
        </pc:spChg>
        <pc:spChg chg="add mod">
          <ac:chgData name="Luz Pascal" userId="7fa5ceab-0349-4458-880b-7c4b9ec82b0a" providerId="ADAL" clId="{A49E9F3A-B52D-461E-ABF6-58A75CE30F76}" dt="2026-09-23T05:01:13.281" v="16054"/>
          <ac:spMkLst>
            <pc:docMk/>
            <pc:sldMk cId="2594406116" sldId="445"/>
            <ac:spMk id="65" creationId="{6D41E323-F992-3BF7-4C32-1ADE3FDD53F3}"/>
          </ac:spMkLst>
        </pc:spChg>
        <pc:spChg chg="mod">
          <ac:chgData name="Luz Pascal" userId="7fa5ceab-0349-4458-880b-7c4b9ec82b0a" providerId="ADAL" clId="{A49E9F3A-B52D-461E-ABF6-58A75CE30F76}" dt="2026-09-23T05:01:30.018" v="16057" actId="14100"/>
          <ac:spMkLst>
            <pc:docMk/>
            <pc:sldMk cId="2594406116" sldId="445"/>
            <ac:spMk id="66" creationId="{55CECC69-4C98-95B1-8EE2-71DC1F1E2E81}"/>
          </ac:spMkLst>
        </pc:spChg>
        <pc:spChg chg="mod">
          <ac:chgData name="Luz Pascal" userId="7fa5ceab-0349-4458-880b-7c4b9ec82b0a" providerId="ADAL" clId="{A49E9F3A-B52D-461E-ABF6-58A75CE30F76}" dt="2026-09-23T05:01:30.018" v="16057" actId="14100"/>
          <ac:spMkLst>
            <pc:docMk/>
            <pc:sldMk cId="2594406116" sldId="445"/>
            <ac:spMk id="68" creationId="{9796DDF8-B635-5D3C-308F-7B5B12FDC800}"/>
          </ac:spMkLst>
        </pc:spChg>
        <pc:spChg chg="add mod">
          <ac:chgData name="Luz Pascal" userId="7fa5ceab-0349-4458-880b-7c4b9ec82b0a" providerId="ADAL" clId="{A49E9F3A-B52D-461E-ABF6-58A75CE30F76}" dt="2026-09-23T05:05:56.943" v="16153" actId="1036"/>
          <ac:spMkLst>
            <pc:docMk/>
            <pc:sldMk cId="2594406116" sldId="445"/>
            <ac:spMk id="69" creationId="{CCFAF25B-EE76-3E6E-5DC5-4A20869D6CA3}"/>
          </ac:spMkLst>
        </pc:spChg>
        <pc:spChg chg="add mod">
          <ac:chgData name="Luz Pascal" userId="7fa5ceab-0349-4458-880b-7c4b9ec82b0a" providerId="ADAL" clId="{A49E9F3A-B52D-461E-ABF6-58A75CE30F76}" dt="2026-09-23T05:07:47.485" v="16172" actId="1076"/>
          <ac:spMkLst>
            <pc:docMk/>
            <pc:sldMk cId="2594406116" sldId="445"/>
            <ac:spMk id="73" creationId="{AE8665CE-1832-423E-84E1-FAC6B13D5527}"/>
          </ac:spMkLst>
        </pc:spChg>
        <pc:picChg chg="del">
          <ac:chgData name="Luz Pascal" userId="7fa5ceab-0349-4458-880b-7c4b9ec82b0a" providerId="ADAL" clId="{A49E9F3A-B52D-461E-ABF6-58A75CE30F76}" dt="2026-09-23T05:01:02.227" v="16051" actId="478"/>
          <ac:picMkLst>
            <pc:docMk/>
            <pc:sldMk cId="2594406116" sldId="445"/>
            <ac:picMk id="10" creationId="{58D9AC75-6521-B02C-4F5E-84ABE974F049}"/>
          </ac:picMkLst>
        </pc:picChg>
        <pc:cxnChg chg="del mod">
          <ac:chgData name="Luz Pascal" userId="7fa5ceab-0349-4458-880b-7c4b9ec82b0a" providerId="ADAL" clId="{A49E9F3A-B52D-461E-ABF6-58A75CE30F76}" dt="2026-09-23T05:01:02.227" v="16051" actId="478"/>
          <ac:cxnSpMkLst>
            <pc:docMk/>
            <pc:sldMk cId="2594406116" sldId="445"/>
            <ac:cxnSpMk id="39" creationId="{F0E32EB9-C53E-6350-F360-9F7CB77FE284}"/>
          </ac:cxnSpMkLst>
        </pc:cxnChg>
        <pc:cxnChg chg="add del">
          <ac:chgData name="Luz Pascal" userId="7fa5ceab-0349-4458-880b-7c4b9ec82b0a" providerId="ADAL" clId="{A49E9F3A-B52D-461E-ABF6-58A75CE30F76}" dt="2026-09-23T05:05:38.378" v="16072" actId="11529"/>
          <ac:cxnSpMkLst>
            <pc:docMk/>
            <pc:sldMk cId="2594406116" sldId="445"/>
            <ac:cxnSpMk id="71" creationId="{DF1F85BC-4521-F178-49CB-E5224775DD89}"/>
          </ac:cxnSpMkLst>
        </pc:cxnChg>
        <pc:cxnChg chg="add mod">
          <ac:chgData name="Luz Pascal" userId="7fa5ceab-0349-4458-880b-7c4b9ec82b0a" providerId="ADAL" clId="{A49E9F3A-B52D-461E-ABF6-58A75CE30F76}" dt="2026-09-23T05:07:39.719" v="16171" actId="1582"/>
          <ac:cxnSpMkLst>
            <pc:docMk/>
            <pc:sldMk cId="2594406116" sldId="445"/>
            <ac:cxnSpMk id="75" creationId="{88DAB133-58EE-8E42-8A47-9B208F1C0AEF}"/>
          </ac:cxnSpMkLst>
        </pc:cxnChg>
      </pc:sldChg>
      <pc:sldChg chg="add">
        <pc:chgData name="Luz Pascal" userId="7fa5ceab-0349-4458-880b-7c4b9ec82b0a" providerId="ADAL" clId="{A49E9F3A-B52D-461E-ABF6-58A75CE30F76}" dt="2026-09-23T05:04:57.891" v="16069"/>
        <pc:sldMkLst>
          <pc:docMk/>
          <pc:sldMk cId="3105768962" sldId="446"/>
        </pc:sldMkLst>
      </pc:sldChg>
      <pc:sldChg chg="addSp delSp modSp add mod modTransition modClrScheme modAnim chgLayout">
        <pc:chgData name="Luz Pascal" userId="7fa5ceab-0349-4458-880b-7c4b9ec82b0a" providerId="ADAL" clId="{A49E9F3A-B52D-461E-ABF6-58A75CE30F76}" dt="2026-09-24T02:34:10.925" v="18089" actId="21"/>
        <pc:sldMkLst>
          <pc:docMk/>
          <pc:sldMk cId="1043466109" sldId="447"/>
        </pc:sldMkLst>
        <pc:spChg chg="mod">
          <ac:chgData name="Luz Pascal" userId="7fa5ceab-0349-4458-880b-7c4b9ec82b0a" providerId="ADAL" clId="{A49E9F3A-B52D-461E-ABF6-58A75CE30F76}" dt="2026-09-23T05:22:37.653" v="16569" actId="1076"/>
          <ac:spMkLst>
            <pc:docMk/>
            <pc:sldMk cId="1043466109" sldId="447"/>
            <ac:spMk id="3" creationId="{14199349-A22D-C022-40AB-2A2448712DCE}"/>
          </ac:spMkLst>
        </pc:spChg>
        <pc:spChg chg="add del mod">
          <ac:chgData name="Luz Pascal" userId="7fa5ceab-0349-4458-880b-7c4b9ec82b0a" providerId="ADAL" clId="{A49E9F3A-B52D-461E-ABF6-58A75CE30F76}" dt="2026-09-23T05:16:50.215" v="16241" actId="21"/>
          <ac:spMkLst>
            <pc:docMk/>
            <pc:sldMk cId="1043466109" sldId="447"/>
            <ac:spMk id="5" creationId="{C25ED4AD-0E26-AD6F-3C05-3597696FE053}"/>
          </ac:spMkLst>
        </pc:spChg>
        <pc:spChg chg="add del mod ord">
          <ac:chgData name="Luz Pascal" userId="7fa5ceab-0349-4458-880b-7c4b9ec82b0a" providerId="ADAL" clId="{A49E9F3A-B52D-461E-ABF6-58A75CE30F76}" dt="2026-09-23T05:16:48.109" v="16240" actId="478"/>
          <ac:spMkLst>
            <pc:docMk/>
            <pc:sldMk cId="1043466109" sldId="447"/>
            <ac:spMk id="6" creationId="{DB2DE5AA-A52B-7967-8AFA-CDE5B57996A6}"/>
          </ac:spMkLst>
        </pc:spChg>
        <pc:spChg chg="add del mod ord">
          <ac:chgData name="Luz Pascal" userId="7fa5ceab-0349-4458-880b-7c4b9ec82b0a" providerId="ADAL" clId="{A49E9F3A-B52D-461E-ABF6-58A75CE30F76}" dt="2026-09-23T05:16:50.996" v="16242" actId="22"/>
          <ac:spMkLst>
            <pc:docMk/>
            <pc:sldMk cId="1043466109" sldId="447"/>
            <ac:spMk id="7" creationId="{00891DE2-71D5-C884-188C-DD72AEA7AE1E}"/>
          </ac:spMkLst>
        </pc:spChg>
        <pc:spChg chg="add mod">
          <ac:chgData name="Luz Pascal" userId="7fa5ceab-0349-4458-880b-7c4b9ec82b0a" providerId="ADAL" clId="{A49E9F3A-B52D-461E-ABF6-58A75CE30F76}" dt="2026-09-24T02:34:10.925" v="18089" actId="21"/>
          <ac:spMkLst>
            <pc:docMk/>
            <pc:sldMk cId="1043466109" sldId="447"/>
            <ac:spMk id="9" creationId="{B649E2A8-FD53-8FB0-3306-69E75E60AD9D}"/>
          </ac:spMkLst>
        </pc:spChg>
        <pc:spChg chg="add del">
          <ac:chgData name="Luz Pascal" userId="7fa5ceab-0349-4458-880b-7c4b9ec82b0a" providerId="ADAL" clId="{A49E9F3A-B52D-461E-ABF6-58A75CE30F76}" dt="2026-09-23T05:15:18.360" v="16177" actId="478"/>
          <ac:spMkLst>
            <pc:docMk/>
            <pc:sldMk cId="1043466109" sldId="447"/>
            <ac:spMk id="11" creationId="{425D2044-A5E5-3FAF-A773-81907D4AD2D8}"/>
          </ac:spMkLst>
        </pc:spChg>
        <pc:spChg chg="del">
          <ac:chgData name="Luz Pascal" userId="7fa5ceab-0349-4458-880b-7c4b9ec82b0a" providerId="ADAL" clId="{A49E9F3A-B52D-461E-ABF6-58A75CE30F76}" dt="2026-09-23T05:15:18.360" v="16177" actId="478"/>
          <ac:spMkLst>
            <pc:docMk/>
            <pc:sldMk cId="1043466109" sldId="447"/>
            <ac:spMk id="21" creationId="{462B9123-009D-E92C-401C-77A1E20E6720}"/>
          </ac:spMkLst>
        </pc:spChg>
        <pc:spChg chg="add del mod topLvl">
          <ac:chgData name="Luz Pascal" userId="7fa5ceab-0349-4458-880b-7c4b9ec82b0a" providerId="ADAL" clId="{A49E9F3A-B52D-461E-ABF6-58A75CE30F76}" dt="2026-09-23T05:15:45.668" v="16186" actId="478"/>
          <ac:spMkLst>
            <pc:docMk/>
            <pc:sldMk cId="1043466109" sldId="447"/>
            <ac:spMk id="23" creationId="{77F397ED-56C8-D225-4092-C7C8DD5BB590}"/>
          </ac:spMkLst>
        </pc:spChg>
        <pc:spChg chg="add del">
          <ac:chgData name="Luz Pascal" userId="7fa5ceab-0349-4458-880b-7c4b9ec82b0a" providerId="ADAL" clId="{A49E9F3A-B52D-461E-ABF6-58A75CE30F76}" dt="2026-09-23T05:15:18.360" v="16177" actId="478"/>
          <ac:spMkLst>
            <pc:docMk/>
            <pc:sldMk cId="1043466109" sldId="447"/>
            <ac:spMk id="25" creationId="{F506F5E2-9D20-D6EF-D7B3-BA43AE8E0C22}"/>
          </ac:spMkLst>
        </pc:spChg>
        <pc:spChg chg="add del">
          <ac:chgData name="Luz Pascal" userId="7fa5ceab-0349-4458-880b-7c4b9ec82b0a" providerId="ADAL" clId="{A49E9F3A-B52D-461E-ABF6-58A75CE30F76}" dt="2026-09-23T05:15:18.360" v="16177" actId="478"/>
          <ac:spMkLst>
            <pc:docMk/>
            <pc:sldMk cId="1043466109" sldId="447"/>
            <ac:spMk id="61" creationId="{95B690EA-2920-C005-07DE-1E21483C4029}"/>
          </ac:spMkLst>
        </pc:spChg>
        <pc:spChg chg="add del">
          <ac:chgData name="Luz Pascal" userId="7fa5ceab-0349-4458-880b-7c4b9ec82b0a" providerId="ADAL" clId="{A49E9F3A-B52D-461E-ABF6-58A75CE30F76}" dt="2026-09-23T05:15:18.360" v="16177" actId="478"/>
          <ac:spMkLst>
            <pc:docMk/>
            <pc:sldMk cId="1043466109" sldId="447"/>
            <ac:spMk id="62" creationId="{FAD93F39-FFE0-90A0-61C0-1A35EE0443B4}"/>
          </ac:spMkLst>
        </pc:spChg>
        <pc:spChg chg="add del">
          <ac:chgData name="Luz Pascal" userId="7fa5ceab-0349-4458-880b-7c4b9ec82b0a" providerId="ADAL" clId="{A49E9F3A-B52D-461E-ABF6-58A75CE30F76}" dt="2026-09-23T05:15:18.360" v="16177" actId="478"/>
          <ac:spMkLst>
            <pc:docMk/>
            <pc:sldMk cId="1043466109" sldId="447"/>
            <ac:spMk id="64" creationId="{6ED19067-E857-82E2-05B0-7F339489B530}"/>
          </ac:spMkLst>
        </pc:spChg>
        <pc:spChg chg="add del">
          <ac:chgData name="Luz Pascal" userId="7fa5ceab-0349-4458-880b-7c4b9ec82b0a" providerId="ADAL" clId="{A49E9F3A-B52D-461E-ABF6-58A75CE30F76}" dt="2026-09-23T05:15:18.360" v="16177" actId="478"/>
          <ac:spMkLst>
            <pc:docMk/>
            <pc:sldMk cId="1043466109" sldId="447"/>
            <ac:spMk id="66" creationId="{2E44BBC6-2B36-0250-B985-58F75ECD3B86}"/>
          </ac:spMkLst>
        </pc:spChg>
        <pc:spChg chg="add del">
          <ac:chgData name="Luz Pascal" userId="7fa5ceab-0349-4458-880b-7c4b9ec82b0a" providerId="ADAL" clId="{A49E9F3A-B52D-461E-ABF6-58A75CE30F76}" dt="2026-09-23T05:15:18.360" v="16177" actId="478"/>
          <ac:spMkLst>
            <pc:docMk/>
            <pc:sldMk cId="1043466109" sldId="447"/>
            <ac:spMk id="67" creationId="{00207E50-1498-BC1B-32BD-E0B4E310A3AF}"/>
          </ac:spMkLst>
        </pc:spChg>
        <pc:spChg chg="add del">
          <ac:chgData name="Luz Pascal" userId="7fa5ceab-0349-4458-880b-7c4b9ec82b0a" providerId="ADAL" clId="{A49E9F3A-B52D-461E-ABF6-58A75CE30F76}" dt="2026-09-23T05:15:18.360" v="16177" actId="478"/>
          <ac:spMkLst>
            <pc:docMk/>
            <pc:sldMk cId="1043466109" sldId="447"/>
            <ac:spMk id="68" creationId="{18468E7D-D896-B0E7-10A2-3CD62EC81264}"/>
          </ac:spMkLst>
        </pc:spChg>
        <pc:spChg chg="add del">
          <ac:chgData name="Luz Pascal" userId="7fa5ceab-0349-4458-880b-7c4b9ec82b0a" providerId="ADAL" clId="{A49E9F3A-B52D-461E-ABF6-58A75CE30F76}" dt="2026-09-23T05:15:18.360" v="16177" actId="478"/>
          <ac:spMkLst>
            <pc:docMk/>
            <pc:sldMk cId="1043466109" sldId="447"/>
            <ac:spMk id="69" creationId="{4931C847-5038-6721-6AFC-6C39E861967F}"/>
          </ac:spMkLst>
        </pc:spChg>
        <pc:grpChg chg="add del mod">
          <ac:chgData name="Luz Pascal" userId="7fa5ceab-0349-4458-880b-7c4b9ec82b0a" providerId="ADAL" clId="{A49E9F3A-B52D-461E-ABF6-58A75CE30F76}" dt="2026-09-23T05:15:45.668" v="16186" actId="478"/>
          <ac:grpSpMkLst>
            <pc:docMk/>
            <pc:sldMk cId="1043466109" sldId="447"/>
            <ac:grpSpMk id="2" creationId="{E85EA672-F71B-FC6C-847A-28C478EBCE97}"/>
          </ac:grpSpMkLst>
        </pc:grpChg>
        <pc:picChg chg="del mod topLvl">
          <ac:chgData name="Luz Pascal" userId="7fa5ceab-0349-4458-880b-7c4b9ec82b0a" providerId="ADAL" clId="{A49E9F3A-B52D-461E-ABF6-58A75CE30F76}" dt="2026-09-23T05:15:45.668" v="16186" actId="478"/>
          <ac:picMkLst>
            <pc:docMk/>
            <pc:sldMk cId="1043466109" sldId="447"/>
            <ac:picMk id="22" creationId="{49EDF5B8-6161-0DDD-E78D-E69D1835FBC3}"/>
          </ac:picMkLst>
        </pc:picChg>
      </pc:sldChg>
      <pc:sldChg chg="addSp delSp modSp new del mod">
        <pc:chgData name="Luz Pascal" userId="7fa5ceab-0349-4458-880b-7c4b9ec82b0a" providerId="ADAL" clId="{A49E9F3A-B52D-461E-ABF6-58A75CE30F76}" dt="2026-09-23T05:45:38.709" v="16949" actId="47"/>
        <pc:sldMkLst>
          <pc:docMk/>
          <pc:sldMk cId="3951353139" sldId="448"/>
        </pc:sldMkLst>
        <pc:spChg chg="mod">
          <ac:chgData name="Luz Pascal" userId="7fa5ceab-0349-4458-880b-7c4b9ec82b0a" providerId="ADAL" clId="{A49E9F3A-B52D-461E-ABF6-58A75CE30F76}" dt="2026-09-23T05:45:33.586" v="16948" actId="5793"/>
          <ac:spMkLst>
            <pc:docMk/>
            <pc:sldMk cId="3951353139" sldId="448"/>
            <ac:spMk id="3" creationId="{118E8AA6-6247-9AFD-04C3-215E7C8F6D5B}"/>
          </ac:spMkLst>
        </pc:spChg>
        <pc:spChg chg="add">
          <ac:chgData name="Luz Pascal" userId="7fa5ceab-0349-4458-880b-7c4b9ec82b0a" providerId="ADAL" clId="{A49E9F3A-B52D-461E-ABF6-58A75CE30F76}" dt="2026-09-23T05:28:03.700" v="16662" actId="22"/>
          <ac:spMkLst>
            <pc:docMk/>
            <pc:sldMk cId="3951353139" sldId="448"/>
            <ac:spMk id="5" creationId="{80470224-E324-E47D-BCC0-925C8D2EE384}"/>
          </ac:spMkLst>
        </pc:spChg>
        <pc:spChg chg="add del">
          <ac:chgData name="Luz Pascal" userId="7fa5ceab-0349-4458-880b-7c4b9ec82b0a" providerId="ADAL" clId="{A49E9F3A-B52D-461E-ABF6-58A75CE30F76}" dt="2026-09-23T05:28:10.679" v="16664" actId="22"/>
          <ac:spMkLst>
            <pc:docMk/>
            <pc:sldMk cId="3951353139" sldId="448"/>
            <ac:spMk id="7" creationId="{FBEE23FB-A70F-DC22-201C-458ECAA7E176}"/>
          </ac:spMkLst>
        </pc:spChg>
      </pc:sldChg>
      <pc:sldChg chg="modSp add mod">
        <pc:chgData name="Luz Pascal" userId="7fa5ceab-0349-4458-880b-7c4b9ec82b0a" providerId="ADAL" clId="{A49E9F3A-B52D-461E-ABF6-58A75CE30F76}" dt="2026-09-23T22:47:25.806" v="17249" actId="20577"/>
        <pc:sldMkLst>
          <pc:docMk/>
          <pc:sldMk cId="1813401452" sldId="449"/>
        </pc:sldMkLst>
        <pc:spChg chg="mod">
          <ac:chgData name="Luz Pascal" userId="7fa5ceab-0349-4458-880b-7c4b9ec82b0a" providerId="ADAL" clId="{A49E9F3A-B52D-461E-ABF6-58A75CE30F76}" dt="2026-09-23T22:47:25.806" v="17249" actId="20577"/>
          <ac:spMkLst>
            <pc:docMk/>
            <pc:sldMk cId="1813401452" sldId="449"/>
            <ac:spMk id="3" creationId="{9BD0B877-6266-4EFA-636D-998040C31E8F}"/>
          </ac:spMkLst>
        </pc:spChg>
        <pc:spChg chg="mod">
          <ac:chgData name="Luz Pascal" userId="7fa5ceab-0349-4458-880b-7c4b9ec82b0a" providerId="ADAL" clId="{A49E9F3A-B52D-461E-ABF6-58A75CE30F76}" dt="2026-09-23T22:47:11.102" v="17234" actId="20577"/>
          <ac:spMkLst>
            <pc:docMk/>
            <pc:sldMk cId="1813401452" sldId="449"/>
            <ac:spMk id="5" creationId="{063CF5A2-ED7C-6E31-7B01-7739A8705D31}"/>
          </ac:spMkLst>
        </pc:spChg>
      </pc:sldChg>
      <pc:sldChg chg="addSp modSp new mod">
        <pc:chgData name="Luz Pascal" userId="7fa5ceab-0349-4458-880b-7c4b9ec82b0a" providerId="ADAL" clId="{A49E9F3A-B52D-461E-ABF6-58A75CE30F76}" dt="2026-09-23T22:48:10.694" v="17283" actId="14100"/>
        <pc:sldMkLst>
          <pc:docMk/>
          <pc:sldMk cId="492450190" sldId="450"/>
        </pc:sldMkLst>
        <pc:spChg chg="add">
          <ac:chgData name="Luz Pascal" userId="7fa5ceab-0349-4458-880b-7c4b9ec82b0a" providerId="ADAL" clId="{A49E9F3A-B52D-461E-ABF6-58A75CE30F76}" dt="2026-09-23T05:43:17.572" v="16896" actId="22"/>
          <ac:spMkLst>
            <pc:docMk/>
            <pc:sldMk cId="492450190" sldId="450"/>
            <ac:spMk id="5" creationId="{23629469-6D21-49E8-7C9B-B337F4D1210D}"/>
          </ac:spMkLst>
        </pc:spChg>
        <pc:spChg chg="add mod">
          <ac:chgData name="Luz Pascal" userId="7fa5ceab-0349-4458-880b-7c4b9ec82b0a" providerId="ADAL" clId="{A49E9F3A-B52D-461E-ABF6-58A75CE30F76}" dt="2026-09-23T22:47:59.158" v="17278" actId="1076"/>
          <ac:spMkLst>
            <pc:docMk/>
            <pc:sldMk cId="492450190" sldId="450"/>
            <ac:spMk id="6" creationId="{157D8804-3770-D449-272C-CED2D51CA1D6}"/>
          </ac:spMkLst>
        </pc:spChg>
        <pc:spChg chg="add mod">
          <ac:chgData name="Luz Pascal" userId="7fa5ceab-0349-4458-880b-7c4b9ec82b0a" providerId="ADAL" clId="{A49E9F3A-B52D-461E-ABF6-58A75CE30F76}" dt="2026-09-23T22:48:01.917" v="17279" actId="1076"/>
          <ac:spMkLst>
            <pc:docMk/>
            <pc:sldMk cId="492450190" sldId="450"/>
            <ac:spMk id="8" creationId="{D6ECAA04-0D8B-E25E-7A96-091AD2112ABF}"/>
          </ac:spMkLst>
        </pc:spChg>
        <pc:spChg chg="add mod">
          <ac:chgData name="Luz Pascal" userId="7fa5ceab-0349-4458-880b-7c4b9ec82b0a" providerId="ADAL" clId="{A49E9F3A-B52D-461E-ABF6-58A75CE30F76}" dt="2026-09-23T22:48:10.694" v="17283" actId="14100"/>
          <ac:spMkLst>
            <pc:docMk/>
            <pc:sldMk cId="492450190" sldId="450"/>
            <ac:spMk id="9" creationId="{19791249-CBFB-5DDD-BD93-49D393A74808}"/>
          </ac:spMkLst>
        </pc:spChg>
        <pc:picChg chg="add mod">
          <ac:chgData name="Luz Pascal" userId="7fa5ceab-0349-4458-880b-7c4b9ec82b0a" providerId="ADAL" clId="{A49E9F3A-B52D-461E-ABF6-58A75CE30F76}" dt="2026-09-23T22:47:55.750" v="17277" actId="14100"/>
          <ac:picMkLst>
            <pc:docMk/>
            <pc:sldMk cId="492450190" sldId="450"/>
            <ac:picMk id="3" creationId="{C55937C5-3495-09A8-A66F-91EA2862116C}"/>
          </ac:picMkLst>
        </pc:picChg>
      </pc:sldChg>
      <pc:sldChg chg="addSp delSp modSp add mod">
        <pc:chgData name="Luz Pascal" userId="7fa5ceab-0349-4458-880b-7c4b9ec82b0a" providerId="ADAL" clId="{A49E9F3A-B52D-461E-ABF6-58A75CE30F76}" dt="2026-09-23T06:19:55.429" v="17007" actId="20577"/>
        <pc:sldMkLst>
          <pc:docMk/>
          <pc:sldMk cId="738694017" sldId="451"/>
        </pc:sldMkLst>
        <pc:spChg chg="del mod">
          <ac:chgData name="Luz Pascal" userId="7fa5ceab-0349-4458-880b-7c4b9ec82b0a" providerId="ADAL" clId="{A49E9F3A-B52D-461E-ABF6-58A75CE30F76}" dt="2026-09-23T06:19:47.186" v="16996" actId="478"/>
          <ac:spMkLst>
            <pc:docMk/>
            <pc:sldMk cId="738694017" sldId="451"/>
            <ac:spMk id="6" creationId="{47F9C1BC-C3B2-4A5D-9818-E640B0758776}"/>
          </ac:spMkLst>
        </pc:spChg>
        <pc:spChg chg="del">
          <ac:chgData name="Luz Pascal" userId="7fa5ceab-0349-4458-880b-7c4b9ec82b0a" providerId="ADAL" clId="{A49E9F3A-B52D-461E-ABF6-58A75CE30F76}" dt="2026-09-23T06:19:47.186" v="16996" actId="478"/>
          <ac:spMkLst>
            <pc:docMk/>
            <pc:sldMk cId="738694017" sldId="451"/>
            <ac:spMk id="8" creationId="{7E25D152-2520-9AE7-8F3A-CF583B3DD496}"/>
          </ac:spMkLst>
        </pc:spChg>
        <pc:spChg chg="mod">
          <ac:chgData name="Luz Pascal" userId="7fa5ceab-0349-4458-880b-7c4b9ec82b0a" providerId="ADAL" clId="{A49E9F3A-B52D-461E-ABF6-58A75CE30F76}" dt="2026-09-23T06:19:55.429" v="17007" actId="20577"/>
          <ac:spMkLst>
            <pc:docMk/>
            <pc:sldMk cId="738694017" sldId="451"/>
            <ac:spMk id="9" creationId="{8912033C-8FAC-1A73-7C7F-3B1835E32D0A}"/>
          </ac:spMkLst>
        </pc:spChg>
        <pc:picChg chg="del">
          <ac:chgData name="Luz Pascal" userId="7fa5ceab-0349-4458-880b-7c4b9ec82b0a" providerId="ADAL" clId="{A49E9F3A-B52D-461E-ABF6-58A75CE30F76}" dt="2026-09-23T06:19:44.854" v="16994" actId="478"/>
          <ac:picMkLst>
            <pc:docMk/>
            <pc:sldMk cId="738694017" sldId="451"/>
            <ac:picMk id="3" creationId="{1144B1E4-F022-0D90-E428-678BF95685BE}"/>
          </ac:picMkLst>
        </pc:picChg>
        <pc:picChg chg="add mod">
          <ac:chgData name="Luz Pascal" userId="7fa5ceab-0349-4458-880b-7c4b9ec82b0a" providerId="ADAL" clId="{A49E9F3A-B52D-461E-ABF6-58A75CE30F76}" dt="2026-09-23T06:19:51.704" v="16999" actId="1076"/>
          <ac:picMkLst>
            <pc:docMk/>
            <pc:sldMk cId="738694017" sldId="451"/>
            <ac:picMk id="4" creationId="{A1229BAD-8313-0756-76E4-EBE1E1453561}"/>
          </ac:picMkLst>
        </pc:picChg>
      </pc:sldChg>
      <pc:sldChg chg="addSp delSp modSp add mod modAnim">
        <pc:chgData name="Luz Pascal" userId="7fa5ceab-0349-4458-880b-7c4b9ec82b0a" providerId="ADAL" clId="{A49E9F3A-B52D-461E-ABF6-58A75CE30F76}" dt="2026-09-23T22:48:31.937" v="17285" actId="2085"/>
        <pc:sldMkLst>
          <pc:docMk/>
          <pc:sldMk cId="462278117" sldId="452"/>
        </pc:sldMkLst>
        <pc:spChg chg="add mod">
          <ac:chgData name="Luz Pascal" userId="7fa5ceab-0349-4458-880b-7c4b9ec82b0a" providerId="ADAL" clId="{A49E9F3A-B52D-461E-ABF6-58A75CE30F76}" dt="2026-09-23T22:48:31.937" v="17285" actId="2085"/>
          <ac:spMkLst>
            <pc:docMk/>
            <pc:sldMk cId="462278117" sldId="452"/>
            <ac:spMk id="2" creationId="{C65A2DB9-811F-7168-111B-A0CBB8575D0F}"/>
          </ac:spMkLst>
        </pc:spChg>
        <pc:spChg chg="add mod">
          <ac:chgData name="Luz Pascal" userId="7fa5ceab-0349-4458-880b-7c4b9ec82b0a" providerId="ADAL" clId="{A49E9F3A-B52D-461E-ABF6-58A75CE30F76}" dt="2026-09-23T22:48:31.937" v="17285" actId="2085"/>
          <ac:spMkLst>
            <pc:docMk/>
            <pc:sldMk cId="462278117" sldId="452"/>
            <ac:spMk id="6" creationId="{D4FCD6B7-44F6-A228-2A5A-33CBA9BC598A}"/>
          </ac:spMkLst>
        </pc:spChg>
        <pc:spChg chg="del">
          <ac:chgData name="Luz Pascal" userId="7fa5ceab-0349-4458-880b-7c4b9ec82b0a" providerId="ADAL" clId="{A49E9F3A-B52D-461E-ABF6-58A75CE30F76}" dt="2026-09-23T07:22:37.236" v="17009" actId="478"/>
          <ac:spMkLst>
            <pc:docMk/>
            <pc:sldMk cId="462278117" sldId="452"/>
            <ac:spMk id="9" creationId="{5511FE46-60E0-FFDF-67F1-5726F9D66666}"/>
          </ac:spMkLst>
        </pc:spChg>
        <pc:picChg chg="add mod">
          <ac:chgData name="Luz Pascal" userId="7fa5ceab-0349-4458-880b-7c4b9ec82b0a" providerId="ADAL" clId="{A49E9F3A-B52D-461E-ABF6-58A75CE30F76}" dt="2026-09-23T22:43:36.623" v="17214" actId="1076"/>
          <ac:picMkLst>
            <pc:docMk/>
            <pc:sldMk cId="462278117" sldId="452"/>
            <ac:picMk id="3" creationId="{A6EB736D-0F76-9C3A-048E-8D0A868446FD}"/>
          </ac:picMkLst>
        </pc:picChg>
        <pc:picChg chg="del">
          <ac:chgData name="Luz Pascal" userId="7fa5ceab-0349-4458-880b-7c4b9ec82b0a" providerId="ADAL" clId="{A49E9F3A-B52D-461E-ABF6-58A75CE30F76}" dt="2026-09-23T07:22:37.236" v="17009" actId="478"/>
          <ac:picMkLst>
            <pc:docMk/>
            <pc:sldMk cId="462278117" sldId="452"/>
            <ac:picMk id="4" creationId="{D41BA416-C954-B632-6B9A-DD7F7DD80574}"/>
          </ac:picMkLst>
        </pc:picChg>
      </pc:sldChg>
      <pc:sldChg chg="addSp delSp modSp add mod">
        <pc:chgData name="Luz Pascal" userId="7fa5ceab-0349-4458-880b-7c4b9ec82b0a" providerId="ADAL" clId="{A49E9F3A-B52D-461E-ABF6-58A75CE30F76}" dt="2026-09-23T07:23:28.066" v="17019" actId="14100"/>
        <pc:sldMkLst>
          <pc:docMk/>
          <pc:sldMk cId="3468919198" sldId="453"/>
        </pc:sldMkLst>
        <pc:picChg chg="del">
          <ac:chgData name="Luz Pascal" userId="7fa5ceab-0349-4458-880b-7c4b9ec82b0a" providerId="ADAL" clId="{A49E9F3A-B52D-461E-ABF6-58A75CE30F76}" dt="2026-09-23T07:23:19.357" v="17014" actId="478"/>
          <ac:picMkLst>
            <pc:docMk/>
            <pc:sldMk cId="3468919198" sldId="453"/>
            <ac:picMk id="3" creationId="{F7F152E4-3EF7-BB87-8385-B0EF3401CF5F}"/>
          </ac:picMkLst>
        </pc:picChg>
        <pc:picChg chg="add mod">
          <ac:chgData name="Luz Pascal" userId="7fa5ceab-0349-4458-880b-7c4b9ec82b0a" providerId="ADAL" clId="{A49E9F3A-B52D-461E-ABF6-58A75CE30F76}" dt="2026-09-23T07:23:28.066" v="17019" actId="14100"/>
          <ac:picMkLst>
            <pc:docMk/>
            <pc:sldMk cId="3468919198" sldId="453"/>
            <ac:picMk id="4" creationId="{DF30B845-A2D3-C81B-92F5-30F67A112D84}"/>
          </ac:picMkLst>
        </pc:picChg>
      </pc:sldChg>
      <pc:sldChg chg="new">
        <pc:chgData name="Luz Pascal" userId="7fa5ceab-0349-4458-880b-7c4b9ec82b0a" providerId="ADAL" clId="{A49E9F3A-B52D-461E-ABF6-58A75CE30F76}" dt="2026-09-23T22:47:02.377" v="17215" actId="680"/>
        <pc:sldMkLst>
          <pc:docMk/>
          <pc:sldMk cId="1552000820" sldId="454"/>
        </pc:sldMkLst>
      </pc:sldChg>
      <pc:sldChg chg="add">
        <pc:chgData name="Luz Pascal" userId="7fa5ceab-0349-4458-880b-7c4b9ec82b0a" providerId="ADAL" clId="{A49E9F3A-B52D-461E-ABF6-58A75CE30F76}" dt="2026-09-24T02:14:26.210" v="17409"/>
        <pc:sldMkLst>
          <pc:docMk/>
          <pc:sldMk cId="3047207504" sldId="455"/>
        </pc:sldMkLst>
      </pc:sldChg>
      <pc:sldChg chg="addSp delSp modSp new mod">
        <pc:chgData name="Luz Pascal" userId="7fa5ceab-0349-4458-880b-7c4b9ec82b0a" providerId="ADAL" clId="{A49E9F3A-B52D-461E-ABF6-58A75CE30F76}" dt="2026-09-24T02:22:23.318" v="17453" actId="478"/>
        <pc:sldMkLst>
          <pc:docMk/>
          <pc:sldMk cId="463058981" sldId="456"/>
        </pc:sldMkLst>
        <pc:spChg chg="del">
          <ac:chgData name="Luz Pascal" userId="7fa5ceab-0349-4458-880b-7c4b9ec82b0a" providerId="ADAL" clId="{A49E9F3A-B52D-461E-ABF6-58A75CE30F76}" dt="2026-09-24T02:22:23.318" v="17453" actId="478"/>
          <ac:spMkLst>
            <pc:docMk/>
            <pc:sldMk cId="463058981" sldId="456"/>
            <ac:spMk id="2" creationId="{82AEC087-1F63-5ED7-DD82-05EAF744566D}"/>
          </ac:spMkLst>
        </pc:spChg>
        <pc:spChg chg="del">
          <ac:chgData name="Luz Pascal" userId="7fa5ceab-0349-4458-880b-7c4b9ec82b0a" providerId="ADAL" clId="{A49E9F3A-B52D-461E-ABF6-58A75CE30F76}" dt="2026-09-24T02:22:23.318" v="17453" actId="478"/>
          <ac:spMkLst>
            <pc:docMk/>
            <pc:sldMk cId="463058981" sldId="456"/>
            <ac:spMk id="3" creationId="{23E226BF-A1A5-51E3-C71F-B0E96CBD19EB}"/>
          </ac:spMkLst>
        </pc:spChg>
        <pc:spChg chg="add mod">
          <ac:chgData name="Luz Pascal" userId="7fa5ceab-0349-4458-880b-7c4b9ec82b0a" providerId="ADAL" clId="{A49E9F3A-B52D-461E-ABF6-58A75CE30F76}" dt="2026-09-24T02:22:20.397" v="17452" actId="14100"/>
          <ac:spMkLst>
            <pc:docMk/>
            <pc:sldMk cId="463058981" sldId="456"/>
            <ac:spMk id="5" creationId="{A6CB42BC-2E63-AD0C-8633-3C75FFD9BF3A}"/>
          </ac:spMkLst>
        </pc:spChg>
      </pc:sldChg>
      <pc:sldChg chg="modSp add mod">
        <pc:chgData name="Luz Pascal" userId="7fa5ceab-0349-4458-880b-7c4b9ec82b0a" providerId="ADAL" clId="{A49E9F3A-B52D-461E-ABF6-58A75CE30F76}" dt="2026-09-24T02:22:39.364" v="17467" actId="20577"/>
        <pc:sldMkLst>
          <pc:docMk/>
          <pc:sldMk cId="3572217854" sldId="457"/>
        </pc:sldMkLst>
        <pc:spChg chg="mod">
          <ac:chgData name="Luz Pascal" userId="7fa5ceab-0349-4458-880b-7c4b9ec82b0a" providerId="ADAL" clId="{A49E9F3A-B52D-461E-ABF6-58A75CE30F76}" dt="2026-09-24T02:22:39.364" v="17467" actId="20577"/>
          <ac:spMkLst>
            <pc:docMk/>
            <pc:sldMk cId="3572217854" sldId="457"/>
            <ac:spMk id="5" creationId="{F5709CB7-61B2-CA87-59B3-E759F40301A6}"/>
          </ac:spMkLst>
        </pc:spChg>
      </pc:sldChg>
      <pc:sldChg chg="modSp add mod">
        <pc:chgData name="Luz Pascal" userId="7fa5ceab-0349-4458-880b-7c4b9ec82b0a" providerId="ADAL" clId="{A49E9F3A-B52D-461E-ABF6-58A75CE30F76}" dt="2026-09-24T02:22:53.300" v="17484" actId="20577"/>
        <pc:sldMkLst>
          <pc:docMk/>
          <pc:sldMk cId="927343239" sldId="458"/>
        </pc:sldMkLst>
        <pc:spChg chg="mod">
          <ac:chgData name="Luz Pascal" userId="7fa5ceab-0349-4458-880b-7c4b9ec82b0a" providerId="ADAL" clId="{A49E9F3A-B52D-461E-ABF6-58A75CE30F76}" dt="2026-09-24T02:22:53.300" v="17484" actId="20577"/>
          <ac:spMkLst>
            <pc:docMk/>
            <pc:sldMk cId="927343239" sldId="458"/>
            <ac:spMk id="5" creationId="{48FB7FBA-F4B3-93DB-530F-CFA216DEC640}"/>
          </ac:spMkLst>
        </pc:spChg>
      </pc:sldChg>
      <pc:sldChg chg="addSp delSp modSp new mod modClrScheme chgLayout">
        <pc:chgData name="Luz Pascal" userId="7fa5ceab-0349-4458-880b-7c4b9ec82b0a" providerId="ADAL" clId="{A49E9F3A-B52D-461E-ABF6-58A75CE30F76}" dt="2026-09-24T02:29:48.935" v="17509" actId="14100"/>
        <pc:sldMkLst>
          <pc:docMk/>
          <pc:sldMk cId="4117302764" sldId="459"/>
        </pc:sldMkLst>
        <pc:spChg chg="add mod">
          <ac:chgData name="Luz Pascal" userId="7fa5ceab-0349-4458-880b-7c4b9ec82b0a" providerId="ADAL" clId="{A49E9F3A-B52D-461E-ABF6-58A75CE30F76}" dt="2026-09-24T02:28:02.293" v="17489"/>
          <ac:spMkLst>
            <pc:docMk/>
            <pc:sldMk cId="4117302764" sldId="459"/>
            <ac:spMk id="2" creationId="{91925715-777D-DC32-2ED4-414DA3E7ED26}"/>
          </ac:spMkLst>
        </pc:spChg>
        <pc:spChg chg="add del mod ord">
          <ac:chgData name="Luz Pascal" userId="7fa5ceab-0349-4458-880b-7c4b9ec82b0a" providerId="ADAL" clId="{A49E9F3A-B52D-461E-ABF6-58A75CE30F76}" dt="2026-09-24T02:28:01.949" v="17488" actId="700"/>
          <ac:spMkLst>
            <pc:docMk/>
            <pc:sldMk cId="4117302764" sldId="459"/>
            <ac:spMk id="3" creationId="{AA4CB6EE-7897-3A3E-BE60-F6D2EA64C379}"/>
          </ac:spMkLst>
        </pc:spChg>
        <pc:spChg chg="add del mod ord">
          <ac:chgData name="Luz Pascal" userId="7fa5ceab-0349-4458-880b-7c4b9ec82b0a" providerId="ADAL" clId="{A49E9F3A-B52D-461E-ABF6-58A75CE30F76}" dt="2026-09-24T02:28:01.949" v="17488" actId="700"/>
          <ac:spMkLst>
            <pc:docMk/>
            <pc:sldMk cId="4117302764" sldId="459"/>
            <ac:spMk id="4" creationId="{985A72B2-8355-DD7A-CDAB-C9513A26249F}"/>
          </ac:spMkLst>
        </pc:spChg>
        <pc:spChg chg="add del mod">
          <ac:chgData name="Luz Pascal" userId="7fa5ceab-0349-4458-880b-7c4b9ec82b0a" providerId="ADAL" clId="{A49E9F3A-B52D-461E-ABF6-58A75CE30F76}" dt="2026-09-24T02:28:05.339" v="17491"/>
          <ac:spMkLst>
            <pc:docMk/>
            <pc:sldMk cId="4117302764" sldId="459"/>
            <ac:spMk id="5" creationId="{F60A0FA9-0831-1C5A-6B1F-A39E445711EF}"/>
          </ac:spMkLst>
        </pc:spChg>
        <pc:spChg chg="add del mod">
          <ac:chgData name="Luz Pascal" userId="7fa5ceab-0349-4458-880b-7c4b9ec82b0a" providerId="ADAL" clId="{A49E9F3A-B52D-461E-ABF6-58A75CE30F76}" dt="2026-09-24T02:29:42.179" v="17503" actId="478"/>
          <ac:spMkLst>
            <pc:docMk/>
            <pc:sldMk cId="4117302764" sldId="459"/>
            <ac:spMk id="6" creationId="{ECD1759B-A5B1-5B75-CA6C-B52B4DED1A4C}"/>
          </ac:spMkLst>
        </pc:spChg>
        <pc:spChg chg="add mod">
          <ac:chgData name="Luz Pascal" userId="7fa5ceab-0349-4458-880b-7c4b9ec82b0a" providerId="ADAL" clId="{A49E9F3A-B52D-461E-ABF6-58A75CE30F76}" dt="2026-09-24T02:28:17.733" v="17502" actId="6549"/>
          <ac:spMkLst>
            <pc:docMk/>
            <pc:sldMk cId="4117302764" sldId="459"/>
            <ac:spMk id="7" creationId="{F87ECDDC-DA58-DC6D-C405-5EAEAF7AED27}"/>
          </ac:spMkLst>
        </pc:spChg>
        <pc:picChg chg="add mod">
          <ac:chgData name="Luz Pascal" userId="7fa5ceab-0349-4458-880b-7c4b9ec82b0a" providerId="ADAL" clId="{A49E9F3A-B52D-461E-ABF6-58A75CE30F76}" dt="2026-09-24T02:29:48.935" v="17509" actId="14100"/>
          <ac:picMkLst>
            <pc:docMk/>
            <pc:sldMk cId="4117302764" sldId="459"/>
            <ac:picMk id="9" creationId="{A2C59BAF-E4E8-E41C-18E3-B3D232199F3F}"/>
          </ac:picMkLst>
        </pc:picChg>
      </pc:sldChg>
      <pc:sldChg chg="addSp modSp new mod">
        <pc:chgData name="Luz Pascal" userId="7fa5ceab-0349-4458-880b-7c4b9ec82b0a" providerId="ADAL" clId="{A49E9F3A-B52D-461E-ABF6-58A75CE30F76}" dt="2026-09-24T02:31:36.830" v="17810" actId="20577"/>
        <pc:sldMkLst>
          <pc:docMk/>
          <pc:sldMk cId="1640486590" sldId="460"/>
        </pc:sldMkLst>
        <pc:spChg chg="mod">
          <ac:chgData name="Luz Pascal" userId="7fa5ceab-0349-4458-880b-7c4b9ec82b0a" providerId="ADAL" clId="{A49E9F3A-B52D-461E-ABF6-58A75CE30F76}" dt="2026-09-24T02:31:36.830" v="17810" actId="20577"/>
          <ac:spMkLst>
            <pc:docMk/>
            <pc:sldMk cId="1640486590" sldId="460"/>
            <ac:spMk id="3" creationId="{04EB2A4F-BE3B-B93A-01A3-0063F6911470}"/>
          </ac:spMkLst>
        </pc:spChg>
        <pc:spChg chg="add">
          <ac:chgData name="Luz Pascal" userId="7fa5ceab-0349-4458-880b-7c4b9ec82b0a" providerId="ADAL" clId="{A49E9F3A-B52D-461E-ABF6-58A75CE30F76}" dt="2026-09-24T02:30:19.507" v="17511" actId="22"/>
          <ac:spMkLst>
            <pc:docMk/>
            <pc:sldMk cId="1640486590" sldId="460"/>
            <ac:spMk id="5" creationId="{50BC0BAA-722A-5619-E902-B7A74E0F8659}"/>
          </ac:spMkLst>
        </pc:spChg>
      </pc:sldChg>
      <pc:sldChg chg="modSp add mod">
        <pc:chgData name="Luz Pascal" userId="7fa5ceab-0349-4458-880b-7c4b9ec82b0a" providerId="ADAL" clId="{A49E9F3A-B52D-461E-ABF6-58A75CE30F76}" dt="2026-09-24T02:33:17.760" v="18056" actId="20577"/>
        <pc:sldMkLst>
          <pc:docMk/>
          <pc:sldMk cId="238651623" sldId="461"/>
        </pc:sldMkLst>
        <pc:spChg chg="mod">
          <ac:chgData name="Luz Pascal" userId="7fa5ceab-0349-4458-880b-7c4b9ec82b0a" providerId="ADAL" clId="{A49E9F3A-B52D-461E-ABF6-58A75CE30F76}" dt="2026-09-24T02:33:17.760" v="18056" actId="20577"/>
          <ac:spMkLst>
            <pc:docMk/>
            <pc:sldMk cId="238651623" sldId="461"/>
            <ac:spMk id="3" creationId="{C0AC82FF-2AEC-7C81-873C-05271BB90E11}"/>
          </ac:spMkLst>
        </pc:spChg>
        <pc:spChg chg="mod">
          <ac:chgData name="Luz Pascal" userId="7fa5ceab-0349-4458-880b-7c4b9ec82b0a" providerId="ADAL" clId="{A49E9F3A-B52D-461E-ABF6-58A75CE30F76}" dt="2026-09-24T02:31:53.440" v="17812"/>
          <ac:spMkLst>
            <pc:docMk/>
            <pc:sldMk cId="238651623" sldId="461"/>
            <ac:spMk id="5" creationId="{D7F521B4-1590-B2B8-7A34-28D10FAFA493}"/>
          </ac:spMkLst>
        </pc:spChg>
      </pc:sldChg>
      <pc:sldChg chg="addSp delSp modSp new mod">
        <pc:chgData name="Luz Pascal" userId="7fa5ceab-0349-4458-880b-7c4b9ec82b0a" providerId="ADAL" clId="{A49E9F3A-B52D-461E-ABF6-58A75CE30F76}" dt="2026-09-24T02:39:06.874" v="18524" actId="20577"/>
        <pc:sldMkLst>
          <pc:docMk/>
          <pc:sldMk cId="817328162" sldId="462"/>
        </pc:sldMkLst>
        <pc:spChg chg="add del">
          <ac:chgData name="Luz Pascal" userId="7fa5ceab-0349-4458-880b-7c4b9ec82b0a" providerId="ADAL" clId="{A49E9F3A-B52D-461E-ABF6-58A75CE30F76}" dt="2026-09-24T02:34:18.731" v="18092" actId="22"/>
          <ac:spMkLst>
            <pc:docMk/>
            <pc:sldMk cId="817328162" sldId="462"/>
            <ac:spMk id="3" creationId="{FD28F336-ADCA-34DB-1934-6F7A19872145}"/>
          </ac:spMkLst>
        </pc:spChg>
        <pc:spChg chg="add del">
          <ac:chgData name="Luz Pascal" userId="7fa5ceab-0349-4458-880b-7c4b9ec82b0a" providerId="ADAL" clId="{A49E9F3A-B52D-461E-ABF6-58A75CE30F76}" dt="2026-09-24T02:34:23.114" v="18094" actId="22"/>
          <ac:spMkLst>
            <pc:docMk/>
            <pc:sldMk cId="817328162" sldId="462"/>
            <ac:spMk id="5" creationId="{953AC5ED-5A75-9D91-0A36-AD62787498DB}"/>
          </ac:spMkLst>
        </pc:spChg>
        <pc:spChg chg="add mod">
          <ac:chgData name="Luz Pascal" userId="7fa5ceab-0349-4458-880b-7c4b9ec82b0a" providerId="ADAL" clId="{A49E9F3A-B52D-461E-ABF6-58A75CE30F76}" dt="2026-09-24T02:39:06.874" v="18524" actId="20577"/>
          <ac:spMkLst>
            <pc:docMk/>
            <pc:sldMk cId="817328162" sldId="462"/>
            <ac:spMk id="7" creationId="{94432AFA-1E8F-44C1-DE22-0CC2E701097E}"/>
          </ac:spMkLst>
        </pc:spChg>
        <pc:spChg chg="add mod">
          <ac:chgData name="Luz Pascal" userId="7fa5ceab-0349-4458-880b-7c4b9ec82b0a" providerId="ADAL" clId="{A49E9F3A-B52D-461E-ABF6-58A75CE30F76}" dt="2026-09-24T02:36:34.652" v="18349" actId="20577"/>
          <ac:spMkLst>
            <pc:docMk/>
            <pc:sldMk cId="817328162" sldId="462"/>
            <ac:spMk id="9" creationId="{1E9F5815-BD84-F9EC-C276-E3F099DE9D87}"/>
          </ac:spMkLst>
        </pc:spChg>
        <pc:spChg chg="add del">
          <ac:chgData name="Luz Pascal" userId="7fa5ceab-0349-4458-880b-7c4b9ec82b0a" providerId="ADAL" clId="{A49E9F3A-B52D-461E-ABF6-58A75CE30F76}" dt="2026-09-24T02:36:19.924" v="18308" actId="22"/>
          <ac:spMkLst>
            <pc:docMk/>
            <pc:sldMk cId="817328162" sldId="462"/>
            <ac:spMk id="11" creationId="{14B11996-17B4-901E-2CC0-3B3BC42565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Levenim MT" panose="02010502060101010101" pitchFamily="2" charset="-79"/>
              </a:defRPr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Levenim MT" panose="02010502060101010101" pitchFamily="2" charset="-79"/>
              </a:defRPr>
            </a:lvl1pPr>
          </a:lstStyle>
          <a:p>
            <a:fld id="{7859290F-2E93-48DB-8A38-B2CF63EB8058}" type="datetimeFigureOut">
              <a:rPr lang="en-AU" smtClean="0"/>
              <a:pPr/>
              <a:t>24/09/2026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Levenim MT" panose="02010502060101010101" pitchFamily="2" charset="-79"/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Levenim MT" panose="02010502060101010101" pitchFamily="2" charset="-79"/>
              </a:defRPr>
            </a:lvl1pPr>
          </a:lstStyle>
          <a:p>
            <a:fld id="{1FA5E34C-69C1-4D06-84E2-840E0E6D3ABA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5515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Levenim MT" panose="02010502060101010101" pitchFamily="2" charset="-79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5E34C-69C1-4D06-84E2-840E0E6D3ABA}" type="slidenum">
              <a:rPr lang="en-AU" smtClean="0"/>
              <a:pPr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752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0096-6F50-B5FE-B27A-93713DAFF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78DB4-E3FA-F899-13A7-C276C25A5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737E71-332E-B69B-EEEB-5DE43168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2DDBD-74F7-70FB-1133-A6986B6A5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5E34C-69C1-4D06-84E2-840E0E6D3ABA}" type="slidenum">
              <a:rPr lang="en-AU" smtClean="0"/>
              <a:pPr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1111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697DD-1E14-2452-EB58-2E85E1F03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655F2-3ADB-0A74-DA05-BC1A887B6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E391D-FE8D-08E7-0442-94C42B30C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F1654-5165-E0DB-D720-8FCC305EF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5E34C-69C1-4D06-84E2-840E0E6D3ABA}" type="slidenum">
              <a:rPr lang="en-AU" smtClean="0"/>
              <a:pPr/>
              <a:t>14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6885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C8C48-1CBE-8E5C-BB31-A5F2AE4B8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C5DE7-952F-88E1-B985-0B8CAE0CE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DB65F-6607-9D4B-FDEB-A9618C2C9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DB06D-C080-B8F6-7520-640EB0A97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5E34C-69C1-4D06-84E2-840E0E6D3ABA}" type="slidenum">
              <a:rPr lang="en-AU" smtClean="0"/>
              <a:pPr/>
              <a:t>15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2712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E9577-D311-3737-2CF4-C608C7A8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E9DFB-2C25-75B7-EBF2-C09868E7D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CAD91-CD50-33E8-EBB1-6744DB688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00EFD-C634-E74C-2323-03F42E9AFE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5E34C-69C1-4D06-84E2-840E0E6D3ABA}" type="slidenum">
              <a:rPr lang="en-AU" smtClean="0"/>
              <a:pPr/>
              <a:t>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5027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B619-E904-4883-9A76-3CBA52730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FBCAD-9CB2-3B79-F81D-8C55D5D69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095DD-DBE5-C23B-68B4-C21347B32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1F73A-C35B-B5CD-B646-9EBDAC079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5E34C-69C1-4D06-84E2-840E0E6D3ABA}" type="slidenum">
              <a:rPr lang="en-AU" smtClean="0"/>
              <a:pPr/>
              <a:t>17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91822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A0058-92A9-8C7D-1282-D69086E0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2A3D6-CD1B-2920-5F18-2A9C23D27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AC4A4-711B-B922-2464-0CE8AEB5A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FF80D-2F62-5628-ECCC-D2A014098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5E34C-69C1-4D06-84E2-840E0E6D3ABA}" type="slidenum">
              <a:rPr lang="en-AU" smtClean="0"/>
              <a:pPr/>
              <a:t>18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57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6CCC-146D-AF64-3F58-F72886657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15E0D-030F-876C-7419-322672EE7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57578-5075-FC54-2329-327432275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C3A7A-E3D7-83C4-FE87-DBEE1E8D7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5E34C-69C1-4D06-84E2-840E0E6D3ABA}" type="slidenum">
              <a:rPr lang="en-AU" smtClean="0"/>
              <a:pPr/>
              <a:t>19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3686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7E26-C6EE-D30D-76DC-AA8514448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EB848-6E44-E4B2-5508-D6C4B8B6A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69D2E-A1D5-7A19-23E1-68E290D86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EA8C2-A29F-7BD8-8BDE-1E627D32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C3173-E471-180E-4916-4D69E6E34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348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F26A-22E4-EB6F-1048-863BBCD3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200F7-CCA5-E63E-E983-ED3BCFBBD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D6DF5-93F6-8B4A-47C1-C2A04625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BF79C-DFAB-77BD-6EE0-92D58189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F97A0-2963-6F76-5F5F-3308AE14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627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33E6-DAE3-1FA4-0436-35D3862D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B7E84-539A-6F4E-167B-BF418170C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52E77-2A77-E6BF-A05C-3DF521BC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09FA8-175B-D09A-2C26-A019B92A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0F40B-9833-2C92-BE3E-482E50F30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2241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0697-BCDA-F5AB-CA72-F96A765D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9B6DF-362C-09B7-8CBF-862AE2B28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54C63-F80B-2AC2-A32D-DD537C53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EB565-8809-9602-FBB8-3A25FAD2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BD7A4-2B0C-17B7-579B-E2B76EB4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8B29E-C06B-2164-83C6-C85D91F3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181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DE83-2B3A-42CD-65A2-BEACE992D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4EBAD-357E-D42C-0424-4E8AD9231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BFCEB-4E53-D339-7BB8-15352180C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BE731-6634-81FA-0BEB-017B3B180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DE87FF-A1C3-C680-81F7-C5A3802EE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00498-C956-C430-8E8C-3689F6AE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DD33A4-0173-639E-AFB5-37616213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E6D2B2-0D78-BA14-B415-74A29C97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228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D88D-983A-C9E5-8AFF-00C67AEB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7F2D9-EA9F-D090-5904-B4C5908F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562B4-FA21-18CD-85A0-DCC69BAE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50D09-2258-6998-FDCC-4A99116A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930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E602E-5341-0E77-D020-E16F29D7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292DC-872C-3109-967D-AD7D36FA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25469-A649-2C8B-D064-8BFD068FD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11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33A6D-B55E-01E2-DEA9-DBAE5E0BC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41222-50C3-908A-010F-44C84DA6A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2A83C-2BBF-38AD-3421-7361BD274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FAD13-D4B7-03FF-BC2A-8DDB301D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80090-BBB4-F9BF-18CA-9E5ACEC3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7D3C7-4640-C926-1E3F-9493D59C6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081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6109-E0AA-8118-3539-8346812B9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A4974-7134-BB33-58C8-C8744EF07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70E1C-8C74-65A1-E75D-26A4B7AB3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4DB7C-90EF-1166-FE00-4BE2F4B0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B950C-6D11-9F7D-1058-53B4BACB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79606-C42F-0EEB-F99E-135AEB4AD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995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DA9F4-F637-5A2F-7020-1C01233E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2245E-AF44-20DD-DF75-B7E33CB53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409EC-50B0-C7D6-08CF-B79915CA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F0A6F-858B-5742-F401-83EE87BC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FDE35-AE50-5A3D-C7FC-0EDFE832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712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3A6E8B-575E-7A06-9463-A7EDAE59E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C05D2-4CE2-E1B7-6F82-6279F2BBE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B6E2C-307F-0EA8-D55C-CF4280F6F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32D11-4D40-B9B3-0631-E7618577C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55FF8-FCCC-BB4B-FB32-7F66DB21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191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AB0B60-7877-240C-FF1A-905AE698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782A6-6665-01B5-3FED-C39A5AC5E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99A39-BE22-2CB5-5D67-95C74EB726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Levenim MT" panose="02010502060101010101" pitchFamily="2" charset="-79"/>
              </a:defRPr>
            </a:lvl1pPr>
          </a:lstStyle>
          <a:p>
            <a:fld id="{D528E6A7-8C11-4F94-9F9B-ECD6A04089B0}" type="datetimeFigureOut">
              <a:rPr lang="en-AU" smtClean="0"/>
              <a:pPr/>
              <a:t>24/09/2026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3EB1C-5052-0CE6-9DD4-0E8C63C80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Levenim MT" panose="02010502060101010101" pitchFamily="2" charset="-79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EB2EE-5997-EE7F-02B9-B95EA782D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Levenim MT" panose="02010502060101010101" pitchFamily="2" charset="-79"/>
              </a:defRPr>
            </a:lvl1pPr>
          </a:lstStyle>
          <a:p>
            <a:fld id="{63732EAA-D03C-4D17-A471-B93B66D1EFC0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342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Levenim MT" panose="02010502060101010101" pitchFamily="2" charset="-79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478DD5-672C-1923-B92C-7D25924EE4CD}"/>
              </a:ext>
            </a:extLst>
          </p:cNvPr>
          <p:cNvSpPr txBox="1"/>
          <p:nvPr/>
        </p:nvSpPr>
        <p:spPr>
          <a:xfrm>
            <a:off x="492991" y="1403472"/>
            <a:ext cx="112060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5400" dirty="0">
                <a:latin typeface="Levenim MT" panose="02010502060101010101" pitchFamily="2" charset="-79"/>
                <a:cs typeface="Levenim MT" panose="02010502060101010101" pitchFamily="2" charset="-79"/>
              </a:rPr>
              <a:t>Introduction to sequential decision-making for ecologists</a:t>
            </a:r>
          </a:p>
          <a:p>
            <a:pPr algn="ctr"/>
            <a:endParaRPr lang="en-AU" sz="5400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algn="ctr"/>
            <a:r>
              <a:rPr lang="en-AU" sz="5400" dirty="0">
                <a:latin typeface="Levenim MT" panose="02010502060101010101" pitchFamily="2" charset="-79"/>
                <a:cs typeface="Levenim MT" panose="02010502060101010101" pitchFamily="2" charset="-79"/>
              </a:rPr>
              <a:t>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175F8-FA29-2A3B-8DB7-2C8DD6BA0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33527"/>
            <a:ext cx="9144000" cy="1655762"/>
          </a:xfrm>
        </p:spPr>
        <p:txBody>
          <a:bodyPr/>
          <a:lstStyle/>
          <a:p>
            <a:r>
              <a:rPr lang="en-AU" dirty="0"/>
              <a:t>Luz Pascal</a:t>
            </a:r>
          </a:p>
        </p:txBody>
      </p:sp>
    </p:spTree>
    <p:extLst>
      <p:ext uri="{BB962C8B-B14F-4D97-AF65-F5344CB8AC3E}">
        <p14:creationId xmlns:p14="http://schemas.microsoft.com/office/powerpoint/2010/main" val="1190953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94DA-6449-75B8-D520-BDBDFF5A0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346"/>
            <a:ext cx="10515600" cy="1325563"/>
          </a:xfrm>
        </p:spPr>
        <p:txBody>
          <a:bodyPr/>
          <a:lstStyle/>
          <a:p>
            <a:r>
              <a:rPr lang="en-AU" dirty="0"/>
              <a:t>3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5210D-3188-1466-8153-3701B5D0B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094"/>
            <a:ext cx="10515600" cy="5285873"/>
          </a:xfrm>
        </p:spPr>
        <p:txBody>
          <a:bodyPr/>
          <a:lstStyle/>
          <a:p>
            <a:r>
              <a:rPr lang="en-AU" dirty="0"/>
              <a:t>Weather predictions with Markov Chains</a:t>
            </a:r>
          </a:p>
          <a:p>
            <a:pPr lvl="1"/>
            <a:r>
              <a:rPr lang="en-AU" dirty="0"/>
              <a:t>Running Markov chains in R</a:t>
            </a:r>
          </a:p>
          <a:p>
            <a:endParaRPr lang="en-AU" dirty="0"/>
          </a:p>
          <a:p>
            <a:r>
              <a:rPr lang="en-AU" dirty="0"/>
              <a:t>Tiger problem (adapted from </a:t>
            </a:r>
            <a:r>
              <a:rPr lang="en-AU" dirty="0" err="1"/>
              <a:t>Chades</a:t>
            </a:r>
            <a:r>
              <a:rPr lang="en-AU" dirty="0"/>
              <a:t> et al., 2008)</a:t>
            </a:r>
          </a:p>
          <a:p>
            <a:pPr lvl="1"/>
            <a:r>
              <a:rPr lang="en-AU" dirty="0"/>
              <a:t>Basic implementation of the techniques using R</a:t>
            </a:r>
          </a:p>
          <a:p>
            <a:endParaRPr lang="en-AU" dirty="0"/>
          </a:p>
          <a:p>
            <a:r>
              <a:rPr lang="en-AU" dirty="0"/>
              <a:t>Wolf culling (adapted from </a:t>
            </a:r>
            <a:r>
              <a:rPr lang="en-AU" dirty="0" err="1"/>
              <a:t>Marescot</a:t>
            </a:r>
            <a:r>
              <a:rPr lang="en-AU" dirty="0"/>
              <a:t> et al., 2013)</a:t>
            </a:r>
          </a:p>
          <a:p>
            <a:pPr lvl="1"/>
            <a:r>
              <a:rPr lang="en-AU" dirty="0"/>
              <a:t>tutorial/03-tutorial wolf </a:t>
            </a:r>
            <a:r>
              <a:rPr lang="en-AU" dirty="0" err="1"/>
              <a:t>culling.R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2636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6CB42BC-2E63-AD0C-8633-3C75FFD9BF3A}"/>
              </a:ext>
            </a:extLst>
          </p:cNvPr>
          <p:cNvSpPr/>
          <p:nvPr/>
        </p:nvSpPr>
        <p:spPr>
          <a:xfrm>
            <a:off x="838200" y="1900990"/>
            <a:ext cx="10515599" cy="2903622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Weather predictions</a:t>
            </a:r>
          </a:p>
        </p:txBody>
      </p:sp>
    </p:spTree>
    <p:extLst>
      <p:ext uri="{BB962C8B-B14F-4D97-AF65-F5344CB8AC3E}">
        <p14:creationId xmlns:p14="http://schemas.microsoft.com/office/powerpoint/2010/main" val="46305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61FEE51-16AA-0BAC-49C0-BD1C2905665D}"/>
              </a:ext>
            </a:extLst>
          </p:cNvPr>
          <p:cNvSpPr/>
          <p:nvPr/>
        </p:nvSpPr>
        <p:spPr>
          <a:xfrm>
            <a:off x="838200" y="92409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Weather predictions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EB604EC-0CD9-5128-3B74-ACC2E3200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738" y="2061185"/>
            <a:ext cx="8045320" cy="4570523"/>
          </a:xfrm>
          <a:prstGeom prst="rect">
            <a:avLst/>
          </a:prstGeom>
        </p:spPr>
      </p:pic>
      <p:sp>
        <p:nvSpPr>
          <p:cNvPr id="35" name="Title 6">
            <a:extLst>
              <a:ext uri="{FF2B5EF4-FFF2-40B4-BE49-F238E27FC236}">
                <a16:creationId xmlns:a16="http://schemas.microsoft.com/office/drawing/2014/main" id="{4F745BD3-766D-82BC-C900-7B80D7D52D29}"/>
              </a:ext>
            </a:extLst>
          </p:cNvPr>
          <p:cNvSpPr txBox="1">
            <a:spLocks/>
          </p:cNvSpPr>
          <p:nvPr/>
        </p:nvSpPr>
        <p:spPr>
          <a:xfrm>
            <a:off x="838200" y="134298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Levenim MT" panose="02010502060101010101" pitchFamily="2" charset="-79"/>
                <a:ea typeface="+mj-ea"/>
                <a:cs typeface="+mj-cs"/>
              </a:defRPr>
            </a:lvl1pPr>
          </a:lstStyle>
          <a:p>
            <a:r>
              <a:rPr lang="en-AU" dirty="0"/>
              <a:t>tutorial/01-tutorial </a:t>
            </a:r>
            <a:r>
              <a:rPr lang="en-AU" dirty="0" err="1"/>
              <a:t>markov</a:t>
            </a:r>
            <a:r>
              <a:rPr lang="en-AU" dirty="0"/>
              <a:t> </a:t>
            </a:r>
            <a:r>
              <a:rPr lang="en-AU" dirty="0" err="1"/>
              <a:t>chain.R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4379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ECE1-9066-299B-C186-9D865F39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A482336-DF1F-59FC-5A73-A45D2A9B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tutorial/01-tutorial </a:t>
            </a:r>
            <a:r>
              <a:rPr lang="en-AU" dirty="0" err="1"/>
              <a:t>markov</a:t>
            </a:r>
            <a:r>
              <a:rPr lang="en-AU" dirty="0"/>
              <a:t> </a:t>
            </a:r>
            <a:r>
              <a:rPr lang="en-AU" dirty="0" err="1"/>
              <a:t>chain.R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7F7B74-0DB6-80D3-F886-0B9746EEB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2141"/>
            <a:ext cx="10118893" cy="48021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4479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D54F24-EF6C-E020-ECBC-F2FF8C169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Your turn!</a:t>
            </a:r>
          </a:p>
          <a:p>
            <a:r>
              <a:rPr lang="en-AU" dirty="0"/>
              <a:t>If it is rainy today, the probability that tomorrow is sunny is 0.6</a:t>
            </a:r>
          </a:p>
          <a:p>
            <a:r>
              <a:rPr lang="en-AU" dirty="0"/>
              <a:t>If it is sunny today, the probability that tomorrow is rainy is 0.2.</a:t>
            </a:r>
          </a:p>
          <a:p>
            <a:pPr lvl="1"/>
            <a:r>
              <a:rPr lang="en-AU" sz="2800" dirty="0"/>
              <a:t>Define the state space</a:t>
            </a:r>
          </a:p>
          <a:p>
            <a:pPr lvl="1"/>
            <a:r>
              <a:rPr lang="en-AU" sz="2800" dirty="0"/>
              <a:t>Define the transition function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08AF8A-160A-6FBA-FC0B-AD1267DAD0CB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Chains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E436B22-6462-5F84-6B3C-0AADA15FE587}"/>
              </a:ext>
            </a:extLst>
          </p:cNvPr>
          <p:cNvGrpSpPr/>
          <p:nvPr/>
        </p:nvGrpSpPr>
        <p:grpSpPr>
          <a:xfrm>
            <a:off x="1413072" y="5597632"/>
            <a:ext cx="3049913" cy="787653"/>
            <a:chOff x="1413072" y="5597632"/>
            <a:chExt cx="3049913" cy="787653"/>
          </a:xfrm>
        </p:grpSpPr>
        <p:pic>
          <p:nvPicPr>
            <p:cNvPr id="11" name="Picture 10" descr="Sun and clouds with rain drops&#10;&#10;Description automatically generated">
              <a:extLst>
                <a:ext uri="{FF2B5EF4-FFF2-40B4-BE49-F238E27FC236}">
                  <a16:creationId xmlns:a16="http://schemas.microsoft.com/office/drawing/2014/main" id="{6672F481-8AAA-60D4-44F3-4768D211B1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78" t="46553" r="5586" b="17521"/>
            <a:stretch/>
          </p:blipFill>
          <p:spPr>
            <a:xfrm>
              <a:off x="2627957" y="5668083"/>
              <a:ext cx="959668" cy="646753"/>
            </a:xfrm>
            <a:prstGeom prst="rect">
              <a:avLst/>
            </a:prstGeom>
          </p:spPr>
        </p:pic>
        <p:pic>
          <p:nvPicPr>
            <p:cNvPr id="12" name="Picture 11" descr="Sun and clouds with rain drops&#10;&#10;Description automatically generated">
              <a:extLst>
                <a:ext uri="{FF2B5EF4-FFF2-40B4-BE49-F238E27FC236}">
                  <a16:creationId xmlns:a16="http://schemas.microsoft.com/office/drawing/2014/main" id="{7999B6F7-E7C7-EF5A-70BE-38E214D565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422" t="4812" r="32319" b="51435"/>
            <a:stretch/>
          </p:blipFill>
          <p:spPr>
            <a:xfrm>
              <a:off x="3693441" y="5597632"/>
              <a:ext cx="769544" cy="78765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D5A89E5-5971-9E01-DE3F-41FE5DB1C0EC}"/>
                </a:ext>
              </a:extLst>
            </p:cNvPr>
            <p:cNvSpPr txBox="1"/>
            <p:nvPr/>
          </p:nvSpPr>
          <p:spPr>
            <a:xfrm>
              <a:off x="1413072" y="5668702"/>
              <a:ext cx="136864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2800" dirty="0">
                  <a:latin typeface="Levenim MT" panose="02010502060101010101" pitchFamily="2" charset="-79"/>
                </a:rPr>
                <a:t>States: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8EB246-D6DA-CCE9-BC94-A071021B461B}"/>
              </a:ext>
            </a:extLst>
          </p:cNvPr>
          <p:cNvGrpSpPr/>
          <p:nvPr/>
        </p:nvGrpSpPr>
        <p:grpSpPr>
          <a:xfrm>
            <a:off x="5443347" y="4644720"/>
            <a:ext cx="6090985" cy="2148009"/>
            <a:chOff x="5443347" y="4644720"/>
            <a:chExt cx="6090985" cy="2148009"/>
          </a:xfrm>
        </p:grpSpPr>
        <p:pic>
          <p:nvPicPr>
            <p:cNvPr id="3" name="Picture 2" descr="Sun and clouds with rain drops&#10;&#10;Description automatically generated">
              <a:extLst>
                <a:ext uri="{FF2B5EF4-FFF2-40B4-BE49-F238E27FC236}">
                  <a16:creationId xmlns:a16="http://schemas.microsoft.com/office/drawing/2014/main" id="{3A50969E-7E2D-F8BA-4FFA-29EDA12403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422" t="4812" r="32319" b="51435"/>
            <a:stretch/>
          </p:blipFill>
          <p:spPr>
            <a:xfrm>
              <a:off x="7858116" y="6005076"/>
              <a:ext cx="769544" cy="787653"/>
            </a:xfrm>
            <a:prstGeom prst="rect">
              <a:avLst/>
            </a:prstGeom>
          </p:spPr>
        </p:pic>
        <p:pic>
          <p:nvPicPr>
            <p:cNvPr id="7" name="Picture 6" descr="Sun and clouds with rain drops&#10;&#10;Description automatically generated">
              <a:extLst>
                <a:ext uri="{FF2B5EF4-FFF2-40B4-BE49-F238E27FC236}">
                  <a16:creationId xmlns:a16="http://schemas.microsoft.com/office/drawing/2014/main" id="{C631D326-B0DE-AE7C-BBCD-3E32B6321E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78" t="46553" r="5586" b="17521"/>
            <a:stretch/>
          </p:blipFill>
          <p:spPr>
            <a:xfrm>
              <a:off x="8848318" y="4715171"/>
              <a:ext cx="959668" cy="64675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E4A44BB-4A7C-80A3-F939-3B98CCD92BFC}"/>
                    </a:ext>
                  </a:extLst>
                </p:cNvPr>
                <p:cNvSpPr txBox="1"/>
                <p:nvPr/>
              </p:nvSpPr>
              <p:spPr>
                <a:xfrm>
                  <a:off x="8491063" y="5361924"/>
                  <a:ext cx="3043269" cy="12316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AU" sz="4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AU" sz="48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AU" sz="4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AU" sz="4800" b="0" i="1" smtClean="0">
                                      <a:latin typeface="Cambria Math" panose="02040503050406030204" pitchFamily="18" charset="0"/>
                                    </a:rPr>
                                    <m:t>.4</m:t>
                                  </m:r>
                                </m:e>
                                <m:e>
                                  <m:r>
                                    <a:rPr lang="en-AU" sz="4800" b="0" i="1" smtClean="0">
                                      <a:latin typeface="Cambria Math" panose="02040503050406030204" pitchFamily="18" charset="0"/>
                                    </a:rPr>
                                    <m:t>0.6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AU" sz="4800" b="0" i="1" smtClean="0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  <m:e>
                                  <m:r>
                                    <a:rPr lang="en-AU" sz="4800" b="0" i="1" smtClean="0">
                                      <a:latin typeface="Cambria Math" panose="02040503050406030204" pitchFamily="18" charset="0"/>
                                    </a:rPr>
                                    <m:t>0.8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AU" sz="4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E4A44BB-4A7C-80A3-F939-3B98CCD92B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1063" y="5361924"/>
                  <a:ext cx="3043269" cy="123168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Picture 8" descr="Sun and clouds with rain drops&#10;&#10;Description automatically generated">
              <a:extLst>
                <a:ext uri="{FF2B5EF4-FFF2-40B4-BE49-F238E27FC236}">
                  <a16:creationId xmlns:a16="http://schemas.microsoft.com/office/drawing/2014/main" id="{2FFE5B16-148C-2C0F-6028-4D6E309517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422" t="4812" r="32319" b="51435"/>
            <a:stretch/>
          </p:blipFill>
          <p:spPr>
            <a:xfrm>
              <a:off x="10346310" y="4644720"/>
              <a:ext cx="769544" cy="787653"/>
            </a:xfrm>
            <a:prstGeom prst="rect">
              <a:avLst/>
            </a:prstGeom>
          </p:spPr>
        </p:pic>
        <p:pic>
          <p:nvPicPr>
            <p:cNvPr id="10" name="Picture 9" descr="Sun and clouds with rain drops&#10;&#10;Description automatically generated">
              <a:extLst>
                <a:ext uri="{FF2B5EF4-FFF2-40B4-BE49-F238E27FC236}">
                  <a16:creationId xmlns:a16="http://schemas.microsoft.com/office/drawing/2014/main" id="{EFFCCB0E-02FF-968D-12D7-0FC4855521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78" t="46553" r="10213" b="17521"/>
            <a:stretch/>
          </p:blipFill>
          <p:spPr>
            <a:xfrm>
              <a:off x="7753590" y="5290854"/>
              <a:ext cx="841999" cy="646753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6440423-254B-B52C-8162-676BD3316E97}"/>
                </a:ext>
              </a:extLst>
            </p:cNvPr>
            <p:cNvSpPr txBox="1"/>
            <p:nvPr/>
          </p:nvSpPr>
          <p:spPr>
            <a:xfrm>
              <a:off x="5443347" y="5500712"/>
              <a:ext cx="228567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2800" dirty="0">
                  <a:latin typeface="Levenim MT" panose="02010502060101010101" pitchFamily="2" charset="-79"/>
                </a:rPr>
                <a:t>Transition function: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7F4082A-2BA5-5670-925F-6EFE4E10A05D}"/>
              </a:ext>
            </a:extLst>
          </p:cNvPr>
          <p:cNvSpPr txBox="1"/>
          <p:nvPr/>
        </p:nvSpPr>
        <p:spPr>
          <a:xfrm rot="16200000">
            <a:off x="7010478" y="5633197"/>
            <a:ext cx="1120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From: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CF0962-319F-251C-9586-6C4FB5E257BF}"/>
              </a:ext>
            </a:extLst>
          </p:cNvPr>
          <p:cNvSpPr txBox="1"/>
          <p:nvPr/>
        </p:nvSpPr>
        <p:spPr>
          <a:xfrm>
            <a:off x="9391683" y="4310958"/>
            <a:ext cx="1120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To:</a:t>
            </a:r>
          </a:p>
        </p:txBody>
      </p:sp>
    </p:spTree>
    <p:extLst>
      <p:ext uri="{BB962C8B-B14F-4D97-AF65-F5344CB8AC3E}">
        <p14:creationId xmlns:p14="http://schemas.microsoft.com/office/powerpoint/2010/main" val="149663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28419-D17F-5CF3-9CFF-58D1298E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B2A4F-BE3B-B93A-01A3-0063F6911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Code the weather Markov chain</a:t>
            </a:r>
          </a:p>
          <a:p>
            <a:endParaRPr lang="en-AU" dirty="0"/>
          </a:p>
          <a:p>
            <a:r>
              <a:rPr lang="en-AU" dirty="0"/>
              <a:t>Run a simulation</a:t>
            </a:r>
          </a:p>
          <a:p>
            <a:endParaRPr lang="en-AU" dirty="0"/>
          </a:p>
          <a:p>
            <a:r>
              <a:rPr lang="en-AU" dirty="0"/>
              <a:t>If we were running a large number of simulations, how frequently would we have a sunny day and a rainy day?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0BC0BAA-722A-5619-E902-B7A74E0F8659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Chains</a:t>
            </a:r>
          </a:p>
        </p:txBody>
      </p:sp>
    </p:spTree>
    <p:extLst>
      <p:ext uri="{BB962C8B-B14F-4D97-AF65-F5344CB8AC3E}">
        <p14:creationId xmlns:p14="http://schemas.microsoft.com/office/powerpoint/2010/main" val="164048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11ABFB-0F61-B427-EBCF-2B469905A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7" y="633022"/>
            <a:ext cx="10212225" cy="55919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Sun and clouds with rain drops&#10;&#10;Description automatically generated">
            <a:extLst>
              <a:ext uri="{FF2B5EF4-FFF2-40B4-BE49-F238E27FC236}">
                <a16:creationId xmlns:a16="http://schemas.microsoft.com/office/drawing/2014/main" id="{3518E2A5-1F55-5229-55FC-5A080410E8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78" t="46553" r="5586" b="17521"/>
          <a:stretch/>
        </p:blipFill>
        <p:spPr>
          <a:xfrm>
            <a:off x="205935" y="5095428"/>
            <a:ext cx="959668" cy="646753"/>
          </a:xfrm>
          <a:prstGeom prst="rect">
            <a:avLst/>
          </a:prstGeom>
        </p:spPr>
      </p:pic>
      <p:pic>
        <p:nvPicPr>
          <p:cNvPr id="9" name="Picture 8" descr="Sun and clouds with rain drops&#10;&#10;Description automatically generated">
            <a:extLst>
              <a:ext uri="{FF2B5EF4-FFF2-40B4-BE49-F238E27FC236}">
                <a16:creationId xmlns:a16="http://schemas.microsoft.com/office/drawing/2014/main" id="{58028BBC-AAE8-CB39-828E-FC6500534E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22" t="4812" r="32319" b="51435"/>
          <a:stretch/>
        </p:blipFill>
        <p:spPr>
          <a:xfrm>
            <a:off x="396059" y="554577"/>
            <a:ext cx="769544" cy="78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713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8A79-84C9-E8E4-D7DD-ADE4746B2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5709CB7-61B2-CA87-59B3-E759F40301A6}"/>
              </a:ext>
            </a:extLst>
          </p:cNvPr>
          <p:cNvSpPr/>
          <p:nvPr/>
        </p:nvSpPr>
        <p:spPr>
          <a:xfrm>
            <a:off x="838200" y="1900990"/>
            <a:ext cx="10515599" cy="2903622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Tiger problem</a:t>
            </a:r>
          </a:p>
        </p:txBody>
      </p:sp>
    </p:spTree>
    <p:extLst>
      <p:ext uri="{BB962C8B-B14F-4D97-AF65-F5344CB8AC3E}">
        <p14:creationId xmlns:p14="http://schemas.microsoft.com/office/powerpoint/2010/main" val="3572217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20FF-0DBD-0004-E356-14B4B118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5AF65F3-FA5E-D385-59E4-5B3CC643A8A1}"/>
              </a:ext>
            </a:extLst>
          </p:cNvPr>
          <p:cNvSpPr/>
          <p:nvPr/>
        </p:nvSpPr>
        <p:spPr>
          <a:xfrm>
            <a:off x="838200" y="92409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Tiger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630965-EF90-5763-0F9D-C568BC73D784}"/>
              </a:ext>
            </a:extLst>
          </p:cNvPr>
          <p:cNvSpPr txBox="1"/>
          <p:nvPr/>
        </p:nvSpPr>
        <p:spPr>
          <a:xfrm>
            <a:off x="863599" y="1704056"/>
            <a:ext cx="13686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States: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CFD9E4-8FE1-6ED1-C513-251712A2D9BC}"/>
              </a:ext>
            </a:extLst>
          </p:cNvPr>
          <p:cNvSpPr txBox="1"/>
          <p:nvPr/>
        </p:nvSpPr>
        <p:spPr>
          <a:xfrm>
            <a:off x="6010273" y="1717966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Actions:</a:t>
            </a:r>
          </a:p>
        </p:txBody>
      </p:sp>
      <p:pic>
        <p:nvPicPr>
          <p:cNvPr id="10" name="Graphic 9" descr="No sign with solid fill">
            <a:extLst>
              <a:ext uri="{FF2B5EF4-FFF2-40B4-BE49-F238E27FC236}">
                <a16:creationId xmlns:a16="http://schemas.microsoft.com/office/drawing/2014/main" id="{182F3EA7-EEB6-1F1A-5FBD-34FAAEE68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0155" y="1563518"/>
            <a:ext cx="914400" cy="914400"/>
          </a:xfrm>
          <a:prstGeom prst="rect">
            <a:avLst/>
          </a:prstGeom>
        </p:spPr>
      </p:pic>
      <p:pic>
        <p:nvPicPr>
          <p:cNvPr id="11" name="Graphic 10" descr="Open hand with plant with solid fill">
            <a:extLst>
              <a:ext uri="{FF2B5EF4-FFF2-40B4-BE49-F238E27FC236}">
                <a16:creationId xmlns:a16="http://schemas.microsoft.com/office/drawing/2014/main" id="{2F889CFD-7B42-7B5D-C0A1-CD9E746AE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9935" y="1563518"/>
            <a:ext cx="914400" cy="9144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BC6F96A-F09C-1002-2B36-819380BC4088}"/>
              </a:ext>
            </a:extLst>
          </p:cNvPr>
          <p:cNvGrpSpPr/>
          <p:nvPr/>
        </p:nvGrpSpPr>
        <p:grpSpPr>
          <a:xfrm>
            <a:off x="2209619" y="1441191"/>
            <a:ext cx="2627701" cy="914400"/>
            <a:chOff x="2209619" y="1926966"/>
            <a:chExt cx="2627701" cy="9144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A7B70EA-D48A-20BD-26AC-44B5E3448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09619" y="1992860"/>
              <a:ext cx="1245963" cy="78261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BDC3870-FF8E-CB2F-267C-3C8485D47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91357" y="1976994"/>
              <a:ext cx="1245963" cy="782612"/>
            </a:xfrm>
            <a:prstGeom prst="rect">
              <a:avLst/>
            </a:prstGeom>
          </p:spPr>
        </p:pic>
        <p:pic>
          <p:nvPicPr>
            <p:cNvPr id="15" name="Graphic 14" descr="Close with solid fill">
              <a:extLst>
                <a:ext uri="{FF2B5EF4-FFF2-40B4-BE49-F238E27FC236}">
                  <a16:creationId xmlns:a16="http://schemas.microsoft.com/office/drawing/2014/main" id="{DC73A80E-DBAA-7042-EF9F-2427C9E179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57233" y="1926966"/>
              <a:ext cx="914400" cy="914400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74E4225-E185-1B08-5630-484BF9E1D09D}"/>
              </a:ext>
            </a:extLst>
          </p:cNvPr>
          <p:cNvSpPr txBox="1"/>
          <p:nvPr/>
        </p:nvSpPr>
        <p:spPr>
          <a:xfrm>
            <a:off x="3613141" y="2283151"/>
            <a:ext cx="120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venim MT" panose="02010502060101010101" pitchFamily="2" charset="-79"/>
              </a:rPr>
              <a:t>Extinct</a:t>
            </a:r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20FCC5-E171-4EE2-AB76-885073D368E4}"/>
              </a:ext>
            </a:extLst>
          </p:cNvPr>
          <p:cNvSpPr txBox="1"/>
          <p:nvPr/>
        </p:nvSpPr>
        <p:spPr>
          <a:xfrm>
            <a:off x="2248486" y="2289697"/>
            <a:ext cx="120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venim MT" panose="02010502060101010101" pitchFamily="2" charset="-79"/>
              </a:rPr>
              <a:t>Extant</a:t>
            </a:r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6D2BF-D2F8-2569-2519-7EF9C0084385}"/>
              </a:ext>
            </a:extLst>
          </p:cNvPr>
          <p:cNvSpPr txBox="1"/>
          <p:nvPr/>
        </p:nvSpPr>
        <p:spPr>
          <a:xfrm>
            <a:off x="52188" y="3072309"/>
            <a:ext cx="4521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Transition function: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BF7C442-14FB-1081-8D30-89B59EE192F5}"/>
              </a:ext>
            </a:extLst>
          </p:cNvPr>
          <p:cNvGrpSpPr/>
          <p:nvPr/>
        </p:nvGrpSpPr>
        <p:grpSpPr>
          <a:xfrm>
            <a:off x="83690" y="3974514"/>
            <a:ext cx="3735854" cy="2350587"/>
            <a:chOff x="83690" y="3974514"/>
            <a:chExt cx="3735854" cy="23505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6C78EE5-80BA-9402-A426-A66C78973C0F}"/>
                    </a:ext>
                  </a:extLst>
                </p:cNvPr>
                <p:cNvSpPr txBox="1"/>
                <p:nvPr/>
              </p:nvSpPr>
              <p:spPr>
                <a:xfrm>
                  <a:off x="1033333" y="5091995"/>
                  <a:ext cx="2786211" cy="11290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AU" sz="4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AU" sz="4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AU" sz="4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AU" sz="44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e>
                                  <m:r>
                                    <a:rPr lang="en-AU" sz="4400" b="0" i="1" smtClean="0"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AU" sz="44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ECE97A0-6F32-956F-D5C9-82A32980FD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333" y="5091995"/>
                  <a:ext cx="2786211" cy="112909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" name="Graphic 5" descr="No sign with solid fill">
              <a:extLst>
                <a:ext uri="{FF2B5EF4-FFF2-40B4-BE49-F238E27FC236}">
                  <a16:creationId xmlns:a16="http://schemas.microsoft.com/office/drawing/2014/main" id="{492B2C2C-3EBE-DE2F-C2F7-FE1DB78770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8661" y="3974514"/>
              <a:ext cx="914400" cy="914400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F39C796-B531-6614-D2DA-0AF861B60AF2}"/>
                </a:ext>
              </a:extLst>
            </p:cNvPr>
            <p:cNvGrpSpPr/>
            <p:nvPr/>
          </p:nvGrpSpPr>
          <p:grpSpPr>
            <a:xfrm>
              <a:off x="1360977" y="4448585"/>
              <a:ext cx="2171562" cy="709536"/>
              <a:chOff x="2209619" y="1926966"/>
              <a:chExt cx="2627701" cy="91440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7CFD683-30F5-A561-BAF9-9E2BFC855E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09619" y="1992860"/>
                <a:ext cx="1245963" cy="782612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42FCB569-46C8-86B7-D5DA-4F32476D05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91357" y="1976994"/>
                <a:ext cx="1245963" cy="782612"/>
              </a:xfrm>
              <a:prstGeom prst="rect">
                <a:avLst/>
              </a:prstGeom>
            </p:spPr>
          </p:pic>
          <p:pic>
            <p:nvPicPr>
              <p:cNvPr id="19" name="Graphic 18" descr="Close with solid fill">
                <a:extLst>
                  <a:ext uri="{FF2B5EF4-FFF2-40B4-BE49-F238E27FC236}">
                    <a16:creationId xmlns:a16="http://schemas.microsoft.com/office/drawing/2014/main" id="{44754655-A005-4F3E-36B3-136C618A6B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757233" y="1926966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A66F1B-D45F-56FC-755E-4591BB3AD207}"/>
                </a:ext>
              </a:extLst>
            </p:cNvPr>
            <p:cNvGrpSpPr/>
            <p:nvPr/>
          </p:nvGrpSpPr>
          <p:grpSpPr>
            <a:xfrm>
              <a:off x="83690" y="5039315"/>
              <a:ext cx="1046822" cy="1285786"/>
              <a:chOff x="65198" y="4912472"/>
              <a:chExt cx="1046822" cy="1285786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F2260D4E-2FA8-16DF-9D4E-3BD16CFDA5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342" y="4912472"/>
                <a:ext cx="1029678" cy="607274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5A13421C-AE0D-FB3D-4905-496888B3E8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198" y="5527542"/>
                <a:ext cx="1029678" cy="607274"/>
              </a:xfrm>
              <a:prstGeom prst="rect">
                <a:avLst/>
              </a:prstGeom>
            </p:spPr>
          </p:pic>
          <p:pic>
            <p:nvPicPr>
              <p:cNvPr id="27" name="Graphic 26" descr="Close with solid fill">
                <a:extLst>
                  <a:ext uri="{FF2B5EF4-FFF2-40B4-BE49-F238E27FC236}">
                    <a16:creationId xmlns:a16="http://schemas.microsoft.com/office/drawing/2014/main" id="{EB545475-5D5C-70D9-0495-9F58D02E9B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02280" y="5488722"/>
                <a:ext cx="755671" cy="709536"/>
              </a:xfrm>
              <a:prstGeom prst="rect">
                <a:avLst/>
              </a:prstGeom>
            </p:spPr>
          </p:pic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BC2C85A-C6A9-226C-E41D-2F9DEC1890FA}"/>
              </a:ext>
            </a:extLst>
          </p:cNvPr>
          <p:cNvGrpSpPr/>
          <p:nvPr/>
        </p:nvGrpSpPr>
        <p:grpSpPr>
          <a:xfrm>
            <a:off x="3809719" y="3970397"/>
            <a:ext cx="4014092" cy="2354704"/>
            <a:chOff x="3809719" y="3950179"/>
            <a:chExt cx="4014092" cy="23547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57B6809-3E1D-A6A9-21B8-297D512C9B34}"/>
                    </a:ext>
                  </a:extLst>
                </p:cNvPr>
                <p:cNvSpPr txBox="1"/>
                <p:nvPr/>
              </p:nvSpPr>
              <p:spPr>
                <a:xfrm>
                  <a:off x="4722385" y="5086999"/>
                  <a:ext cx="3101426" cy="10264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AU" sz="40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AU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AU" sz="40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94</m:t>
                                  </m:r>
                                </m:e>
                                <m:e>
                                  <m:r>
                                    <a:rPr lang="en-AU" sz="4000" b="0" i="1" smtClean="0"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AU" sz="40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AU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AU" sz="44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8715FF3-311D-7A24-14D3-DE25DFF19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2385" y="5086999"/>
                  <a:ext cx="3101426" cy="102643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Graphic 7" descr="Open hand with plant with solid fill">
              <a:extLst>
                <a:ext uri="{FF2B5EF4-FFF2-40B4-BE49-F238E27FC236}">
                  <a16:creationId xmlns:a16="http://schemas.microsoft.com/office/drawing/2014/main" id="{EAEBC0ED-0295-2612-3FF5-AD923B6A6B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97713" y="3950179"/>
              <a:ext cx="914400" cy="9144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8B3A43F-CEE0-F8FE-8B72-DEEE9814F01A}"/>
                </a:ext>
              </a:extLst>
            </p:cNvPr>
            <p:cNvGrpSpPr/>
            <p:nvPr/>
          </p:nvGrpSpPr>
          <p:grpSpPr>
            <a:xfrm>
              <a:off x="5034434" y="4448585"/>
              <a:ext cx="2171562" cy="709536"/>
              <a:chOff x="2209619" y="1926966"/>
              <a:chExt cx="2627701" cy="914400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C8E30795-CD38-514D-A809-056048445E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09619" y="1992860"/>
                <a:ext cx="1245963" cy="782612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A47EAEAE-44DA-0D1E-3806-1DB7431FA0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91357" y="1976994"/>
                <a:ext cx="1245963" cy="782612"/>
              </a:xfrm>
              <a:prstGeom prst="rect">
                <a:avLst/>
              </a:prstGeom>
            </p:spPr>
          </p:pic>
          <p:pic>
            <p:nvPicPr>
              <p:cNvPr id="23" name="Graphic 22" descr="Close with solid fill">
                <a:extLst>
                  <a:ext uri="{FF2B5EF4-FFF2-40B4-BE49-F238E27FC236}">
                    <a16:creationId xmlns:a16="http://schemas.microsoft.com/office/drawing/2014/main" id="{2DAAE94D-A590-8120-1C09-E4FF7CD0F7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757233" y="1926966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D10C761-295A-6A4B-E650-5C44805856B1}"/>
                </a:ext>
              </a:extLst>
            </p:cNvPr>
            <p:cNvGrpSpPr/>
            <p:nvPr/>
          </p:nvGrpSpPr>
          <p:grpSpPr>
            <a:xfrm>
              <a:off x="3809719" y="5019097"/>
              <a:ext cx="1046822" cy="1285786"/>
              <a:chOff x="65198" y="4912472"/>
              <a:chExt cx="1046822" cy="1285786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8B4525CB-2912-55D7-995F-AF5F3A5DCB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342" y="4912472"/>
                <a:ext cx="1029678" cy="607274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FE8EE863-CECF-8B20-1B71-EFA05E0891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198" y="5527542"/>
                <a:ext cx="1029678" cy="607274"/>
              </a:xfrm>
              <a:prstGeom prst="rect">
                <a:avLst/>
              </a:prstGeom>
            </p:spPr>
          </p:pic>
          <p:pic>
            <p:nvPicPr>
              <p:cNvPr id="31" name="Graphic 30" descr="Close with solid fill">
                <a:extLst>
                  <a:ext uri="{FF2B5EF4-FFF2-40B4-BE49-F238E27FC236}">
                    <a16:creationId xmlns:a16="http://schemas.microsoft.com/office/drawing/2014/main" id="{23781EFC-A4D1-BC15-ADDB-3192A32514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02280" y="5488722"/>
                <a:ext cx="755671" cy="709536"/>
              </a:xfrm>
              <a:prstGeom prst="rect">
                <a:avLst/>
              </a:prstGeom>
            </p:spPr>
          </p:pic>
        </p:grp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B183635-9452-AF56-E84D-9928B765FCEB}"/>
              </a:ext>
            </a:extLst>
          </p:cNvPr>
          <p:cNvCxnSpPr/>
          <p:nvPr/>
        </p:nvCxnSpPr>
        <p:spPr>
          <a:xfrm>
            <a:off x="3749120" y="4074694"/>
            <a:ext cx="0" cy="27833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BF353A3-0EFC-CDC6-FA86-9684AEEF54FE}"/>
              </a:ext>
            </a:extLst>
          </p:cNvPr>
          <p:cNvCxnSpPr>
            <a:cxnSpLocks/>
          </p:cNvCxnSpPr>
          <p:nvPr/>
        </p:nvCxnSpPr>
        <p:spPr>
          <a:xfrm>
            <a:off x="7722663" y="3072309"/>
            <a:ext cx="20944" cy="37652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2CF59B1-0574-D666-FB7E-015E5B64EAC8}"/>
              </a:ext>
            </a:extLst>
          </p:cNvPr>
          <p:cNvSpPr txBox="1"/>
          <p:nvPr/>
        </p:nvSpPr>
        <p:spPr>
          <a:xfrm>
            <a:off x="7823811" y="3072309"/>
            <a:ext cx="32391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Reward function: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B06B5A7-EF44-2C1F-9E13-0856FFD69D0D}"/>
              </a:ext>
            </a:extLst>
          </p:cNvPr>
          <p:cNvGrpSpPr/>
          <p:nvPr/>
        </p:nvGrpSpPr>
        <p:grpSpPr>
          <a:xfrm>
            <a:off x="7955512" y="4254356"/>
            <a:ext cx="4235667" cy="2070745"/>
            <a:chOff x="8058221" y="3704179"/>
            <a:chExt cx="4235667" cy="20707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86C3625-F95D-7ACB-682A-6A08F60DE418}"/>
                    </a:ext>
                  </a:extLst>
                </p:cNvPr>
                <p:cNvSpPr txBox="1"/>
                <p:nvPr/>
              </p:nvSpPr>
              <p:spPr>
                <a:xfrm>
                  <a:off x="8982725" y="4555781"/>
                  <a:ext cx="3311163" cy="11290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AU" sz="4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AU" sz="4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AU" sz="4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AU" sz="4400" b="0" i="1" smtClean="0">
                                      <a:latin typeface="Cambria Math" panose="02040503050406030204" pitchFamily="18" charset="0"/>
                                    </a:rPr>
                                    <m:t>1−0.1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AU" sz="4400" b="0" i="1" smtClean="0">
                                      <a:latin typeface="Cambria Math" panose="02040503050406030204" pitchFamily="18" charset="0"/>
                                    </a:rPr>
                                    <m:t>−0.1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AU" sz="44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79CC72B-9C4A-400F-B435-B28040CE91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2725" y="4555781"/>
                  <a:ext cx="3311163" cy="112909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0" name="Graphic 49" descr="Open hand with plant with solid fill">
              <a:extLst>
                <a:ext uri="{FF2B5EF4-FFF2-40B4-BE49-F238E27FC236}">
                  <a16:creationId xmlns:a16="http://schemas.microsoft.com/office/drawing/2014/main" id="{153E3FB4-3DEE-3DDC-D7CB-73CF71E556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690941" y="3704179"/>
              <a:ext cx="914400" cy="914400"/>
            </a:xfrm>
            <a:prstGeom prst="rect">
              <a:avLst/>
            </a:prstGeom>
          </p:spPr>
        </p:pic>
        <p:pic>
          <p:nvPicPr>
            <p:cNvPr id="52" name="Graphic 51" descr="No sign with solid fill">
              <a:extLst>
                <a:ext uri="{FF2B5EF4-FFF2-40B4-BE49-F238E27FC236}">
                  <a16:creationId xmlns:a16="http://schemas.microsoft.com/office/drawing/2014/main" id="{057A8B60-8958-32E0-B1F0-E3B5122A06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48989" y="3711657"/>
              <a:ext cx="914400" cy="914400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8EADA00-3166-F4DA-01B7-75593D7D642B}"/>
                </a:ext>
              </a:extLst>
            </p:cNvPr>
            <p:cNvGrpSpPr/>
            <p:nvPr/>
          </p:nvGrpSpPr>
          <p:grpSpPr>
            <a:xfrm>
              <a:off x="8058221" y="4489138"/>
              <a:ext cx="1046822" cy="1285786"/>
              <a:chOff x="65198" y="4912472"/>
              <a:chExt cx="1046822" cy="1285786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8C4C7215-23B7-BAE2-09CF-B2380C8245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342" y="4912472"/>
                <a:ext cx="1029678" cy="607274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2DE09137-7D42-5599-0752-603301DBA6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198" y="5527542"/>
                <a:ext cx="1029678" cy="607274"/>
              </a:xfrm>
              <a:prstGeom prst="rect">
                <a:avLst/>
              </a:prstGeom>
            </p:spPr>
          </p:pic>
          <p:pic>
            <p:nvPicPr>
              <p:cNvPr id="56" name="Graphic 55" descr="Close with solid fill">
                <a:extLst>
                  <a:ext uri="{FF2B5EF4-FFF2-40B4-BE49-F238E27FC236}">
                    <a16:creationId xmlns:a16="http://schemas.microsoft.com/office/drawing/2014/main" id="{900D165A-5373-B495-2A39-ED6C672095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02280" y="5488722"/>
                <a:ext cx="755671" cy="70953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4720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32" grpId="0"/>
      <p:bldP spid="33" grpId="0"/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6E800-674B-4B22-200D-B0AA19F5E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0F86F-00C7-E16A-306A-1A4E77B9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82FF-2AEC-7C81-873C-05271BB90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is the best management strategy over 20?</a:t>
            </a:r>
          </a:p>
          <a:p>
            <a:pPr lvl="1"/>
            <a:r>
              <a:rPr lang="en-AU" dirty="0"/>
              <a:t>Use the function </a:t>
            </a:r>
            <a:r>
              <a:rPr lang="en-AU" dirty="0" err="1"/>
              <a:t>mdp_finite_horizon</a:t>
            </a:r>
            <a:r>
              <a:rPr lang="en-AU" dirty="0"/>
              <a:t> from the package </a:t>
            </a:r>
            <a:r>
              <a:rPr lang="en-AU" dirty="0" err="1"/>
              <a:t>MDPtoolbox</a:t>
            </a:r>
            <a:endParaRPr lang="en-AU" dirty="0"/>
          </a:p>
          <a:p>
            <a:pPr lvl="1"/>
            <a:endParaRPr lang="en-AU" dirty="0"/>
          </a:p>
          <a:p>
            <a:r>
              <a:rPr lang="en-AU" dirty="0"/>
              <a:t>Think about ways to represent the optimal strategy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7F521B4-1590-B2B8-7A34-28D10FAFA493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lvl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AU" sz="3400" dirty="0">
                <a:latin typeface="Levenim MT" panose="02010502060101010101" pitchFamily="2" charset="-79"/>
              </a:rPr>
              <a:t>Tiger problem</a:t>
            </a:r>
          </a:p>
        </p:txBody>
      </p:sp>
    </p:spTree>
    <p:extLst>
      <p:ext uri="{BB962C8B-B14F-4D97-AF65-F5344CB8AC3E}">
        <p14:creationId xmlns:p14="http://schemas.microsoft.com/office/powerpoint/2010/main" val="238651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87ECDDC-DA58-DC6D-C405-5EAEAF7AE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AU" dirty="0"/>
              <a:t>tutorial/01-tutorial </a:t>
            </a:r>
            <a:r>
              <a:rPr lang="en-AU" dirty="0" err="1"/>
              <a:t>tiger.R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C59BAF-E4E8-E41C-18E3-B3D232199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79" y="1489561"/>
            <a:ext cx="10412934" cy="492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02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BC9A1-E40B-0B34-47AD-5112236A8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8FB7FBA-F4B3-93DB-530F-CFA216DEC640}"/>
              </a:ext>
            </a:extLst>
          </p:cNvPr>
          <p:cNvSpPr/>
          <p:nvPr/>
        </p:nvSpPr>
        <p:spPr>
          <a:xfrm>
            <a:off x="838200" y="1900990"/>
            <a:ext cx="10515599" cy="2903622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Wolf culling</a:t>
            </a:r>
          </a:p>
        </p:txBody>
      </p:sp>
    </p:spTree>
    <p:extLst>
      <p:ext uri="{BB962C8B-B14F-4D97-AF65-F5344CB8AC3E}">
        <p14:creationId xmlns:p14="http://schemas.microsoft.com/office/powerpoint/2010/main" val="927343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42879-F99D-24A7-E4F1-FC43574F0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BA77A4E-3FEB-3CD5-0B32-A9A300FB8007}"/>
              </a:ext>
            </a:extLst>
          </p:cNvPr>
          <p:cNvSpPr/>
          <p:nvPr/>
        </p:nvSpPr>
        <p:spPr>
          <a:xfrm>
            <a:off x="838200" y="92409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dirty="0">
                <a:latin typeface="Levenim MT" panose="02010502060101010101" pitchFamily="2" charset="-79"/>
              </a:rPr>
              <a:t>W</a:t>
            </a:r>
            <a:r>
              <a:rPr lang="en-AU" sz="3400" dirty="0" err="1">
                <a:latin typeface="Levenim MT" panose="02010502060101010101" pitchFamily="2" charset="-79"/>
              </a:rPr>
              <a:t>olf</a:t>
            </a:r>
            <a:r>
              <a:rPr lang="en-AU" sz="3400" dirty="0">
                <a:latin typeface="Levenim MT" panose="02010502060101010101" pitchFamily="2" charset="-79"/>
              </a:rPr>
              <a:t> culling</a:t>
            </a:r>
            <a:endParaRPr lang="en-AU" sz="3400" kern="1200" dirty="0">
              <a:latin typeface="Levenim MT" panose="02010502060101010101" pitchFamily="2" charset="-79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3B2F3AC-8356-C6EB-C287-9DE7EB333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" y="1218353"/>
            <a:ext cx="11082528" cy="36864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14640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D29B3-08DB-96CF-4008-AD09F8D6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61BC356-9741-488B-5A1F-D021C9ED279B}"/>
              </a:ext>
            </a:extLst>
          </p:cNvPr>
          <p:cNvSpPr/>
          <p:nvPr/>
        </p:nvSpPr>
        <p:spPr>
          <a:xfrm>
            <a:off x="838200" y="92409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dirty="0">
                <a:latin typeface="Levenim MT" panose="02010502060101010101" pitchFamily="2" charset="-79"/>
              </a:rPr>
              <a:t>W</a:t>
            </a:r>
            <a:r>
              <a:rPr lang="en-AU" sz="3400" dirty="0" err="1">
                <a:latin typeface="Levenim MT" panose="02010502060101010101" pitchFamily="2" charset="-79"/>
              </a:rPr>
              <a:t>olf</a:t>
            </a:r>
            <a:r>
              <a:rPr lang="en-AU" sz="3400" dirty="0">
                <a:latin typeface="Levenim MT" panose="02010502060101010101" pitchFamily="2" charset="-79"/>
              </a:rPr>
              <a:t> culling</a:t>
            </a:r>
            <a:endParaRPr lang="en-AU" sz="3400" kern="1200" dirty="0">
              <a:latin typeface="Levenim MT" panose="02010502060101010101" pitchFamily="2" charset="-79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2121D8A-3F10-4AB2-F652-7E0D1CBF4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590" y="1076690"/>
            <a:ext cx="8052816" cy="26786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E2A869-A6C1-9F03-24B6-4C7C26A9E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796" y="3883386"/>
            <a:ext cx="4464405" cy="297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048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525A6-DDE2-13DF-354A-B37284C6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796367-D675-7E57-AA42-72BB5ECFAACC}"/>
              </a:ext>
            </a:extLst>
          </p:cNvPr>
          <p:cNvSpPr/>
          <p:nvPr/>
        </p:nvSpPr>
        <p:spPr>
          <a:xfrm>
            <a:off x="838200" y="92409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dirty="0">
                <a:latin typeface="Levenim MT" panose="02010502060101010101" pitchFamily="2" charset="-79"/>
              </a:rPr>
              <a:t>W</a:t>
            </a:r>
            <a:r>
              <a:rPr lang="en-AU" sz="3400" dirty="0" err="1">
                <a:latin typeface="Levenim MT" panose="02010502060101010101" pitchFamily="2" charset="-79"/>
              </a:rPr>
              <a:t>olf</a:t>
            </a:r>
            <a:r>
              <a:rPr lang="en-AU" sz="3400" dirty="0">
                <a:latin typeface="Levenim MT" panose="02010502060101010101" pitchFamily="2" charset="-79"/>
              </a:rPr>
              <a:t> culling</a:t>
            </a:r>
            <a:endParaRPr lang="en-AU" sz="3400" kern="1200" dirty="0">
              <a:latin typeface="Levenim MT" panose="02010502060101010101" pitchFamily="2" charset="-79"/>
            </a:endParaRPr>
          </a:p>
        </p:txBody>
      </p:sp>
      <p:pic>
        <p:nvPicPr>
          <p:cNvPr id="10" name="Picture 9" descr="12 Easy Wolf Drawing Ideas">
            <a:extLst>
              <a:ext uri="{FF2B5EF4-FFF2-40B4-BE49-F238E27FC236}">
                <a16:creationId xmlns:a16="http://schemas.microsoft.com/office/drawing/2014/main" id="{5594A4FF-1D01-A884-7565-06CA8F8A3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77" y="1322292"/>
            <a:ext cx="1251206" cy="9842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82709E2-81D5-A052-2411-7F052811E1B4}"/>
              </a:ext>
            </a:extLst>
          </p:cNvPr>
          <p:cNvSpPr/>
          <p:nvPr/>
        </p:nvSpPr>
        <p:spPr>
          <a:xfrm>
            <a:off x="1998835" y="2176272"/>
            <a:ext cx="228600" cy="130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7027192-B734-6BB7-4157-BA8E3D35451C}"/>
              </a:ext>
            </a:extLst>
          </p:cNvPr>
          <p:cNvCxnSpPr>
            <a:cxnSpLocks/>
          </p:cNvCxnSpPr>
          <p:nvPr/>
        </p:nvCxnSpPr>
        <p:spPr>
          <a:xfrm>
            <a:off x="1887964" y="5776912"/>
            <a:ext cx="79764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135D49D-03A3-3454-EF1C-DB3DA475864B}"/>
              </a:ext>
            </a:extLst>
          </p:cNvPr>
          <p:cNvSpPr txBox="1"/>
          <p:nvPr/>
        </p:nvSpPr>
        <p:spPr>
          <a:xfrm>
            <a:off x="10195477" y="5546079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68ADB25-BF07-DE02-2080-77F38D9FD50B}"/>
              </a:ext>
            </a:extLst>
          </p:cNvPr>
          <p:cNvGrpSpPr/>
          <p:nvPr/>
        </p:nvGrpSpPr>
        <p:grpSpPr>
          <a:xfrm>
            <a:off x="3393158" y="5677438"/>
            <a:ext cx="461727" cy="587173"/>
            <a:chOff x="2828500" y="5677438"/>
            <a:chExt cx="461727" cy="587173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313AD32-2A44-3287-7C43-195C92776781}"/>
                </a:ext>
              </a:extLst>
            </p:cNvPr>
            <p:cNvSpPr txBox="1"/>
            <p:nvPr/>
          </p:nvSpPr>
          <p:spPr>
            <a:xfrm>
              <a:off x="2828500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1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35733BA-9AC0-34B8-C41E-38A38B1F7C8C}"/>
                </a:ext>
              </a:extLst>
            </p:cNvPr>
            <p:cNvCxnSpPr>
              <a:cxnSpLocks/>
            </p:cNvCxnSpPr>
            <p:nvPr/>
          </p:nvCxnSpPr>
          <p:spPr>
            <a:xfrm>
              <a:off x="3059364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ACBFBB2-90F0-C9C4-A1B0-30931B6CEDD0}"/>
              </a:ext>
            </a:extLst>
          </p:cNvPr>
          <p:cNvGrpSpPr/>
          <p:nvPr/>
        </p:nvGrpSpPr>
        <p:grpSpPr>
          <a:xfrm>
            <a:off x="4707449" y="5677438"/>
            <a:ext cx="461727" cy="587173"/>
            <a:chOff x="4162510" y="5677438"/>
            <a:chExt cx="461727" cy="587173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F85AD89-2097-F3DD-36A3-C70CDB77E48C}"/>
                </a:ext>
              </a:extLst>
            </p:cNvPr>
            <p:cNvSpPr txBox="1"/>
            <p:nvPr/>
          </p:nvSpPr>
          <p:spPr>
            <a:xfrm>
              <a:off x="4162510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2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3DDBE13-3BB4-9844-5171-CDD30DE16BE4}"/>
                </a:ext>
              </a:extLst>
            </p:cNvPr>
            <p:cNvCxnSpPr>
              <a:cxnSpLocks/>
            </p:cNvCxnSpPr>
            <p:nvPr/>
          </p:nvCxnSpPr>
          <p:spPr>
            <a:xfrm>
              <a:off x="4393373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F10A917-4A22-1ADF-4A43-831FEF2EEB5B}"/>
              </a:ext>
            </a:extLst>
          </p:cNvPr>
          <p:cNvGrpSpPr/>
          <p:nvPr/>
        </p:nvGrpSpPr>
        <p:grpSpPr>
          <a:xfrm>
            <a:off x="6021740" y="5677438"/>
            <a:ext cx="461727" cy="587173"/>
            <a:chOff x="5476801" y="5677438"/>
            <a:chExt cx="461727" cy="587173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03917CA-EFB0-3F90-93BC-F260830938A2}"/>
                </a:ext>
              </a:extLst>
            </p:cNvPr>
            <p:cNvSpPr txBox="1"/>
            <p:nvPr/>
          </p:nvSpPr>
          <p:spPr>
            <a:xfrm>
              <a:off x="5476801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3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E416333-6C10-A5AD-2615-85AA53C91E6B}"/>
                </a:ext>
              </a:extLst>
            </p:cNvPr>
            <p:cNvCxnSpPr>
              <a:cxnSpLocks/>
            </p:cNvCxnSpPr>
            <p:nvPr/>
          </p:nvCxnSpPr>
          <p:spPr>
            <a:xfrm>
              <a:off x="5707664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D3C513D-B2CB-400E-07B0-D566E23EE9E1}"/>
              </a:ext>
            </a:extLst>
          </p:cNvPr>
          <p:cNvGrpSpPr/>
          <p:nvPr/>
        </p:nvGrpSpPr>
        <p:grpSpPr>
          <a:xfrm>
            <a:off x="7336031" y="5677438"/>
            <a:ext cx="461727" cy="587173"/>
            <a:chOff x="6791092" y="5677438"/>
            <a:chExt cx="461727" cy="58717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AB93307-0ADF-DA9C-A32C-E542B6D56428}"/>
                </a:ext>
              </a:extLst>
            </p:cNvPr>
            <p:cNvSpPr txBox="1"/>
            <p:nvPr/>
          </p:nvSpPr>
          <p:spPr>
            <a:xfrm>
              <a:off x="6791092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4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4494B2D-5214-B577-0E3E-BD214BF1166E}"/>
                </a:ext>
              </a:extLst>
            </p:cNvPr>
            <p:cNvCxnSpPr>
              <a:cxnSpLocks/>
            </p:cNvCxnSpPr>
            <p:nvPr/>
          </p:nvCxnSpPr>
          <p:spPr>
            <a:xfrm>
              <a:off x="7021954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7EAD43E-1F9D-4C9F-7687-00C7B8FD9833}"/>
              </a:ext>
            </a:extLst>
          </p:cNvPr>
          <p:cNvGrpSpPr/>
          <p:nvPr/>
        </p:nvGrpSpPr>
        <p:grpSpPr>
          <a:xfrm>
            <a:off x="8650322" y="5677438"/>
            <a:ext cx="461727" cy="587173"/>
            <a:chOff x="8105383" y="5677438"/>
            <a:chExt cx="461727" cy="587173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D9EEF23-ACA5-5435-8A42-E7C0F8DD185F}"/>
                </a:ext>
              </a:extLst>
            </p:cNvPr>
            <p:cNvSpPr txBox="1"/>
            <p:nvPr/>
          </p:nvSpPr>
          <p:spPr>
            <a:xfrm>
              <a:off x="8105383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5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7543E68-82A7-68C8-7871-06984524C3EA}"/>
                </a:ext>
              </a:extLst>
            </p:cNvPr>
            <p:cNvCxnSpPr>
              <a:cxnSpLocks/>
            </p:cNvCxnSpPr>
            <p:nvPr/>
          </p:nvCxnSpPr>
          <p:spPr>
            <a:xfrm>
              <a:off x="8336246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FC7681FF-BB2D-4176-8256-B8695C031E5C}"/>
              </a:ext>
            </a:extLst>
          </p:cNvPr>
          <p:cNvSpPr txBox="1"/>
          <p:nvPr/>
        </p:nvSpPr>
        <p:spPr>
          <a:xfrm rot="16200000">
            <a:off x="480178" y="3527015"/>
            <a:ext cx="3032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Number of wolves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B7CDEDD-1566-72A9-8BF4-7C3FCFC98B03}"/>
              </a:ext>
            </a:extLst>
          </p:cNvPr>
          <p:cNvGrpSpPr/>
          <p:nvPr/>
        </p:nvGrpSpPr>
        <p:grpSpPr>
          <a:xfrm>
            <a:off x="2078867" y="1883664"/>
            <a:ext cx="461727" cy="4380947"/>
            <a:chOff x="1533928" y="1883664"/>
            <a:chExt cx="461727" cy="4380947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8763A4-01F1-9165-AB4B-DB72E31D11CA}"/>
                </a:ext>
              </a:extLst>
            </p:cNvPr>
            <p:cNvSpPr txBox="1"/>
            <p:nvPr/>
          </p:nvSpPr>
          <p:spPr>
            <a:xfrm>
              <a:off x="1533928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0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42BE4DA-89B9-FF49-0983-1E80BEB878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4792" y="1883664"/>
              <a:ext cx="0" cy="40086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7A4DEDF-7840-C816-CDC1-9725BE020703}"/>
                  </a:ext>
                </a:extLst>
              </p:cNvPr>
              <p:cNvSpPr txBox="1"/>
              <p:nvPr/>
            </p:nvSpPr>
            <p:spPr>
              <a:xfrm>
                <a:off x="2731499" y="1293191"/>
                <a:ext cx="728071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Levenim MT" panose="02010502060101010101" pitchFamily="2" charset="-79"/>
                  </a:rPr>
                  <a:t>Every year, the wolf population increases by a factor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>
                    <a:latin typeface="Levenim MT" panose="02010502060101010101" pitchFamily="2" charset="-79"/>
                  </a:rPr>
                  <a:t>=1.25 with some stochasticity: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7A4DEDF-7840-C816-CDC1-9725BE020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499" y="1293191"/>
                <a:ext cx="7280713" cy="1200329"/>
              </a:xfrm>
              <a:prstGeom prst="rect">
                <a:avLst/>
              </a:prstGeom>
              <a:blipFill>
                <a:blip r:embed="rId4"/>
                <a:stretch>
                  <a:fillRect l="-1256" t="-4061" b="-45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Oval 77">
            <a:extLst>
              <a:ext uri="{FF2B5EF4-FFF2-40B4-BE49-F238E27FC236}">
                <a16:creationId xmlns:a16="http://schemas.microsoft.com/office/drawing/2014/main" id="{7254D0EA-F6C0-B0B1-0831-F4C443492674}"/>
              </a:ext>
            </a:extLst>
          </p:cNvPr>
          <p:cNvSpPr/>
          <p:nvPr/>
        </p:nvSpPr>
        <p:spPr>
          <a:xfrm>
            <a:off x="2194298" y="5373746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4401B7D-25D5-DE07-738B-E5A8DBCF774A}"/>
              </a:ext>
            </a:extLst>
          </p:cNvPr>
          <p:cNvSpPr/>
          <p:nvPr/>
        </p:nvSpPr>
        <p:spPr>
          <a:xfrm>
            <a:off x="3508588" y="5167858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B391B43-3975-4870-F3F3-6639BAEAA545}"/>
              </a:ext>
            </a:extLst>
          </p:cNvPr>
          <p:cNvSpPr/>
          <p:nvPr/>
        </p:nvSpPr>
        <p:spPr>
          <a:xfrm>
            <a:off x="4822881" y="4773244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E4BD5BB-9FC3-378F-3402-97D4473F353C}"/>
              </a:ext>
            </a:extLst>
          </p:cNvPr>
          <p:cNvSpPr/>
          <p:nvPr/>
        </p:nvSpPr>
        <p:spPr>
          <a:xfrm>
            <a:off x="6134198" y="4214583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4F884E9-DA7F-138F-1399-798576926EA4}"/>
              </a:ext>
            </a:extLst>
          </p:cNvPr>
          <p:cNvSpPr/>
          <p:nvPr/>
        </p:nvSpPr>
        <p:spPr>
          <a:xfrm>
            <a:off x="7451461" y="3429000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33578CC-6AD5-27B4-4810-984AB2FBF097}"/>
              </a:ext>
            </a:extLst>
          </p:cNvPr>
          <p:cNvSpPr/>
          <p:nvPr/>
        </p:nvSpPr>
        <p:spPr>
          <a:xfrm>
            <a:off x="8765753" y="2546850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939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8" grpId="0" animBg="1"/>
      <p:bldP spid="80" grpId="0" animBg="1"/>
      <p:bldP spid="82" grpId="0" animBg="1"/>
      <p:bldP spid="84" grpId="0" animBg="1"/>
      <p:bldP spid="86" grpId="0" animBg="1"/>
      <p:bldP spid="8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C4125-7CEB-D20B-BC7A-9F2075463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793D111-4C2A-410E-B930-1EF96FAABBF2}"/>
              </a:ext>
            </a:extLst>
          </p:cNvPr>
          <p:cNvSpPr/>
          <p:nvPr/>
        </p:nvSpPr>
        <p:spPr>
          <a:xfrm>
            <a:off x="2309731" y="2997297"/>
            <a:ext cx="7369978" cy="18101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Levenim MT" panose="02010502060101010101" pitchFamily="2" charset="-79"/>
              </a:rPr>
              <a:t>Just right</a:t>
            </a:r>
            <a:endParaRPr lang="en-AU" sz="2400" dirty="0">
              <a:solidFill>
                <a:schemeClr val="tx1"/>
              </a:solidFill>
              <a:latin typeface="Levenim MT" panose="02010502060101010101" pitchFamily="2" charset="-79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7CDC7A9-102D-742D-6743-C78EE086FD15}"/>
              </a:ext>
            </a:extLst>
          </p:cNvPr>
          <p:cNvSpPr/>
          <p:nvPr/>
        </p:nvSpPr>
        <p:spPr>
          <a:xfrm>
            <a:off x="2309731" y="4808550"/>
            <a:ext cx="7369978" cy="970377"/>
          </a:xfrm>
          <a:prstGeom prst="rect">
            <a:avLst/>
          </a:prstGeom>
          <a:solidFill>
            <a:srgbClr val="FF8B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Levenim MT" panose="02010502060101010101" pitchFamily="2" charset="-79"/>
              </a:rPr>
              <a:t>Not enough wolves</a:t>
            </a:r>
            <a:endParaRPr lang="en-AU" sz="2400" dirty="0">
              <a:solidFill>
                <a:schemeClr val="bg1"/>
              </a:solidFill>
              <a:latin typeface="Levenim MT" panose="02010502060101010101" pitchFamily="2" charset="-79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472A286-ACC3-9B52-9DF7-64D1C18EC6EE}"/>
              </a:ext>
            </a:extLst>
          </p:cNvPr>
          <p:cNvSpPr/>
          <p:nvPr/>
        </p:nvSpPr>
        <p:spPr>
          <a:xfrm>
            <a:off x="838200" y="92409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dirty="0">
                <a:latin typeface="Levenim MT" panose="02010502060101010101" pitchFamily="2" charset="-79"/>
              </a:rPr>
              <a:t>W</a:t>
            </a:r>
            <a:r>
              <a:rPr lang="en-AU" sz="3400" dirty="0" err="1">
                <a:latin typeface="Levenim MT" panose="02010502060101010101" pitchFamily="2" charset="-79"/>
              </a:rPr>
              <a:t>olf</a:t>
            </a:r>
            <a:r>
              <a:rPr lang="en-AU" sz="3400" dirty="0">
                <a:latin typeface="Levenim MT" panose="02010502060101010101" pitchFamily="2" charset="-79"/>
              </a:rPr>
              <a:t> culling</a:t>
            </a:r>
            <a:endParaRPr lang="en-AU" sz="3400" kern="1200" dirty="0">
              <a:latin typeface="Levenim MT" panose="02010502060101010101" pitchFamily="2" charset="-79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8CC7A3-0198-183C-B4D7-7722575C45EC}"/>
              </a:ext>
            </a:extLst>
          </p:cNvPr>
          <p:cNvSpPr/>
          <p:nvPr/>
        </p:nvSpPr>
        <p:spPr>
          <a:xfrm>
            <a:off x="1453896" y="2176272"/>
            <a:ext cx="228600" cy="130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AA4035-C183-E2B9-8F15-FDB740977224}"/>
              </a:ext>
            </a:extLst>
          </p:cNvPr>
          <p:cNvSpPr/>
          <p:nvPr/>
        </p:nvSpPr>
        <p:spPr>
          <a:xfrm>
            <a:off x="2302952" y="2026920"/>
            <a:ext cx="7376362" cy="970377"/>
          </a:xfrm>
          <a:prstGeom prst="rect">
            <a:avLst/>
          </a:prstGeom>
          <a:solidFill>
            <a:srgbClr val="FF8B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Levenim MT" panose="02010502060101010101" pitchFamily="2" charset="-79"/>
              </a:rPr>
              <a:t>Too many wolves</a:t>
            </a:r>
            <a:endParaRPr lang="en-AU" sz="2400" dirty="0">
              <a:solidFill>
                <a:schemeClr val="bg1"/>
              </a:solidFill>
              <a:latin typeface="Levenim MT" panose="02010502060101010101" pitchFamily="2" charset="-79"/>
            </a:endParaRPr>
          </a:p>
        </p:txBody>
      </p:sp>
      <p:pic>
        <p:nvPicPr>
          <p:cNvPr id="22" name="Picture 21" descr="12 Easy Wolf Drawing Ideas">
            <a:extLst>
              <a:ext uri="{FF2B5EF4-FFF2-40B4-BE49-F238E27FC236}">
                <a16:creationId xmlns:a16="http://schemas.microsoft.com/office/drawing/2014/main" id="{C4A30031-866A-EE60-BD14-B6BE7BA9E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77" y="1322292"/>
            <a:ext cx="1251206" cy="98428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1B62835-370D-F370-F07C-4E93A246154F}"/>
              </a:ext>
            </a:extLst>
          </p:cNvPr>
          <p:cNvSpPr/>
          <p:nvPr/>
        </p:nvSpPr>
        <p:spPr>
          <a:xfrm>
            <a:off x="1998835" y="2176272"/>
            <a:ext cx="228600" cy="130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2A5888-2A86-38D0-7D65-63140BECB2D5}"/>
              </a:ext>
            </a:extLst>
          </p:cNvPr>
          <p:cNvCxnSpPr>
            <a:cxnSpLocks/>
          </p:cNvCxnSpPr>
          <p:nvPr/>
        </p:nvCxnSpPr>
        <p:spPr>
          <a:xfrm>
            <a:off x="1887964" y="5776912"/>
            <a:ext cx="79764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D847910-8985-956E-DF97-30BC0343DB40}"/>
              </a:ext>
            </a:extLst>
          </p:cNvPr>
          <p:cNvSpPr txBox="1"/>
          <p:nvPr/>
        </p:nvSpPr>
        <p:spPr>
          <a:xfrm>
            <a:off x="10195477" y="5546079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C10F215-79A5-6FD9-86EC-6A9AB7945121}"/>
              </a:ext>
            </a:extLst>
          </p:cNvPr>
          <p:cNvGrpSpPr/>
          <p:nvPr/>
        </p:nvGrpSpPr>
        <p:grpSpPr>
          <a:xfrm>
            <a:off x="3393158" y="5677438"/>
            <a:ext cx="461727" cy="587173"/>
            <a:chOff x="2828500" y="5677438"/>
            <a:chExt cx="461727" cy="587173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5D04103-9EB6-2D22-4DF7-5315C38D1D8A}"/>
                </a:ext>
              </a:extLst>
            </p:cNvPr>
            <p:cNvSpPr txBox="1"/>
            <p:nvPr/>
          </p:nvSpPr>
          <p:spPr>
            <a:xfrm>
              <a:off x="2828500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1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F0BD21-F872-A433-E8D9-A245B0B5B709}"/>
                </a:ext>
              </a:extLst>
            </p:cNvPr>
            <p:cNvCxnSpPr>
              <a:cxnSpLocks/>
            </p:cNvCxnSpPr>
            <p:nvPr/>
          </p:nvCxnSpPr>
          <p:spPr>
            <a:xfrm>
              <a:off x="3059364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D3D31C9-BEF3-7AD6-E4DA-AA3247DC8539}"/>
              </a:ext>
            </a:extLst>
          </p:cNvPr>
          <p:cNvGrpSpPr/>
          <p:nvPr/>
        </p:nvGrpSpPr>
        <p:grpSpPr>
          <a:xfrm>
            <a:off x="4707449" y="5677438"/>
            <a:ext cx="461727" cy="587173"/>
            <a:chOff x="4162510" y="5677438"/>
            <a:chExt cx="461727" cy="58717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E37818E-A783-01BA-46D2-6F6FAD1C2F2B}"/>
                </a:ext>
              </a:extLst>
            </p:cNvPr>
            <p:cNvSpPr txBox="1"/>
            <p:nvPr/>
          </p:nvSpPr>
          <p:spPr>
            <a:xfrm>
              <a:off x="4162510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2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A782916-4307-43EA-32AA-62BCE6999D77}"/>
                </a:ext>
              </a:extLst>
            </p:cNvPr>
            <p:cNvCxnSpPr>
              <a:cxnSpLocks/>
            </p:cNvCxnSpPr>
            <p:nvPr/>
          </p:nvCxnSpPr>
          <p:spPr>
            <a:xfrm>
              <a:off x="4393373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121C08A-0FD8-0700-5D06-B31552A75682}"/>
              </a:ext>
            </a:extLst>
          </p:cNvPr>
          <p:cNvGrpSpPr/>
          <p:nvPr/>
        </p:nvGrpSpPr>
        <p:grpSpPr>
          <a:xfrm>
            <a:off x="6021740" y="5677438"/>
            <a:ext cx="461727" cy="587173"/>
            <a:chOff x="5476801" y="5677438"/>
            <a:chExt cx="461727" cy="587173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CA1D8AD-E1E7-BD7D-F1AE-D5F4AABA7E08}"/>
                </a:ext>
              </a:extLst>
            </p:cNvPr>
            <p:cNvSpPr txBox="1"/>
            <p:nvPr/>
          </p:nvSpPr>
          <p:spPr>
            <a:xfrm>
              <a:off x="5476801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3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239A7A-3C42-9B98-A4A3-0E8C91EE8CBD}"/>
                </a:ext>
              </a:extLst>
            </p:cNvPr>
            <p:cNvCxnSpPr>
              <a:cxnSpLocks/>
            </p:cNvCxnSpPr>
            <p:nvPr/>
          </p:nvCxnSpPr>
          <p:spPr>
            <a:xfrm>
              <a:off x="5707664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BCEAA8E-AAC4-60A0-E5DB-2EDE19251F58}"/>
              </a:ext>
            </a:extLst>
          </p:cNvPr>
          <p:cNvGrpSpPr/>
          <p:nvPr/>
        </p:nvGrpSpPr>
        <p:grpSpPr>
          <a:xfrm>
            <a:off x="7336031" y="5677438"/>
            <a:ext cx="461727" cy="587173"/>
            <a:chOff x="6791092" y="5677438"/>
            <a:chExt cx="461727" cy="58717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E80856B-2740-C31E-F97E-80FBAACC220D}"/>
                </a:ext>
              </a:extLst>
            </p:cNvPr>
            <p:cNvSpPr txBox="1"/>
            <p:nvPr/>
          </p:nvSpPr>
          <p:spPr>
            <a:xfrm>
              <a:off x="6791092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4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529FBF7-A44C-323E-8723-B450A87EAA17}"/>
                </a:ext>
              </a:extLst>
            </p:cNvPr>
            <p:cNvCxnSpPr>
              <a:cxnSpLocks/>
            </p:cNvCxnSpPr>
            <p:nvPr/>
          </p:nvCxnSpPr>
          <p:spPr>
            <a:xfrm>
              <a:off x="7021954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15C59A7-02DD-D370-8F66-ECD40267C304}"/>
              </a:ext>
            </a:extLst>
          </p:cNvPr>
          <p:cNvGrpSpPr/>
          <p:nvPr/>
        </p:nvGrpSpPr>
        <p:grpSpPr>
          <a:xfrm>
            <a:off x="8650322" y="5677438"/>
            <a:ext cx="461727" cy="587173"/>
            <a:chOff x="8105383" y="5677438"/>
            <a:chExt cx="461727" cy="58717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43124AE-7BCB-00AA-3BE3-632F3E150F7D}"/>
                </a:ext>
              </a:extLst>
            </p:cNvPr>
            <p:cNvSpPr txBox="1"/>
            <p:nvPr/>
          </p:nvSpPr>
          <p:spPr>
            <a:xfrm>
              <a:off x="8105383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5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139193F-2B7E-23B8-24F1-B411BD8E91F3}"/>
                </a:ext>
              </a:extLst>
            </p:cNvPr>
            <p:cNvCxnSpPr>
              <a:cxnSpLocks/>
            </p:cNvCxnSpPr>
            <p:nvPr/>
          </p:nvCxnSpPr>
          <p:spPr>
            <a:xfrm>
              <a:off x="8336246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18FB3C2-A71A-7756-3C6B-46F077E316DD}"/>
              </a:ext>
            </a:extLst>
          </p:cNvPr>
          <p:cNvSpPr txBox="1"/>
          <p:nvPr/>
        </p:nvSpPr>
        <p:spPr>
          <a:xfrm rot="16200000">
            <a:off x="480178" y="3527015"/>
            <a:ext cx="3032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Number of wolves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DEAB249-C12E-440B-8AAA-B6D0961900B2}"/>
              </a:ext>
            </a:extLst>
          </p:cNvPr>
          <p:cNvGrpSpPr/>
          <p:nvPr/>
        </p:nvGrpSpPr>
        <p:grpSpPr>
          <a:xfrm>
            <a:off x="2078867" y="1883664"/>
            <a:ext cx="461727" cy="4380947"/>
            <a:chOff x="1533928" y="1883664"/>
            <a:chExt cx="461727" cy="4380947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16D11CB-9CF4-90E5-5B6E-561549F04F65}"/>
                </a:ext>
              </a:extLst>
            </p:cNvPr>
            <p:cNvSpPr txBox="1"/>
            <p:nvPr/>
          </p:nvSpPr>
          <p:spPr>
            <a:xfrm>
              <a:off x="1533928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0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7D88619-5B7A-E0A7-ACD1-FEC8AAD237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4792" y="1883664"/>
              <a:ext cx="0" cy="40086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Oval 60">
            <a:extLst>
              <a:ext uri="{FF2B5EF4-FFF2-40B4-BE49-F238E27FC236}">
                <a16:creationId xmlns:a16="http://schemas.microsoft.com/office/drawing/2014/main" id="{5D543992-86E1-0626-A0AF-CEF04728827B}"/>
              </a:ext>
            </a:extLst>
          </p:cNvPr>
          <p:cNvSpPr/>
          <p:nvPr/>
        </p:nvSpPr>
        <p:spPr>
          <a:xfrm>
            <a:off x="2194298" y="5373746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EA80BA7-D52D-7E0A-92A5-ABF7F7F23B0B}"/>
              </a:ext>
            </a:extLst>
          </p:cNvPr>
          <p:cNvSpPr/>
          <p:nvPr/>
        </p:nvSpPr>
        <p:spPr>
          <a:xfrm>
            <a:off x="3508588" y="5167858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6BE12A1-79EF-C5F0-21F2-357B3C42237B}"/>
              </a:ext>
            </a:extLst>
          </p:cNvPr>
          <p:cNvSpPr/>
          <p:nvPr/>
        </p:nvSpPr>
        <p:spPr>
          <a:xfrm>
            <a:off x="4822881" y="4773244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E5D1F1D-F1EC-5E04-CF75-4DAEFFEF333F}"/>
              </a:ext>
            </a:extLst>
          </p:cNvPr>
          <p:cNvSpPr/>
          <p:nvPr/>
        </p:nvSpPr>
        <p:spPr>
          <a:xfrm>
            <a:off x="6134198" y="4214583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A0DBE06-E354-5F0C-9074-D0C8708C1E37}"/>
              </a:ext>
            </a:extLst>
          </p:cNvPr>
          <p:cNvSpPr/>
          <p:nvPr/>
        </p:nvSpPr>
        <p:spPr>
          <a:xfrm>
            <a:off x="7451461" y="3429000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F4ABC3A-6638-59D9-6560-6169F82B6BB1}"/>
              </a:ext>
            </a:extLst>
          </p:cNvPr>
          <p:cNvSpPr/>
          <p:nvPr/>
        </p:nvSpPr>
        <p:spPr>
          <a:xfrm>
            <a:off x="8765753" y="2546850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576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68" grpId="0" animBg="1"/>
      <p:bldP spid="6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6B8F2-143B-4A69-00A3-6E380EAC6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5FF8DE2-899A-CD90-CEC9-D4B41E6F8139}"/>
              </a:ext>
            </a:extLst>
          </p:cNvPr>
          <p:cNvSpPr/>
          <p:nvPr/>
        </p:nvSpPr>
        <p:spPr>
          <a:xfrm>
            <a:off x="2309731" y="2997297"/>
            <a:ext cx="7369978" cy="18101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Levenim MT" panose="02010502060101010101" pitchFamily="2" charset="-79"/>
              </a:rPr>
              <a:t>Just right</a:t>
            </a:r>
            <a:endParaRPr lang="en-AU" sz="2400" dirty="0">
              <a:solidFill>
                <a:schemeClr val="tx1"/>
              </a:solidFill>
              <a:latin typeface="Levenim MT" panose="02010502060101010101" pitchFamily="2" charset="-79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796DDF8-B635-5D3C-308F-7B5B12FDC800}"/>
              </a:ext>
            </a:extLst>
          </p:cNvPr>
          <p:cNvSpPr/>
          <p:nvPr/>
        </p:nvSpPr>
        <p:spPr>
          <a:xfrm>
            <a:off x="2309731" y="4808550"/>
            <a:ext cx="7369978" cy="970377"/>
          </a:xfrm>
          <a:prstGeom prst="rect">
            <a:avLst/>
          </a:prstGeom>
          <a:solidFill>
            <a:srgbClr val="FF8B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Levenim MT" panose="02010502060101010101" pitchFamily="2" charset="-79"/>
              </a:rPr>
              <a:t>Not enough wolves</a:t>
            </a:r>
            <a:endParaRPr lang="en-AU" sz="2400" dirty="0">
              <a:solidFill>
                <a:schemeClr val="bg1"/>
              </a:solidFill>
              <a:latin typeface="Levenim MT" panose="02010502060101010101" pitchFamily="2" charset="-79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1083E85-C1DA-0956-158B-C50ACAD52669}"/>
              </a:ext>
            </a:extLst>
          </p:cNvPr>
          <p:cNvSpPr/>
          <p:nvPr/>
        </p:nvSpPr>
        <p:spPr>
          <a:xfrm>
            <a:off x="838200" y="92409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dirty="0">
                <a:latin typeface="Levenim MT" panose="02010502060101010101" pitchFamily="2" charset="-79"/>
              </a:rPr>
              <a:t>W</a:t>
            </a:r>
            <a:r>
              <a:rPr lang="en-AU" sz="3400" dirty="0" err="1">
                <a:latin typeface="Levenim MT" panose="02010502060101010101" pitchFamily="2" charset="-79"/>
              </a:rPr>
              <a:t>olf</a:t>
            </a:r>
            <a:r>
              <a:rPr lang="en-AU" sz="3400" dirty="0">
                <a:latin typeface="Levenim MT" panose="02010502060101010101" pitchFamily="2" charset="-79"/>
              </a:rPr>
              <a:t> culling</a:t>
            </a:r>
            <a:endParaRPr lang="en-AU" sz="3400" kern="1200" dirty="0">
              <a:latin typeface="Levenim MT" panose="02010502060101010101" pitchFamily="2" charset="-79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7FF700-06A0-F8C8-388B-FB71F69F2ADD}"/>
              </a:ext>
            </a:extLst>
          </p:cNvPr>
          <p:cNvSpPr/>
          <p:nvPr/>
        </p:nvSpPr>
        <p:spPr>
          <a:xfrm>
            <a:off x="1453896" y="2176272"/>
            <a:ext cx="228600" cy="130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5CECC69-4C98-95B1-8EE2-71DC1F1E2E81}"/>
              </a:ext>
            </a:extLst>
          </p:cNvPr>
          <p:cNvSpPr/>
          <p:nvPr/>
        </p:nvSpPr>
        <p:spPr>
          <a:xfrm>
            <a:off x="2302952" y="2026920"/>
            <a:ext cx="7376362" cy="970377"/>
          </a:xfrm>
          <a:prstGeom prst="rect">
            <a:avLst/>
          </a:prstGeom>
          <a:solidFill>
            <a:srgbClr val="FF8B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Levenim MT" panose="02010502060101010101" pitchFamily="2" charset="-79"/>
              </a:rPr>
              <a:t>Too many wolves</a:t>
            </a:r>
            <a:endParaRPr lang="en-AU" sz="2400" dirty="0">
              <a:solidFill>
                <a:schemeClr val="bg1"/>
              </a:solidFill>
              <a:latin typeface="Levenim MT" panose="02010502060101010101" pitchFamily="2" charset="-79"/>
            </a:endParaRPr>
          </a:p>
        </p:txBody>
      </p:sp>
      <p:pic>
        <p:nvPicPr>
          <p:cNvPr id="22" name="Picture 21" descr="12 Easy Wolf Drawing Ideas">
            <a:extLst>
              <a:ext uri="{FF2B5EF4-FFF2-40B4-BE49-F238E27FC236}">
                <a16:creationId xmlns:a16="http://schemas.microsoft.com/office/drawing/2014/main" id="{600FC1B8-FB80-FE66-2C13-5DF648195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77" y="1322292"/>
            <a:ext cx="1251206" cy="98428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1443ED2-1002-8DC5-6C06-4DF367185C3E}"/>
              </a:ext>
            </a:extLst>
          </p:cNvPr>
          <p:cNvSpPr/>
          <p:nvPr/>
        </p:nvSpPr>
        <p:spPr>
          <a:xfrm>
            <a:off x="1998835" y="2176272"/>
            <a:ext cx="228600" cy="130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0BE0EED-5857-33F4-6E1B-75D6390B9461}"/>
              </a:ext>
            </a:extLst>
          </p:cNvPr>
          <p:cNvCxnSpPr>
            <a:cxnSpLocks/>
          </p:cNvCxnSpPr>
          <p:nvPr/>
        </p:nvCxnSpPr>
        <p:spPr>
          <a:xfrm>
            <a:off x="1887964" y="5776912"/>
            <a:ext cx="79764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C0D204B-7C17-BF6A-5112-4EB03A9A6CC6}"/>
              </a:ext>
            </a:extLst>
          </p:cNvPr>
          <p:cNvSpPr txBox="1"/>
          <p:nvPr/>
        </p:nvSpPr>
        <p:spPr>
          <a:xfrm>
            <a:off x="10195477" y="5546079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A8CAF7B-8B40-CF1F-3696-905EE34E458F}"/>
              </a:ext>
            </a:extLst>
          </p:cNvPr>
          <p:cNvGrpSpPr/>
          <p:nvPr/>
        </p:nvGrpSpPr>
        <p:grpSpPr>
          <a:xfrm>
            <a:off x="3393158" y="5677438"/>
            <a:ext cx="461727" cy="587173"/>
            <a:chOff x="2828500" y="5677438"/>
            <a:chExt cx="461727" cy="587173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14CE46A-2218-BDCA-F3B4-1C8C2E4B727E}"/>
                </a:ext>
              </a:extLst>
            </p:cNvPr>
            <p:cNvSpPr txBox="1"/>
            <p:nvPr/>
          </p:nvSpPr>
          <p:spPr>
            <a:xfrm>
              <a:off x="2828500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1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B215A5-974C-7861-0BF9-2C291F333C65}"/>
                </a:ext>
              </a:extLst>
            </p:cNvPr>
            <p:cNvCxnSpPr>
              <a:cxnSpLocks/>
            </p:cNvCxnSpPr>
            <p:nvPr/>
          </p:nvCxnSpPr>
          <p:spPr>
            <a:xfrm>
              <a:off x="3059364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22A7264-2302-0489-C092-A5B2EE4650A2}"/>
              </a:ext>
            </a:extLst>
          </p:cNvPr>
          <p:cNvGrpSpPr/>
          <p:nvPr/>
        </p:nvGrpSpPr>
        <p:grpSpPr>
          <a:xfrm>
            <a:off x="4707449" y="5677438"/>
            <a:ext cx="461727" cy="587173"/>
            <a:chOff x="4162510" y="5677438"/>
            <a:chExt cx="461727" cy="58717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DE1FE49-3387-4C80-DCC5-3FCF79853082}"/>
                </a:ext>
              </a:extLst>
            </p:cNvPr>
            <p:cNvSpPr txBox="1"/>
            <p:nvPr/>
          </p:nvSpPr>
          <p:spPr>
            <a:xfrm>
              <a:off x="4162510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2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2B70D4C-6B68-D37E-C175-1D0BF862C28A}"/>
                </a:ext>
              </a:extLst>
            </p:cNvPr>
            <p:cNvCxnSpPr>
              <a:cxnSpLocks/>
            </p:cNvCxnSpPr>
            <p:nvPr/>
          </p:nvCxnSpPr>
          <p:spPr>
            <a:xfrm>
              <a:off x="4393373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FB41CB3-1A98-6523-8947-AF854E34DEFB}"/>
              </a:ext>
            </a:extLst>
          </p:cNvPr>
          <p:cNvGrpSpPr/>
          <p:nvPr/>
        </p:nvGrpSpPr>
        <p:grpSpPr>
          <a:xfrm>
            <a:off x="6021740" y="5677438"/>
            <a:ext cx="461727" cy="587173"/>
            <a:chOff x="5476801" y="5677438"/>
            <a:chExt cx="461727" cy="587173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4D6EAC6-36EB-C81A-64F8-63AFC7F81D89}"/>
                </a:ext>
              </a:extLst>
            </p:cNvPr>
            <p:cNvSpPr txBox="1"/>
            <p:nvPr/>
          </p:nvSpPr>
          <p:spPr>
            <a:xfrm>
              <a:off x="5476801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3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FAD4335-D7D2-4E24-0E94-56E54BC4D8E4}"/>
                </a:ext>
              </a:extLst>
            </p:cNvPr>
            <p:cNvCxnSpPr>
              <a:cxnSpLocks/>
            </p:cNvCxnSpPr>
            <p:nvPr/>
          </p:nvCxnSpPr>
          <p:spPr>
            <a:xfrm>
              <a:off x="5707664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12C4E5A-3329-E731-CA91-751B05FDA44B}"/>
              </a:ext>
            </a:extLst>
          </p:cNvPr>
          <p:cNvGrpSpPr/>
          <p:nvPr/>
        </p:nvGrpSpPr>
        <p:grpSpPr>
          <a:xfrm>
            <a:off x="7336031" y="5677438"/>
            <a:ext cx="461727" cy="587173"/>
            <a:chOff x="6791092" y="5677438"/>
            <a:chExt cx="461727" cy="58717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13A415D-728D-C2AA-C573-DE8B2C722C7E}"/>
                </a:ext>
              </a:extLst>
            </p:cNvPr>
            <p:cNvSpPr txBox="1"/>
            <p:nvPr/>
          </p:nvSpPr>
          <p:spPr>
            <a:xfrm>
              <a:off x="6791092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4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B009AA1-1204-6F99-9F65-08F6CA9DBB4B}"/>
                </a:ext>
              </a:extLst>
            </p:cNvPr>
            <p:cNvCxnSpPr>
              <a:cxnSpLocks/>
            </p:cNvCxnSpPr>
            <p:nvPr/>
          </p:nvCxnSpPr>
          <p:spPr>
            <a:xfrm>
              <a:off x="7021954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85FAAF4-5A3E-7BC0-81A2-07C7CCC15C5F}"/>
              </a:ext>
            </a:extLst>
          </p:cNvPr>
          <p:cNvGrpSpPr/>
          <p:nvPr/>
        </p:nvGrpSpPr>
        <p:grpSpPr>
          <a:xfrm>
            <a:off x="8650322" y="5677438"/>
            <a:ext cx="461727" cy="587173"/>
            <a:chOff x="8105383" y="5677438"/>
            <a:chExt cx="461727" cy="58717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7E4BE3F-ED1F-A462-2D6D-CF6FD433F81E}"/>
                </a:ext>
              </a:extLst>
            </p:cNvPr>
            <p:cNvSpPr txBox="1"/>
            <p:nvPr/>
          </p:nvSpPr>
          <p:spPr>
            <a:xfrm>
              <a:off x="8105383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5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5136B43-3454-1B96-1D2B-E8CAFACB8F8B}"/>
                </a:ext>
              </a:extLst>
            </p:cNvPr>
            <p:cNvCxnSpPr>
              <a:cxnSpLocks/>
            </p:cNvCxnSpPr>
            <p:nvPr/>
          </p:nvCxnSpPr>
          <p:spPr>
            <a:xfrm>
              <a:off x="8336246" y="5677438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8AD27D4A-438A-E55D-05B3-0A61F6709679}"/>
              </a:ext>
            </a:extLst>
          </p:cNvPr>
          <p:cNvSpPr txBox="1"/>
          <p:nvPr/>
        </p:nvSpPr>
        <p:spPr>
          <a:xfrm rot="16200000">
            <a:off x="480178" y="3527015"/>
            <a:ext cx="3032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Number of wolves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09A98D3-8483-E330-6A38-A006AA355A89}"/>
              </a:ext>
            </a:extLst>
          </p:cNvPr>
          <p:cNvGrpSpPr/>
          <p:nvPr/>
        </p:nvGrpSpPr>
        <p:grpSpPr>
          <a:xfrm>
            <a:off x="2078867" y="1883664"/>
            <a:ext cx="461727" cy="4380947"/>
            <a:chOff x="1533928" y="1883664"/>
            <a:chExt cx="461727" cy="4380947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24AE9FB-3219-D4B2-05F6-D81743C24F98}"/>
                </a:ext>
              </a:extLst>
            </p:cNvPr>
            <p:cNvSpPr txBox="1"/>
            <p:nvPr/>
          </p:nvSpPr>
          <p:spPr>
            <a:xfrm>
              <a:off x="1533928" y="5895279"/>
              <a:ext cx="461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Levenim MT" panose="02010502060101010101" pitchFamily="2" charset="-79"/>
                </a:rPr>
                <a:t>0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CFA8DB1-5983-C53F-F85B-743C2313CD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4792" y="1883664"/>
              <a:ext cx="0" cy="40086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Oval 60">
            <a:extLst>
              <a:ext uri="{FF2B5EF4-FFF2-40B4-BE49-F238E27FC236}">
                <a16:creationId xmlns:a16="http://schemas.microsoft.com/office/drawing/2014/main" id="{20109AAA-EA24-FDE5-8EBA-F6677D4F2FD5}"/>
              </a:ext>
            </a:extLst>
          </p:cNvPr>
          <p:cNvSpPr/>
          <p:nvPr/>
        </p:nvSpPr>
        <p:spPr>
          <a:xfrm>
            <a:off x="2194298" y="5373746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724E76D-E9CE-F811-FFCF-CC2C4D62F119}"/>
              </a:ext>
            </a:extLst>
          </p:cNvPr>
          <p:cNvSpPr/>
          <p:nvPr/>
        </p:nvSpPr>
        <p:spPr>
          <a:xfrm>
            <a:off x="3508588" y="5167858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7CDAE78-0258-3B28-7C7B-785D13F9947A}"/>
              </a:ext>
            </a:extLst>
          </p:cNvPr>
          <p:cNvSpPr/>
          <p:nvPr/>
        </p:nvSpPr>
        <p:spPr>
          <a:xfrm>
            <a:off x="4822881" y="4773244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D41E323-F992-3BF7-4C32-1ADE3FDD53F3}"/>
              </a:ext>
            </a:extLst>
          </p:cNvPr>
          <p:cNvSpPr/>
          <p:nvPr/>
        </p:nvSpPr>
        <p:spPr>
          <a:xfrm>
            <a:off x="6134198" y="4214583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EEE1791-BA30-49D0-F5E6-8606BFF81578}"/>
              </a:ext>
            </a:extLst>
          </p:cNvPr>
          <p:cNvSpPr/>
          <p:nvPr/>
        </p:nvSpPr>
        <p:spPr>
          <a:xfrm>
            <a:off x="7451461" y="3429000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CFAF25B-EE76-3E6E-5DC5-4A20869D6CA3}"/>
              </a:ext>
            </a:extLst>
          </p:cNvPr>
          <p:cNvSpPr/>
          <p:nvPr/>
        </p:nvSpPr>
        <p:spPr>
          <a:xfrm>
            <a:off x="8765753" y="3276518"/>
            <a:ext cx="230863" cy="21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8665CE-1832-423E-84E1-FAC6B13D5527}"/>
              </a:ext>
            </a:extLst>
          </p:cNvPr>
          <p:cNvSpPr txBox="1"/>
          <p:nvPr/>
        </p:nvSpPr>
        <p:spPr>
          <a:xfrm>
            <a:off x="7556309" y="2393742"/>
            <a:ext cx="1440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Culling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8DAB133-58EE-8E42-8A47-9B208F1C0AEF}"/>
              </a:ext>
            </a:extLst>
          </p:cNvPr>
          <p:cNvCxnSpPr/>
          <p:nvPr/>
        </p:nvCxnSpPr>
        <p:spPr>
          <a:xfrm>
            <a:off x="8881184" y="2512108"/>
            <a:ext cx="0" cy="76441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406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B699-424A-4BA0-325C-E4F2C04A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4199349-A22D-C022-40AB-2A2448712DCE}"/>
              </a:ext>
            </a:extLst>
          </p:cNvPr>
          <p:cNvSpPr/>
          <p:nvPr/>
        </p:nvSpPr>
        <p:spPr>
          <a:xfrm>
            <a:off x="838200" y="452627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dirty="0">
                <a:latin typeface="Levenim MT" panose="02010502060101010101" pitchFamily="2" charset="-79"/>
              </a:rPr>
              <a:t>W</a:t>
            </a:r>
            <a:r>
              <a:rPr lang="en-AU" sz="3400" dirty="0" err="1">
                <a:latin typeface="Levenim MT" panose="02010502060101010101" pitchFamily="2" charset="-79"/>
              </a:rPr>
              <a:t>olf</a:t>
            </a:r>
            <a:r>
              <a:rPr lang="en-AU" sz="3400" dirty="0">
                <a:latin typeface="Levenim MT" panose="02010502060101010101" pitchFamily="2" charset="-79"/>
              </a:rPr>
              <a:t> culling</a:t>
            </a:r>
            <a:endParaRPr lang="en-AU" sz="3400" kern="1200" dirty="0">
              <a:latin typeface="Levenim MT" panose="02010502060101010101" pitchFamily="2" charset="-79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F397ED-56C8-D225-4092-C7C8DD5BB590}"/>
              </a:ext>
            </a:extLst>
          </p:cNvPr>
          <p:cNvSpPr/>
          <p:nvPr/>
        </p:nvSpPr>
        <p:spPr>
          <a:xfrm>
            <a:off x="1959580" y="2206748"/>
            <a:ext cx="228600" cy="130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49E2A8-FD53-8FB0-3306-69E75E60AD9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2206748"/>
            <a:ext cx="10515599" cy="350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Benefits:</a:t>
            </a:r>
          </a:p>
          <a:p>
            <a:pPr lvl="1"/>
            <a:r>
              <a:rPr lang="en-AU" dirty="0">
                <a:latin typeface="Levenim MT" panose="02010502060101010101" pitchFamily="2" charset="-79"/>
              </a:rPr>
              <a:t>1 point per wolf</a:t>
            </a:r>
            <a:endParaRPr lang="en-AU" dirty="0"/>
          </a:p>
          <a:p>
            <a:r>
              <a:rPr lang="en-AU" dirty="0"/>
              <a:t>Costs:</a:t>
            </a:r>
          </a:p>
          <a:p>
            <a:pPr lvl="1"/>
            <a:r>
              <a:rPr lang="en-AU" dirty="0">
                <a:latin typeface="Levenim MT" panose="02010502060101010101" pitchFamily="2" charset="-79"/>
              </a:rPr>
              <a:t>If the number of wolves &gt; 200: we get 0 benefits</a:t>
            </a:r>
          </a:p>
          <a:p>
            <a:pPr lvl="1"/>
            <a:r>
              <a:rPr lang="en-AU" dirty="0"/>
              <a:t>If the number of wolves &lt; 50: we get 0 benefits</a:t>
            </a:r>
            <a:endParaRPr lang="en-AU" dirty="0">
              <a:latin typeface="Levenim MT" panose="02010502060101010101" pitchFamily="2" charset="-79"/>
            </a:endParaRPr>
          </a:p>
          <a:p>
            <a:pPr lvl="1"/>
            <a:r>
              <a:rPr lang="en-AU" dirty="0"/>
              <a:t>Culling costs 1 point per wolf</a:t>
            </a:r>
          </a:p>
          <a:p>
            <a:pPr lvl="1"/>
            <a:endParaRPr lang="en-AU" dirty="0">
              <a:latin typeface="Levenim MT" panose="02010502060101010101" pitchFamily="2" charset="-79"/>
            </a:endParaRPr>
          </a:p>
          <a:p>
            <a:r>
              <a:rPr lang="en-AU" dirty="0"/>
              <a:t>What is the best culling strategy over 50 years?</a:t>
            </a:r>
          </a:p>
        </p:txBody>
      </p:sp>
    </p:spTree>
    <p:extLst>
      <p:ext uri="{BB962C8B-B14F-4D97-AF65-F5344CB8AC3E}">
        <p14:creationId xmlns:p14="http://schemas.microsoft.com/office/powerpoint/2010/main" val="104346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000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51459-1421-2D5C-911E-C356FF21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4C5CB-02D5-1E3B-FD28-8EBE64D09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0B877-6266-4EFA-636D-998040C31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Objective: maximize cumulative rewards over a 50-year period</a:t>
            </a:r>
          </a:p>
          <a:p>
            <a:endParaRPr lang="en-US" dirty="0"/>
          </a:p>
          <a:p>
            <a:r>
              <a:rPr lang="en-AU" dirty="0"/>
              <a:t>States: Number of wolves e.g. 0,1,…,200,…,250</a:t>
            </a:r>
          </a:p>
          <a:p>
            <a:pPr lvl="1"/>
            <a:r>
              <a:rPr lang="en-AU" dirty="0"/>
              <a:t>With state 250 an “absorbing state” (population larger than 250)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Actions: Rate of wolf culling e.g. 0, 0.01, …, 1</a:t>
            </a:r>
          </a:p>
          <a:p>
            <a:pPr lvl="1"/>
            <a:r>
              <a:rPr lang="en-US" dirty="0"/>
              <a:t>Alternative: number of wolves removed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63CF5A2-ED7C-6E31-7B01-7739A8705D31}"/>
              </a:ext>
            </a:extLst>
          </p:cNvPr>
          <p:cNvSpPr/>
          <p:nvPr/>
        </p:nvSpPr>
        <p:spPr>
          <a:xfrm>
            <a:off x="838200" y="452627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dirty="0">
                <a:latin typeface="Levenim MT" panose="02010502060101010101" pitchFamily="2" charset="-79"/>
              </a:rPr>
              <a:t>W</a:t>
            </a:r>
            <a:r>
              <a:rPr lang="en-AU" sz="3400" dirty="0" err="1">
                <a:latin typeface="Levenim MT" panose="02010502060101010101" pitchFamily="2" charset="-79"/>
              </a:rPr>
              <a:t>olf</a:t>
            </a:r>
            <a:r>
              <a:rPr lang="en-AU" sz="3400" dirty="0">
                <a:latin typeface="Levenim MT" panose="02010502060101010101" pitchFamily="2" charset="-79"/>
              </a:rPr>
              <a:t> culling: possible solution</a:t>
            </a:r>
            <a:endParaRPr lang="en-AU" sz="3400" kern="1200" dirty="0">
              <a:latin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13401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5937C5-3495-09A8-A66F-91EA2862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041" y="2345105"/>
            <a:ext cx="7248359" cy="4249502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3629469-6D21-49E8-7C9B-B337F4D1210D}"/>
              </a:ext>
            </a:extLst>
          </p:cNvPr>
          <p:cNvSpPr/>
          <p:nvPr/>
        </p:nvSpPr>
        <p:spPr>
          <a:xfrm>
            <a:off x="838200" y="452627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dirty="0">
                <a:latin typeface="Levenim MT" panose="02010502060101010101" pitchFamily="2" charset="-79"/>
              </a:rPr>
              <a:t>W</a:t>
            </a:r>
            <a:r>
              <a:rPr lang="en-AU" sz="3400" dirty="0" err="1">
                <a:latin typeface="Levenim MT" panose="02010502060101010101" pitchFamily="2" charset="-79"/>
              </a:rPr>
              <a:t>olf</a:t>
            </a:r>
            <a:r>
              <a:rPr lang="en-AU" sz="3400" dirty="0">
                <a:latin typeface="Levenim MT" panose="02010502060101010101" pitchFamily="2" charset="-79"/>
              </a:rPr>
              <a:t> culling</a:t>
            </a:r>
            <a:endParaRPr lang="en-AU" sz="3400" kern="1200" dirty="0">
              <a:latin typeface="Levenim MT" panose="02010502060101010101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7D8804-3770-D449-272C-CED2D51CA1D6}"/>
                  </a:ext>
                </a:extLst>
              </p:cNvPr>
              <p:cNvSpPr txBox="1"/>
              <p:nvPr/>
            </p:nvSpPr>
            <p:spPr>
              <a:xfrm>
                <a:off x="4476233" y="2437438"/>
                <a:ext cx="969496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7D8804-3770-D449-272C-CED2D51CA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233" y="2437438"/>
                <a:ext cx="969496" cy="276999"/>
              </a:xfrm>
              <a:prstGeom prst="rect">
                <a:avLst/>
              </a:prstGeom>
              <a:blipFill>
                <a:blip r:embed="rId3"/>
                <a:stretch>
                  <a:fillRect l="-4969" r="-5590" b="-106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ECAA04-0D8B-E25E-7A96-091AD2112ABF}"/>
                  </a:ext>
                </a:extLst>
              </p:cNvPr>
              <p:cNvSpPr txBox="1"/>
              <p:nvPr/>
            </p:nvSpPr>
            <p:spPr>
              <a:xfrm>
                <a:off x="6303575" y="2085651"/>
                <a:ext cx="1089722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4848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4848FF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solidFill>
                                <a:srgbClr val="4848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4848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4848FF"/>
                          </a:solidFill>
                          <a:latin typeface="Cambria Math" panose="02040503050406030204" pitchFamily="18" charset="0"/>
                        </a:rPr>
                        <m:t>=125</m:t>
                      </m:r>
                    </m:oMath>
                  </m:oMathPara>
                </a14:m>
                <a:endParaRPr lang="en-AU" dirty="0">
                  <a:solidFill>
                    <a:srgbClr val="4848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ECAA04-0D8B-E25E-7A96-091AD2112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575" y="2085651"/>
                <a:ext cx="1089722" cy="276999"/>
              </a:xfrm>
              <a:prstGeom prst="rect">
                <a:avLst/>
              </a:prstGeom>
              <a:blipFill>
                <a:blip r:embed="rId4"/>
                <a:stretch>
                  <a:fillRect l="-4420" r="-4972" b="-1041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9791249-CBFB-5DDD-BD93-49D393A74808}"/>
              </a:ext>
            </a:extLst>
          </p:cNvPr>
          <p:cNvSpPr txBox="1"/>
          <p:nvPr/>
        </p:nvSpPr>
        <p:spPr>
          <a:xfrm>
            <a:off x="728773" y="1516264"/>
            <a:ext cx="7404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Levenim MT" panose="02010502060101010101" pitchFamily="2" charset="-79"/>
                <a:cs typeface="Levenim MT" panose="02010502060101010101" pitchFamily="2" charset="-79"/>
              </a:rPr>
              <a:t>Building the transition function with a Poisson process</a:t>
            </a:r>
            <a:endParaRPr lang="en-AU" sz="2000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92450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1CD03-05E9-6FBD-1AB6-02E508358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2E634EB-8EDE-107F-2D67-EE592758586F}"/>
              </a:ext>
            </a:extLst>
          </p:cNvPr>
          <p:cNvSpPr/>
          <p:nvPr/>
        </p:nvSpPr>
        <p:spPr>
          <a:xfrm>
            <a:off x="838200" y="452627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dirty="0">
                <a:latin typeface="Levenim MT" panose="02010502060101010101" pitchFamily="2" charset="-79"/>
              </a:rPr>
              <a:t>W</a:t>
            </a:r>
            <a:r>
              <a:rPr lang="en-AU" sz="3400" dirty="0" err="1">
                <a:latin typeface="Levenim MT" panose="02010502060101010101" pitchFamily="2" charset="-79"/>
              </a:rPr>
              <a:t>olf</a:t>
            </a:r>
            <a:r>
              <a:rPr lang="en-AU" sz="3400" dirty="0">
                <a:latin typeface="Levenim MT" panose="02010502060101010101" pitchFamily="2" charset="-79"/>
              </a:rPr>
              <a:t> culling</a:t>
            </a:r>
            <a:endParaRPr lang="en-AU" sz="3400" kern="1200" dirty="0">
              <a:latin typeface="Levenim MT" panose="02010502060101010101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2033C-8FAC-1A73-7C7F-3B1835E32D0A}"/>
              </a:ext>
            </a:extLst>
          </p:cNvPr>
          <p:cNvSpPr txBox="1"/>
          <p:nvPr/>
        </p:nvSpPr>
        <p:spPr>
          <a:xfrm>
            <a:off x="1043709" y="1574454"/>
            <a:ext cx="355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Building the reward function</a:t>
            </a:r>
            <a:endParaRPr lang="en-AU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29BAD-8313-0756-76E4-EBE1E1453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362" y="2081332"/>
            <a:ext cx="6460785" cy="477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94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28AF8-69BE-5C16-381E-BF36A5E1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B438A60-B95A-2D1A-C1B7-C9EEB2D448FA}"/>
              </a:ext>
            </a:extLst>
          </p:cNvPr>
          <p:cNvSpPr/>
          <p:nvPr/>
        </p:nvSpPr>
        <p:spPr>
          <a:xfrm>
            <a:off x="838200" y="452627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dirty="0">
                <a:latin typeface="Levenim MT" panose="02010502060101010101" pitchFamily="2" charset="-79"/>
              </a:rPr>
              <a:t>W</a:t>
            </a:r>
            <a:r>
              <a:rPr lang="en-AU" sz="3400" dirty="0" err="1">
                <a:latin typeface="Levenim MT" panose="02010502060101010101" pitchFamily="2" charset="-79"/>
              </a:rPr>
              <a:t>olf</a:t>
            </a:r>
            <a:r>
              <a:rPr lang="en-AU" sz="3400" dirty="0">
                <a:latin typeface="Levenim MT" panose="02010502060101010101" pitchFamily="2" charset="-79"/>
              </a:rPr>
              <a:t> culling</a:t>
            </a:r>
            <a:endParaRPr lang="en-AU" sz="3400" kern="1200" dirty="0">
              <a:latin typeface="Levenim MT" panose="02010502060101010101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EB736D-0F76-9C3A-048E-8D0A86844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283" y="1628735"/>
            <a:ext cx="7571433" cy="492805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5A2DB9-811F-7168-111B-A0CBB8575D0F}"/>
              </a:ext>
            </a:extLst>
          </p:cNvPr>
          <p:cNvSpPr/>
          <p:nvPr/>
        </p:nvSpPr>
        <p:spPr>
          <a:xfrm>
            <a:off x="4391526" y="1708484"/>
            <a:ext cx="72190" cy="43233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FCD6B7-44F6-A228-2A5A-33CBA9BC598A}"/>
              </a:ext>
            </a:extLst>
          </p:cNvPr>
          <p:cNvSpPr/>
          <p:nvPr/>
        </p:nvSpPr>
        <p:spPr>
          <a:xfrm>
            <a:off x="8137358" y="1708484"/>
            <a:ext cx="72190" cy="43233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227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55015-985D-3EF4-4B42-3FAAF9BF3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652E912-7E73-5457-B441-19B4304EB7FC}"/>
              </a:ext>
            </a:extLst>
          </p:cNvPr>
          <p:cNvSpPr/>
          <p:nvPr/>
        </p:nvSpPr>
        <p:spPr>
          <a:xfrm>
            <a:off x="838200" y="452627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dirty="0">
                <a:latin typeface="Levenim MT" panose="02010502060101010101" pitchFamily="2" charset="-79"/>
              </a:rPr>
              <a:t>W</a:t>
            </a:r>
            <a:r>
              <a:rPr lang="en-AU" sz="3400" dirty="0" err="1">
                <a:latin typeface="Levenim MT" panose="02010502060101010101" pitchFamily="2" charset="-79"/>
              </a:rPr>
              <a:t>olf</a:t>
            </a:r>
            <a:r>
              <a:rPr lang="en-AU" sz="3400" dirty="0">
                <a:latin typeface="Levenim MT" panose="02010502060101010101" pitchFamily="2" charset="-79"/>
              </a:rPr>
              <a:t> culling</a:t>
            </a:r>
            <a:endParaRPr lang="en-AU" sz="3400" kern="1200" dirty="0">
              <a:latin typeface="Levenim MT" panose="02010502060101010101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30B845-A2D3-C81B-92F5-30F67A112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710" y="1662545"/>
            <a:ext cx="8657339" cy="498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19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432AFA-1E8F-44C1-DE22-0CC2E701097E}"/>
                  </a:ext>
                </a:extLst>
              </p:cNvPr>
              <p:cNvSpPr txBox="1"/>
              <p:nvPr/>
            </p:nvSpPr>
            <p:spPr>
              <a:xfrm>
                <a:off x="838200" y="1917232"/>
                <a:ext cx="10114547" cy="3539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2800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How would the culling strategy change if the reproduction factor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 declines over time?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AU" sz="2800" dirty="0">
                  <a:latin typeface="Levenim MT" panose="02010502060101010101" pitchFamily="2" charset="-79"/>
                  <a:cs typeface="Levenim MT" panose="02010502060101010101" pitchFamily="2" charset="-79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AU" sz="2800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AU" sz="2800" dirty="0">
                  <a:latin typeface="Levenim MT" panose="02010502060101010101" pitchFamily="2" charset="-79"/>
                  <a:cs typeface="Levenim MT" panose="02010502060101010101" pitchFamily="2" charset="-79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=1.25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endParaRPr lang="en-AU" sz="2800" dirty="0">
                  <a:latin typeface="Levenim MT" panose="02010502060101010101" pitchFamily="2" charset="-79"/>
                  <a:cs typeface="Levenim MT" panose="02010502060101010101" pitchFamily="2" charset="-79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AU" sz="2800" dirty="0">
                  <a:latin typeface="Levenim MT" panose="02010502060101010101" pitchFamily="2" charset="-79"/>
                  <a:cs typeface="Levenim MT" panose="02010502060101010101" pitchFamily="2" charset="-79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AU" sz="2800">
                    <a:latin typeface="Levenim MT" panose="02010502060101010101" pitchFamily="2" charset="-79"/>
                    <a:cs typeface="Levenim MT" panose="02010502060101010101" pitchFamily="2" charset="-79"/>
                  </a:rPr>
                  <a:t>Hint: </a:t>
                </a:r>
                <a:endParaRPr lang="en-AU" sz="2800" dirty="0">
                  <a:latin typeface="Levenim MT" panose="02010502060101010101" pitchFamily="2" charset="-79"/>
                  <a:cs typeface="Levenim MT" panose="02010502060101010101" pitchFamily="2" charset="-79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AU" sz="2800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The state space needs to include time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432AFA-1E8F-44C1-DE22-0CC2E7010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17232"/>
                <a:ext cx="10114547" cy="3539430"/>
              </a:xfrm>
              <a:prstGeom prst="rect">
                <a:avLst/>
              </a:prstGeom>
              <a:blipFill>
                <a:blip r:embed="rId2"/>
                <a:stretch>
                  <a:fillRect l="-1266" t="-1897" b="-39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E9F5815-BD84-F9EC-C276-E3F099DE9D87}"/>
              </a:ext>
            </a:extLst>
          </p:cNvPr>
          <p:cNvSpPr/>
          <p:nvPr/>
        </p:nvSpPr>
        <p:spPr>
          <a:xfrm>
            <a:off x="838200" y="452627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dirty="0">
                <a:latin typeface="Levenim MT" panose="02010502060101010101" pitchFamily="2" charset="-79"/>
              </a:rPr>
              <a:t>W</a:t>
            </a:r>
            <a:r>
              <a:rPr lang="en-AU" sz="3400" dirty="0" err="1">
                <a:latin typeface="Levenim MT" panose="02010502060101010101" pitchFamily="2" charset="-79"/>
              </a:rPr>
              <a:t>olf</a:t>
            </a:r>
            <a:r>
              <a:rPr lang="en-AU" sz="3400" dirty="0">
                <a:latin typeface="Levenim MT" panose="02010502060101010101" pitchFamily="2" charset="-79"/>
              </a:rPr>
              <a:t> culling in changing environments</a:t>
            </a:r>
            <a:endParaRPr lang="en-AU" sz="3400" kern="1200" dirty="0">
              <a:latin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17328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2592</TotalTime>
  <Words>503</Words>
  <Application>Microsoft Office PowerPoint</Application>
  <PresentationFormat>Widescreen</PresentationFormat>
  <Paragraphs>131</Paragraphs>
  <Slides>26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Cambria Math</vt:lpstr>
      <vt:lpstr>Levenim MT</vt:lpstr>
      <vt:lpstr>Office Theme</vt:lpstr>
      <vt:lpstr>PowerPoint Presentation</vt:lpstr>
      <vt:lpstr>3 examples</vt:lpstr>
      <vt:lpstr>PowerPoint Presentation</vt:lpstr>
      <vt:lpstr>PowerPoint Presentation</vt:lpstr>
      <vt:lpstr>tutorial/01-tutorial markov chain.R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tutorial/01-tutorial tiger.R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Queensland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Luz Pascal</dc:creator>
  <cp:lastModifiedBy>Luz Pascal</cp:lastModifiedBy>
  <cp:revision>2</cp:revision>
  <dcterms:created xsi:type="dcterms:W3CDTF">2026-05-07T04:51:53Z</dcterms:created>
  <dcterms:modified xsi:type="dcterms:W3CDTF">2026-09-24T02:39:07Z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2026-05-07T04:51:54Z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9334ac3f-48f6-4fab-a1eb-da3f7025cd49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10, 3, 0, 1</vt:lpwstr>
  </property>
</Properties>
</file>