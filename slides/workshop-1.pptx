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5"/>
  </p:notesMasterIdLst>
  <p:sldIdLst>
    <p:sldId id="321" r:id="rId2"/>
    <p:sldId id="439" r:id="rId3"/>
    <p:sldId id="430" r:id="rId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78206E"/>
    <a:srgbClr val="764A71"/>
    <a:srgbClr val="3B7D2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1688" autoAdjust="0"/>
    <p:restoredTop sz="94186" autoAdjust="0"/>
  </p:normalViewPr>
  <p:slideViewPr>
    <p:cSldViewPr snapToGrid="0">
      <p:cViewPr varScale="1">
        <p:scale>
          <a:sx n="119" d="100"/>
          <a:sy n="119" d="100"/>
        </p:scale>
        <p:origin x="462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notesMaster" Target="notesMasters/notesMaster1.xml"/><Relationship Id="rId10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Luz Pascal" userId="7fa5ceab-0349-4458-880b-7c4b9ec82b0a" providerId="ADAL" clId="{A49E9F3A-B52D-461E-ABF6-58A75CE30F76}"/>
    <pc:docChg chg="undo custSel addSld delSld modSld sldOrd">
      <pc:chgData name="Luz Pascal" userId="7fa5ceab-0349-4458-880b-7c4b9ec82b0a" providerId="ADAL" clId="{A49E9F3A-B52D-461E-ABF6-58A75CE30F76}" dt="2026-09-22T02:17:25.041" v="15004" actId="47"/>
      <pc:docMkLst>
        <pc:docMk/>
      </pc:docMkLst>
      <pc:sldChg chg="delSp modSp del mod modShow">
        <pc:chgData name="Luz Pascal" userId="7fa5ceab-0349-4458-880b-7c4b9ec82b0a" providerId="ADAL" clId="{A49E9F3A-B52D-461E-ABF6-58A75CE30F76}" dt="2026-09-22T02:17:25.041" v="15004" actId="47"/>
        <pc:sldMkLst>
          <pc:docMk/>
          <pc:sldMk cId="4030720380" sldId="288"/>
        </pc:sldMkLst>
      </pc:sldChg>
      <pc:sldChg chg="addSp delSp modSp del mod delAnim modAnim">
        <pc:chgData name="Luz Pascal" userId="7fa5ceab-0349-4458-880b-7c4b9ec82b0a" providerId="ADAL" clId="{A49E9F3A-B52D-461E-ABF6-58A75CE30F76}" dt="2026-09-22T02:17:25.041" v="15004" actId="47"/>
        <pc:sldMkLst>
          <pc:docMk/>
          <pc:sldMk cId="1010126411" sldId="292"/>
        </pc:sldMkLst>
      </pc:sldChg>
      <pc:sldChg chg="delSp modSp del mod modAnim">
        <pc:chgData name="Luz Pascal" userId="7fa5ceab-0349-4458-880b-7c4b9ec82b0a" providerId="ADAL" clId="{A49E9F3A-B52D-461E-ABF6-58A75CE30F76}" dt="2026-09-22T02:17:25.041" v="15004" actId="47"/>
        <pc:sldMkLst>
          <pc:docMk/>
          <pc:sldMk cId="475272841" sldId="293"/>
        </pc:sldMkLst>
      </pc:sldChg>
      <pc:sldChg chg="delSp modSp del mod">
        <pc:chgData name="Luz Pascal" userId="7fa5ceab-0349-4458-880b-7c4b9ec82b0a" providerId="ADAL" clId="{A49E9F3A-B52D-461E-ABF6-58A75CE30F76}" dt="2026-09-22T02:17:25.041" v="15004" actId="47"/>
        <pc:sldMkLst>
          <pc:docMk/>
          <pc:sldMk cId="1365621564" sldId="294"/>
        </pc:sldMkLst>
      </pc:sldChg>
      <pc:sldChg chg="addSp delSp modSp del mod">
        <pc:chgData name="Luz Pascal" userId="7fa5ceab-0349-4458-880b-7c4b9ec82b0a" providerId="ADAL" clId="{A49E9F3A-B52D-461E-ABF6-58A75CE30F76}" dt="2026-09-22T02:17:25.041" v="15004" actId="47"/>
        <pc:sldMkLst>
          <pc:docMk/>
          <pc:sldMk cId="1496636655" sldId="304"/>
        </pc:sldMkLst>
      </pc:sldChg>
      <pc:sldChg chg="delSp modSp del mod modAnim">
        <pc:chgData name="Luz Pascal" userId="7fa5ceab-0349-4458-880b-7c4b9ec82b0a" providerId="ADAL" clId="{A49E9F3A-B52D-461E-ABF6-58A75CE30F76}" dt="2026-09-22T02:17:25.041" v="15004" actId="47"/>
        <pc:sldMkLst>
          <pc:docMk/>
          <pc:sldMk cId="2201677185" sldId="305"/>
        </pc:sldMkLst>
      </pc:sldChg>
      <pc:sldChg chg="addSp delSp modSp del mod delAnim modAnim">
        <pc:chgData name="Luz Pascal" userId="7fa5ceab-0349-4458-880b-7c4b9ec82b0a" providerId="ADAL" clId="{A49E9F3A-B52D-461E-ABF6-58A75CE30F76}" dt="2026-09-22T02:17:25.041" v="15004" actId="47"/>
        <pc:sldMkLst>
          <pc:docMk/>
          <pc:sldMk cId="1380124307" sldId="306"/>
        </pc:sldMkLst>
      </pc:sldChg>
      <pc:sldChg chg="addSp delSp modSp del mod delAnim modAnim">
        <pc:chgData name="Luz Pascal" userId="7fa5ceab-0349-4458-880b-7c4b9ec82b0a" providerId="ADAL" clId="{A49E9F3A-B52D-461E-ABF6-58A75CE30F76}" dt="2026-09-22T02:17:25.041" v="15004" actId="47"/>
        <pc:sldMkLst>
          <pc:docMk/>
          <pc:sldMk cId="3733252146" sldId="307"/>
        </pc:sldMkLst>
      </pc:sldChg>
      <pc:sldChg chg="addSp delSp modSp del mod delAnim modAnim">
        <pc:chgData name="Luz Pascal" userId="7fa5ceab-0349-4458-880b-7c4b9ec82b0a" providerId="ADAL" clId="{A49E9F3A-B52D-461E-ABF6-58A75CE30F76}" dt="2026-09-22T02:17:25.041" v="15004" actId="47"/>
        <pc:sldMkLst>
          <pc:docMk/>
          <pc:sldMk cId="4142202943" sldId="308"/>
        </pc:sldMkLst>
      </pc:sldChg>
      <pc:sldChg chg="addSp delSp modSp del mod modAnim">
        <pc:chgData name="Luz Pascal" userId="7fa5ceab-0349-4458-880b-7c4b9ec82b0a" providerId="ADAL" clId="{A49E9F3A-B52D-461E-ABF6-58A75CE30F76}" dt="2026-09-22T02:17:25.041" v="15004" actId="47"/>
        <pc:sldMkLst>
          <pc:docMk/>
          <pc:sldMk cId="2581446740" sldId="309"/>
        </pc:sldMkLst>
      </pc:sldChg>
      <pc:sldChg chg="addSp delSp modSp del mod">
        <pc:chgData name="Luz Pascal" userId="7fa5ceab-0349-4458-880b-7c4b9ec82b0a" providerId="ADAL" clId="{A49E9F3A-B52D-461E-ABF6-58A75CE30F76}" dt="2026-09-22T02:17:25.041" v="15004" actId="47"/>
        <pc:sldMkLst>
          <pc:docMk/>
          <pc:sldMk cId="2999666076" sldId="310"/>
        </pc:sldMkLst>
      </pc:sldChg>
      <pc:sldChg chg="add del mod ord modShow">
        <pc:chgData name="Luz Pascal" userId="7fa5ceab-0349-4458-880b-7c4b9ec82b0a" providerId="ADAL" clId="{A49E9F3A-B52D-461E-ABF6-58A75CE30F76}" dt="2026-09-22T02:17:25.041" v="15004" actId="47"/>
        <pc:sldMkLst>
          <pc:docMk/>
          <pc:sldMk cId="1097121906" sldId="315"/>
        </pc:sldMkLst>
      </pc:sldChg>
      <pc:sldChg chg="modSp add del mod ord">
        <pc:chgData name="Luz Pascal" userId="7fa5ceab-0349-4458-880b-7c4b9ec82b0a" providerId="ADAL" clId="{A49E9F3A-B52D-461E-ABF6-58A75CE30F76}" dt="2026-09-22T02:17:25.041" v="15004" actId="47"/>
        <pc:sldMkLst>
          <pc:docMk/>
          <pc:sldMk cId="1548624755" sldId="316"/>
        </pc:sldMkLst>
      </pc:sldChg>
      <pc:sldChg chg="modSp add del">
        <pc:chgData name="Luz Pascal" userId="7fa5ceab-0349-4458-880b-7c4b9ec82b0a" providerId="ADAL" clId="{A49E9F3A-B52D-461E-ABF6-58A75CE30F76}" dt="2026-09-22T02:17:25.041" v="15004" actId="47"/>
        <pc:sldMkLst>
          <pc:docMk/>
          <pc:sldMk cId="1145409891" sldId="318"/>
        </pc:sldMkLst>
      </pc:sldChg>
      <pc:sldChg chg="del">
        <pc:chgData name="Luz Pascal" userId="7fa5ceab-0349-4458-880b-7c4b9ec82b0a" providerId="ADAL" clId="{A49E9F3A-B52D-461E-ABF6-58A75CE30F76}" dt="2026-09-22T02:17:25.041" v="15004" actId="47"/>
        <pc:sldMkLst>
          <pc:docMk/>
          <pc:sldMk cId="3728036320" sldId="319"/>
        </pc:sldMkLst>
      </pc:sldChg>
      <pc:sldChg chg="modSp add del mod">
        <pc:chgData name="Luz Pascal" userId="7fa5ceab-0349-4458-880b-7c4b9ec82b0a" providerId="ADAL" clId="{A49E9F3A-B52D-461E-ABF6-58A75CE30F76}" dt="2026-09-22T02:17:25.041" v="15004" actId="47"/>
        <pc:sldMkLst>
          <pc:docMk/>
          <pc:sldMk cId="324126592" sldId="320"/>
        </pc:sldMkLst>
      </pc:sldChg>
      <pc:sldChg chg="addSp delSp modSp mod modTransition modClrScheme chgLayout">
        <pc:chgData name="Luz Pascal" userId="7fa5ceab-0349-4458-880b-7c4b9ec82b0a" providerId="ADAL" clId="{A49E9F3A-B52D-461E-ABF6-58A75CE30F76}" dt="2026-09-18T04:58:22.091" v="14837" actId="20577"/>
        <pc:sldMkLst>
          <pc:docMk/>
          <pc:sldMk cId="1190953413" sldId="321"/>
        </pc:sldMkLst>
        <pc:spChg chg="add mod ord">
          <ac:chgData name="Luz Pascal" userId="7fa5ceab-0349-4458-880b-7c4b9ec82b0a" providerId="ADAL" clId="{A49E9F3A-B52D-461E-ABF6-58A75CE30F76}" dt="2026-09-17T05:05:57.774" v="13942" actId="20577"/>
          <ac:spMkLst>
            <pc:docMk/>
            <pc:sldMk cId="1190953413" sldId="321"/>
            <ac:spMk id="3" creationId="{1B7175F8-FA29-2A3B-8DB7-2C8DD6BA0D67}"/>
          </ac:spMkLst>
        </pc:spChg>
        <pc:spChg chg="add mod">
          <ac:chgData name="Luz Pascal" userId="7fa5ceab-0349-4458-880b-7c4b9ec82b0a" providerId="ADAL" clId="{A49E9F3A-B52D-461E-ABF6-58A75CE30F76}" dt="2026-09-18T04:58:22.091" v="14837" actId="20577"/>
          <ac:spMkLst>
            <pc:docMk/>
            <pc:sldMk cId="1190953413" sldId="321"/>
            <ac:spMk id="7" creationId="{9F478DD5-672C-1923-B92C-7D25924EE4CD}"/>
          </ac:spMkLst>
        </pc:spChg>
      </pc:sldChg>
      <pc:sldChg chg="delSp modSp add del mod delAnim modAnim">
        <pc:chgData name="Luz Pascal" userId="7fa5ceab-0349-4458-880b-7c4b9ec82b0a" providerId="ADAL" clId="{A49E9F3A-B52D-461E-ABF6-58A75CE30F76}" dt="2026-09-22T02:17:25.041" v="15004" actId="47"/>
        <pc:sldMkLst>
          <pc:docMk/>
          <pc:sldMk cId="4170057562" sldId="322"/>
        </pc:sldMkLst>
      </pc:sldChg>
      <pc:sldChg chg="addSp delSp modSp del mod delAnim modAnim">
        <pc:chgData name="Luz Pascal" userId="7fa5ceab-0349-4458-880b-7c4b9ec82b0a" providerId="ADAL" clId="{A49E9F3A-B52D-461E-ABF6-58A75CE30F76}" dt="2026-09-22T02:17:25.041" v="15004" actId="47"/>
        <pc:sldMkLst>
          <pc:docMk/>
          <pc:sldMk cId="1475820316" sldId="328"/>
        </pc:sldMkLst>
      </pc:sldChg>
      <pc:sldChg chg="delSp del mod">
        <pc:chgData name="Luz Pascal" userId="7fa5ceab-0349-4458-880b-7c4b9ec82b0a" providerId="ADAL" clId="{A49E9F3A-B52D-461E-ABF6-58A75CE30F76}" dt="2026-09-22T02:17:25.041" v="15004" actId="47"/>
        <pc:sldMkLst>
          <pc:docMk/>
          <pc:sldMk cId="2343260496" sldId="344"/>
        </pc:sldMkLst>
      </pc:sldChg>
      <pc:sldChg chg="delSp del mod">
        <pc:chgData name="Luz Pascal" userId="7fa5ceab-0349-4458-880b-7c4b9ec82b0a" providerId="ADAL" clId="{A49E9F3A-B52D-461E-ABF6-58A75CE30F76}" dt="2026-09-22T02:17:25.041" v="15004" actId="47"/>
        <pc:sldMkLst>
          <pc:docMk/>
          <pc:sldMk cId="313715187" sldId="345"/>
        </pc:sldMkLst>
      </pc:sldChg>
      <pc:sldChg chg="delSp del mod">
        <pc:chgData name="Luz Pascal" userId="7fa5ceab-0349-4458-880b-7c4b9ec82b0a" providerId="ADAL" clId="{A49E9F3A-B52D-461E-ABF6-58A75CE30F76}" dt="2026-09-22T02:17:25.041" v="15004" actId="47"/>
        <pc:sldMkLst>
          <pc:docMk/>
          <pc:sldMk cId="854837354" sldId="346"/>
        </pc:sldMkLst>
      </pc:sldChg>
      <pc:sldChg chg="delSp del mod">
        <pc:chgData name="Luz Pascal" userId="7fa5ceab-0349-4458-880b-7c4b9ec82b0a" providerId="ADAL" clId="{A49E9F3A-B52D-461E-ABF6-58A75CE30F76}" dt="2026-09-22T02:17:25.041" v="15004" actId="47"/>
        <pc:sldMkLst>
          <pc:docMk/>
          <pc:sldMk cId="1897094259" sldId="347"/>
        </pc:sldMkLst>
      </pc:sldChg>
      <pc:sldChg chg="delSp del mod">
        <pc:chgData name="Luz Pascal" userId="7fa5ceab-0349-4458-880b-7c4b9ec82b0a" providerId="ADAL" clId="{A49E9F3A-B52D-461E-ABF6-58A75CE30F76}" dt="2026-09-22T02:17:25.041" v="15004" actId="47"/>
        <pc:sldMkLst>
          <pc:docMk/>
          <pc:sldMk cId="1712241841" sldId="348"/>
        </pc:sldMkLst>
      </pc:sldChg>
      <pc:sldChg chg="delSp del mod">
        <pc:chgData name="Luz Pascal" userId="7fa5ceab-0349-4458-880b-7c4b9ec82b0a" providerId="ADAL" clId="{A49E9F3A-B52D-461E-ABF6-58A75CE30F76}" dt="2026-09-22T02:17:25.041" v="15004" actId="47"/>
        <pc:sldMkLst>
          <pc:docMk/>
          <pc:sldMk cId="3751091958" sldId="349"/>
        </pc:sldMkLst>
      </pc:sldChg>
      <pc:sldChg chg="delSp del mod">
        <pc:chgData name="Luz Pascal" userId="7fa5ceab-0349-4458-880b-7c4b9ec82b0a" providerId="ADAL" clId="{A49E9F3A-B52D-461E-ABF6-58A75CE30F76}" dt="2026-09-22T02:17:25.041" v="15004" actId="47"/>
        <pc:sldMkLst>
          <pc:docMk/>
          <pc:sldMk cId="629831884" sldId="350"/>
        </pc:sldMkLst>
      </pc:sldChg>
      <pc:sldChg chg="delSp del mod">
        <pc:chgData name="Luz Pascal" userId="7fa5ceab-0349-4458-880b-7c4b9ec82b0a" providerId="ADAL" clId="{A49E9F3A-B52D-461E-ABF6-58A75CE30F76}" dt="2026-09-22T02:17:25.041" v="15004" actId="47"/>
        <pc:sldMkLst>
          <pc:docMk/>
          <pc:sldMk cId="352943743" sldId="351"/>
        </pc:sldMkLst>
      </pc:sldChg>
      <pc:sldChg chg="delSp del mod">
        <pc:chgData name="Luz Pascal" userId="7fa5ceab-0349-4458-880b-7c4b9ec82b0a" providerId="ADAL" clId="{A49E9F3A-B52D-461E-ABF6-58A75CE30F76}" dt="2026-09-22T02:17:25.041" v="15004" actId="47"/>
        <pc:sldMkLst>
          <pc:docMk/>
          <pc:sldMk cId="3244902258" sldId="352"/>
        </pc:sldMkLst>
      </pc:sldChg>
      <pc:sldChg chg="delSp del mod">
        <pc:chgData name="Luz Pascal" userId="7fa5ceab-0349-4458-880b-7c4b9ec82b0a" providerId="ADAL" clId="{A49E9F3A-B52D-461E-ABF6-58A75CE30F76}" dt="2026-09-22T02:17:25.041" v="15004" actId="47"/>
        <pc:sldMkLst>
          <pc:docMk/>
          <pc:sldMk cId="364802829" sldId="353"/>
        </pc:sldMkLst>
      </pc:sldChg>
      <pc:sldChg chg="delSp modSp del mod">
        <pc:chgData name="Luz Pascal" userId="7fa5ceab-0349-4458-880b-7c4b9ec82b0a" providerId="ADAL" clId="{A49E9F3A-B52D-461E-ABF6-58A75CE30F76}" dt="2026-09-22T02:17:25.041" v="15004" actId="47"/>
        <pc:sldMkLst>
          <pc:docMk/>
          <pc:sldMk cId="1567458049" sldId="354"/>
        </pc:sldMkLst>
      </pc:sldChg>
      <pc:sldChg chg="delSp modSp del mod">
        <pc:chgData name="Luz Pascal" userId="7fa5ceab-0349-4458-880b-7c4b9ec82b0a" providerId="ADAL" clId="{A49E9F3A-B52D-461E-ABF6-58A75CE30F76}" dt="2026-09-22T02:17:25.041" v="15004" actId="47"/>
        <pc:sldMkLst>
          <pc:docMk/>
          <pc:sldMk cId="3474205199" sldId="355"/>
        </pc:sldMkLst>
      </pc:sldChg>
      <pc:sldChg chg="delSp del mod">
        <pc:chgData name="Luz Pascal" userId="7fa5ceab-0349-4458-880b-7c4b9ec82b0a" providerId="ADAL" clId="{A49E9F3A-B52D-461E-ABF6-58A75CE30F76}" dt="2026-09-22T02:17:25.041" v="15004" actId="47"/>
        <pc:sldMkLst>
          <pc:docMk/>
          <pc:sldMk cId="2918327386" sldId="356"/>
        </pc:sldMkLst>
      </pc:sldChg>
      <pc:sldChg chg="delSp modSp del mod">
        <pc:chgData name="Luz Pascal" userId="7fa5ceab-0349-4458-880b-7c4b9ec82b0a" providerId="ADAL" clId="{A49E9F3A-B52D-461E-ABF6-58A75CE30F76}" dt="2026-09-22T02:17:25.041" v="15004" actId="47"/>
        <pc:sldMkLst>
          <pc:docMk/>
          <pc:sldMk cId="2753791173" sldId="357"/>
        </pc:sldMkLst>
      </pc:sldChg>
      <pc:sldChg chg="delSp del mod">
        <pc:chgData name="Luz Pascal" userId="7fa5ceab-0349-4458-880b-7c4b9ec82b0a" providerId="ADAL" clId="{A49E9F3A-B52D-461E-ABF6-58A75CE30F76}" dt="2026-09-22T02:17:25.041" v="15004" actId="47"/>
        <pc:sldMkLst>
          <pc:docMk/>
          <pc:sldMk cId="3598359623" sldId="358"/>
        </pc:sldMkLst>
      </pc:sldChg>
      <pc:sldChg chg="delSp del mod">
        <pc:chgData name="Luz Pascal" userId="7fa5ceab-0349-4458-880b-7c4b9ec82b0a" providerId="ADAL" clId="{A49E9F3A-B52D-461E-ABF6-58A75CE30F76}" dt="2026-09-22T02:17:25.041" v="15004" actId="47"/>
        <pc:sldMkLst>
          <pc:docMk/>
          <pc:sldMk cId="2395006457" sldId="359"/>
        </pc:sldMkLst>
      </pc:sldChg>
      <pc:sldChg chg="add del ord">
        <pc:chgData name="Luz Pascal" userId="7fa5ceab-0349-4458-880b-7c4b9ec82b0a" providerId="ADAL" clId="{A49E9F3A-B52D-461E-ABF6-58A75CE30F76}" dt="2026-09-22T02:17:25.041" v="15004" actId="47"/>
        <pc:sldMkLst>
          <pc:docMk/>
          <pc:sldMk cId="817395720" sldId="389"/>
        </pc:sldMkLst>
      </pc:sldChg>
      <pc:sldChg chg="modSp add del mod">
        <pc:chgData name="Luz Pascal" userId="7fa5ceab-0349-4458-880b-7c4b9ec82b0a" providerId="ADAL" clId="{A49E9F3A-B52D-461E-ABF6-58A75CE30F76}" dt="2026-09-22T02:17:25.041" v="15004" actId="47"/>
        <pc:sldMkLst>
          <pc:docMk/>
          <pc:sldMk cId="3311533079" sldId="390"/>
        </pc:sldMkLst>
      </pc:sldChg>
      <pc:sldChg chg="del ord">
        <pc:chgData name="Luz Pascal" userId="7fa5ceab-0349-4458-880b-7c4b9ec82b0a" providerId="ADAL" clId="{A49E9F3A-B52D-461E-ABF6-58A75CE30F76}" dt="2026-09-22T02:17:25.041" v="15004" actId="47"/>
        <pc:sldMkLst>
          <pc:docMk/>
          <pc:sldMk cId="3247960662" sldId="391"/>
        </pc:sldMkLst>
      </pc:sldChg>
      <pc:sldChg chg="del">
        <pc:chgData name="Luz Pascal" userId="7fa5ceab-0349-4458-880b-7c4b9ec82b0a" providerId="ADAL" clId="{A49E9F3A-B52D-461E-ABF6-58A75CE30F76}" dt="2026-09-22T02:17:25.041" v="15004" actId="47"/>
        <pc:sldMkLst>
          <pc:docMk/>
          <pc:sldMk cId="647424597" sldId="414"/>
        </pc:sldMkLst>
      </pc:sldChg>
      <pc:sldChg chg="del">
        <pc:chgData name="Luz Pascal" userId="7fa5ceab-0349-4458-880b-7c4b9ec82b0a" providerId="ADAL" clId="{A49E9F3A-B52D-461E-ABF6-58A75CE30F76}" dt="2026-09-22T02:17:25.041" v="15004" actId="47"/>
        <pc:sldMkLst>
          <pc:docMk/>
          <pc:sldMk cId="610088733" sldId="415"/>
        </pc:sldMkLst>
      </pc:sldChg>
      <pc:sldChg chg="addSp delSp modSp del mod delAnim">
        <pc:chgData name="Luz Pascal" userId="7fa5ceab-0349-4458-880b-7c4b9ec82b0a" providerId="ADAL" clId="{A49E9F3A-B52D-461E-ABF6-58A75CE30F76}" dt="2026-09-22T02:17:25.041" v="15004" actId="47"/>
        <pc:sldMkLst>
          <pc:docMk/>
          <pc:sldMk cId="1090818067" sldId="416"/>
        </pc:sldMkLst>
      </pc:sldChg>
      <pc:sldChg chg="modSp del mod modAnim">
        <pc:chgData name="Luz Pascal" userId="7fa5ceab-0349-4458-880b-7c4b9ec82b0a" providerId="ADAL" clId="{A49E9F3A-B52D-461E-ABF6-58A75CE30F76}" dt="2026-09-22T02:17:25.041" v="15004" actId="47"/>
        <pc:sldMkLst>
          <pc:docMk/>
          <pc:sldMk cId="489786870" sldId="417"/>
        </pc:sldMkLst>
      </pc:sldChg>
      <pc:sldChg chg="addSp modSp del mod">
        <pc:chgData name="Luz Pascal" userId="7fa5ceab-0349-4458-880b-7c4b9ec82b0a" providerId="ADAL" clId="{A49E9F3A-B52D-461E-ABF6-58A75CE30F76}" dt="2026-09-22T02:17:25.041" v="15004" actId="47"/>
        <pc:sldMkLst>
          <pc:docMk/>
          <pc:sldMk cId="3004560678" sldId="418"/>
        </pc:sldMkLst>
      </pc:sldChg>
      <pc:sldChg chg="del">
        <pc:chgData name="Luz Pascal" userId="7fa5ceab-0349-4458-880b-7c4b9ec82b0a" providerId="ADAL" clId="{A49E9F3A-B52D-461E-ABF6-58A75CE30F76}" dt="2026-09-22T02:17:25.041" v="15004" actId="47"/>
        <pc:sldMkLst>
          <pc:docMk/>
          <pc:sldMk cId="3406544071" sldId="419"/>
        </pc:sldMkLst>
      </pc:sldChg>
      <pc:sldChg chg="del">
        <pc:chgData name="Luz Pascal" userId="7fa5ceab-0349-4458-880b-7c4b9ec82b0a" providerId="ADAL" clId="{A49E9F3A-B52D-461E-ABF6-58A75CE30F76}" dt="2026-09-22T02:17:25.041" v="15004" actId="47"/>
        <pc:sldMkLst>
          <pc:docMk/>
          <pc:sldMk cId="2367696365" sldId="420"/>
        </pc:sldMkLst>
      </pc:sldChg>
      <pc:sldChg chg="delSp del mod">
        <pc:chgData name="Luz Pascal" userId="7fa5ceab-0349-4458-880b-7c4b9ec82b0a" providerId="ADAL" clId="{A49E9F3A-B52D-461E-ABF6-58A75CE30F76}" dt="2026-09-22T02:17:25.041" v="15004" actId="47"/>
        <pc:sldMkLst>
          <pc:docMk/>
          <pc:sldMk cId="3034414840" sldId="421"/>
        </pc:sldMkLst>
      </pc:sldChg>
      <pc:sldChg chg="modSp add del mod">
        <pc:chgData name="Luz Pascal" userId="7fa5ceab-0349-4458-880b-7c4b9ec82b0a" providerId="ADAL" clId="{A49E9F3A-B52D-461E-ABF6-58A75CE30F76}" dt="2026-09-22T02:17:25.041" v="15004" actId="47"/>
        <pc:sldMkLst>
          <pc:docMk/>
          <pc:sldMk cId="3243734200" sldId="424"/>
        </pc:sldMkLst>
      </pc:sldChg>
      <pc:sldChg chg="addSp delSp modSp add del mod modAnim">
        <pc:chgData name="Luz Pascal" userId="7fa5ceab-0349-4458-880b-7c4b9ec82b0a" providerId="ADAL" clId="{A49E9F3A-B52D-461E-ABF6-58A75CE30F76}" dt="2026-09-22T02:17:25.041" v="15004" actId="47"/>
        <pc:sldMkLst>
          <pc:docMk/>
          <pc:sldMk cId="2400900898" sldId="425"/>
        </pc:sldMkLst>
      </pc:sldChg>
      <pc:sldChg chg="add del">
        <pc:chgData name="Luz Pascal" userId="7fa5ceab-0349-4458-880b-7c4b9ec82b0a" providerId="ADAL" clId="{A49E9F3A-B52D-461E-ABF6-58A75CE30F76}" dt="2026-09-22T02:17:25.041" v="15004" actId="47"/>
        <pc:sldMkLst>
          <pc:docMk/>
          <pc:sldMk cId="1029107125" sldId="426"/>
        </pc:sldMkLst>
      </pc:sldChg>
      <pc:sldChg chg="addSp delSp modSp add del mod delAnim modAnim">
        <pc:chgData name="Luz Pascal" userId="7fa5ceab-0349-4458-880b-7c4b9ec82b0a" providerId="ADAL" clId="{A49E9F3A-B52D-461E-ABF6-58A75CE30F76}" dt="2026-09-22T02:17:25.041" v="15004" actId="47"/>
        <pc:sldMkLst>
          <pc:docMk/>
          <pc:sldMk cId="4043454983" sldId="427"/>
        </pc:sldMkLst>
      </pc:sldChg>
      <pc:sldChg chg="add del">
        <pc:chgData name="Luz Pascal" userId="7fa5ceab-0349-4458-880b-7c4b9ec82b0a" providerId="ADAL" clId="{A49E9F3A-B52D-461E-ABF6-58A75CE30F76}" dt="2026-09-22T02:17:25.041" v="15004" actId="47"/>
        <pc:sldMkLst>
          <pc:docMk/>
          <pc:sldMk cId="279658880" sldId="429"/>
        </pc:sldMkLst>
      </pc:sldChg>
      <pc:sldChg chg="addSp delSp modSp new mod ord">
        <pc:chgData name="Luz Pascal" userId="7fa5ceab-0349-4458-880b-7c4b9ec82b0a" providerId="ADAL" clId="{A49E9F3A-B52D-461E-ABF6-58A75CE30F76}" dt="2026-09-14T05:12:03.299" v="12956"/>
        <pc:sldMkLst>
          <pc:docMk/>
          <pc:sldMk cId="2074379464" sldId="430"/>
        </pc:sldMkLst>
        <pc:spChg chg="add mod">
          <ac:chgData name="Luz Pascal" userId="7fa5ceab-0349-4458-880b-7c4b9ec82b0a" providerId="ADAL" clId="{A49E9F3A-B52D-461E-ABF6-58A75CE30F76}" dt="2026-09-14T04:56:58.706" v="12902" actId="113"/>
          <ac:spMkLst>
            <pc:docMk/>
            <pc:sldMk cId="2074379464" sldId="430"/>
            <ac:spMk id="3" creationId="{561FEE51-16AA-0BAC-49C0-BD1C2905665D}"/>
          </ac:spMkLst>
        </pc:spChg>
        <pc:spChg chg="add mod topLvl">
          <ac:chgData name="Luz Pascal" userId="7fa5ceab-0349-4458-880b-7c4b9ec82b0a" providerId="ADAL" clId="{A49E9F3A-B52D-461E-ABF6-58A75CE30F76}" dt="2026-09-14T05:08:19.837" v="12944" actId="1076"/>
          <ac:spMkLst>
            <pc:docMk/>
            <pc:sldMk cId="2074379464" sldId="430"/>
            <ac:spMk id="42" creationId="{D7EA0E11-9CE7-8C27-1464-A24F81D5323D}"/>
          </ac:spMkLst>
        </pc:spChg>
        <pc:spChg chg="add del mod topLvl">
          <ac:chgData name="Luz Pascal" userId="7fa5ceab-0349-4458-880b-7c4b9ec82b0a" providerId="ADAL" clId="{A49E9F3A-B52D-461E-ABF6-58A75CE30F76}" dt="2026-09-14T05:08:19.837" v="12944" actId="1076"/>
          <ac:spMkLst>
            <pc:docMk/>
            <pc:sldMk cId="2074379464" sldId="430"/>
            <ac:spMk id="51" creationId="{02D209C1-0B6D-1713-3621-0F05878E37AE}"/>
          </ac:spMkLst>
        </pc:spChg>
        <pc:spChg chg="add mod">
          <ac:chgData name="Luz Pascal" userId="7fa5ceab-0349-4458-880b-7c4b9ec82b0a" providerId="ADAL" clId="{A49E9F3A-B52D-461E-ABF6-58A75CE30F76}" dt="2026-09-14T05:08:19.837" v="12944" actId="1076"/>
          <ac:spMkLst>
            <pc:docMk/>
            <pc:sldMk cId="2074379464" sldId="430"/>
            <ac:spMk id="73" creationId="{B7BBC532-A97C-46A4-4667-7CA89217263A}"/>
          </ac:spMkLst>
        </pc:spChg>
        <pc:spChg chg="add mod">
          <ac:chgData name="Luz Pascal" userId="7fa5ceab-0349-4458-880b-7c4b9ec82b0a" providerId="ADAL" clId="{A49E9F3A-B52D-461E-ABF6-58A75CE30F76}" dt="2026-09-14T05:08:19.837" v="12944" actId="1076"/>
          <ac:spMkLst>
            <pc:docMk/>
            <pc:sldMk cId="2074379464" sldId="430"/>
            <ac:spMk id="109" creationId="{6ACEFAEB-DDF1-8FE1-B410-43EAEE2E6994}"/>
          </ac:spMkLst>
        </pc:spChg>
        <pc:spChg chg="add mod topLvl">
          <ac:chgData name="Luz Pascal" userId="7fa5ceab-0349-4458-880b-7c4b9ec82b0a" providerId="ADAL" clId="{A49E9F3A-B52D-461E-ABF6-58A75CE30F76}" dt="2026-09-14T05:08:19.837" v="12944" actId="1076"/>
          <ac:spMkLst>
            <pc:docMk/>
            <pc:sldMk cId="2074379464" sldId="430"/>
            <ac:spMk id="124" creationId="{1692662C-A89B-D00D-E2BC-01EE6FD452F2}"/>
          </ac:spMkLst>
        </pc:spChg>
        <pc:spChg chg="add mod topLvl">
          <ac:chgData name="Luz Pascal" userId="7fa5ceab-0349-4458-880b-7c4b9ec82b0a" providerId="ADAL" clId="{A49E9F3A-B52D-461E-ABF6-58A75CE30F76}" dt="2026-09-14T05:08:19.837" v="12944" actId="1076"/>
          <ac:spMkLst>
            <pc:docMk/>
            <pc:sldMk cId="2074379464" sldId="430"/>
            <ac:spMk id="126" creationId="{52C56493-6EED-BDDB-69BA-9E985AE4E59D}"/>
          </ac:spMkLst>
        </pc:spChg>
        <pc:spChg chg="add mod topLvl">
          <ac:chgData name="Luz Pascal" userId="7fa5ceab-0349-4458-880b-7c4b9ec82b0a" providerId="ADAL" clId="{A49E9F3A-B52D-461E-ABF6-58A75CE30F76}" dt="2026-09-14T05:08:19.837" v="12944" actId="1076"/>
          <ac:spMkLst>
            <pc:docMk/>
            <pc:sldMk cId="2074379464" sldId="430"/>
            <ac:spMk id="128" creationId="{123B23DF-4607-BB6C-D21D-319F67426C99}"/>
          </ac:spMkLst>
        </pc:spChg>
        <pc:grpChg chg="add del mod">
          <ac:chgData name="Luz Pascal" userId="7fa5ceab-0349-4458-880b-7c4b9ec82b0a" providerId="ADAL" clId="{A49E9F3A-B52D-461E-ABF6-58A75CE30F76}" dt="2026-09-14T04:53:38.537" v="12798" actId="164"/>
          <ac:grpSpMkLst>
            <pc:docMk/>
            <pc:sldMk cId="2074379464" sldId="430"/>
            <ac:grpSpMk id="43" creationId="{6C3984E4-C015-C10C-99E4-44DD0AC02AF5}"/>
          </ac:grpSpMkLst>
        </pc:grpChg>
        <pc:grpChg chg="add mod">
          <ac:chgData name="Luz Pascal" userId="7fa5ceab-0349-4458-880b-7c4b9ec82b0a" providerId="ADAL" clId="{A49E9F3A-B52D-461E-ABF6-58A75CE30F76}" dt="2026-09-14T04:55:20.376" v="12870" actId="12789"/>
          <ac:grpSpMkLst>
            <pc:docMk/>
            <pc:sldMk cId="2074379464" sldId="430"/>
            <ac:grpSpMk id="132" creationId="{A27799ED-BC50-B982-694B-9090F525D637}"/>
          </ac:grpSpMkLst>
        </pc:grpChg>
        <pc:picChg chg="add del mod topLvl">
          <ac:chgData name="Luz Pascal" userId="7fa5ceab-0349-4458-880b-7c4b9ec82b0a" providerId="ADAL" clId="{A49E9F3A-B52D-461E-ABF6-58A75CE30F76}" dt="2026-09-14T05:08:19.837" v="12944" actId="1076"/>
          <ac:picMkLst>
            <pc:docMk/>
            <pc:sldMk cId="2074379464" sldId="430"/>
            <ac:picMk id="39" creationId="{12BD7FAB-C883-BC4E-BF94-2D8660508883}"/>
          </ac:picMkLst>
        </pc:picChg>
        <pc:picChg chg="mod">
          <ac:chgData name="Luz Pascal" userId="7fa5ceab-0349-4458-880b-7c4b9ec82b0a" providerId="ADAL" clId="{A49E9F3A-B52D-461E-ABF6-58A75CE30F76}" dt="2026-09-14T04:54:52.916" v="12867" actId="165"/>
          <ac:picMkLst>
            <pc:docMk/>
            <pc:sldMk cId="2074379464" sldId="430"/>
            <ac:picMk id="46" creationId="{D61ACAF2-C843-978D-7185-1CC1C44E5E43}"/>
          </ac:picMkLst>
        </pc:picChg>
        <pc:picChg chg="mod">
          <ac:chgData name="Luz Pascal" userId="7fa5ceab-0349-4458-880b-7c4b9ec82b0a" providerId="ADAL" clId="{A49E9F3A-B52D-461E-ABF6-58A75CE30F76}" dt="2026-09-14T04:54:52.916" v="12867" actId="165"/>
          <ac:picMkLst>
            <pc:docMk/>
            <pc:sldMk cId="2074379464" sldId="430"/>
            <ac:picMk id="47" creationId="{9055A6BB-7B6A-6995-DCDF-BA277AD38BF7}"/>
          </ac:picMkLst>
        </pc:picChg>
        <pc:picChg chg="mod">
          <ac:chgData name="Luz Pascal" userId="7fa5ceab-0349-4458-880b-7c4b9ec82b0a" providerId="ADAL" clId="{A49E9F3A-B52D-461E-ABF6-58A75CE30F76}" dt="2026-09-14T04:54:52.916" v="12867" actId="165"/>
          <ac:picMkLst>
            <pc:docMk/>
            <pc:sldMk cId="2074379464" sldId="430"/>
            <ac:picMk id="48" creationId="{ADC12DC3-00CF-715D-B366-0924B93DDE2D}"/>
          </ac:picMkLst>
        </pc:picChg>
        <pc:picChg chg="add mod topLvl">
          <ac:chgData name="Luz Pascal" userId="7fa5ceab-0349-4458-880b-7c4b9ec82b0a" providerId="ADAL" clId="{A49E9F3A-B52D-461E-ABF6-58A75CE30F76}" dt="2026-09-14T05:08:19.837" v="12944" actId="1076"/>
          <ac:picMkLst>
            <pc:docMk/>
            <pc:sldMk cId="2074379464" sldId="430"/>
            <ac:picMk id="111" creationId="{1BE12D3F-9CCE-DB99-5B82-1B15A8ECAFC4}"/>
          </ac:picMkLst>
        </pc:picChg>
        <pc:picChg chg="add mod topLvl">
          <ac:chgData name="Luz Pascal" userId="7fa5ceab-0349-4458-880b-7c4b9ec82b0a" providerId="ADAL" clId="{A49E9F3A-B52D-461E-ABF6-58A75CE30F76}" dt="2026-09-14T05:08:19.837" v="12944" actId="1076"/>
          <ac:picMkLst>
            <pc:docMk/>
            <pc:sldMk cId="2074379464" sldId="430"/>
            <ac:picMk id="113" creationId="{5C784253-28A8-FFF8-8CA2-5C28F5663C68}"/>
          </ac:picMkLst>
        </pc:picChg>
        <pc:picChg chg="add mod ord topLvl">
          <ac:chgData name="Luz Pascal" userId="7fa5ceab-0349-4458-880b-7c4b9ec82b0a" providerId="ADAL" clId="{A49E9F3A-B52D-461E-ABF6-58A75CE30F76}" dt="2026-09-14T04:55:15.258" v="12869" actId="164"/>
          <ac:picMkLst>
            <pc:docMk/>
            <pc:sldMk cId="2074379464" sldId="430"/>
            <ac:picMk id="115" creationId="{B7CABC23-2FF3-A1CB-C72A-FE7A1695C4EA}"/>
          </ac:picMkLst>
        </pc:picChg>
        <pc:picChg chg="add mod topLvl">
          <ac:chgData name="Luz Pascal" userId="7fa5ceab-0349-4458-880b-7c4b9ec82b0a" providerId="ADAL" clId="{A49E9F3A-B52D-461E-ABF6-58A75CE30F76}" dt="2026-09-14T04:55:15.258" v="12869" actId="164"/>
          <ac:picMkLst>
            <pc:docMk/>
            <pc:sldMk cId="2074379464" sldId="430"/>
            <ac:picMk id="117" creationId="{E1336D99-4489-D5D6-EFEB-DB6CBF4B8CE6}"/>
          </ac:picMkLst>
        </pc:picChg>
        <pc:picChg chg="add mod topLvl">
          <ac:chgData name="Luz Pascal" userId="7fa5ceab-0349-4458-880b-7c4b9ec82b0a" providerId="ADAL" clId="{A49E9F3A-B52D-461E-ABF6-58A75CE30F76}" dt="2026-09-14T04:55:15.258" v="12869" actId="164"/>
          <ac:picMkLst>
            <pc:docMk/>
            <pc:sldMk cId="2074379464" sldId="430"/>
            <ac:picMk id="119" creationId="{AC069B08-6F78-7059-119F-E83012A133D8}"/>
          </ac:picMkLst>
        </pc:picChg>
        <pc:picChg chg="add mod topLvl">
          <ac:chgData name="Luz Pascal" userId="7fa5ceab-0349-4458-880b-7c4b9ec82b0a" providerId="ADAL" clId="{A49E9F3A-B52D-461E-ABF6-58A75CE30F76}" dt="2026-09-14T04:55:15.258" v="12869" actId="164"/>
          <ac:picMkLst>
            <pc:docMk/>
            <pc:sldMk cId="2074379464" sldId="430"/>
            <ac:picMk id="121" creationId="{7AD3CD21-6A4F-91AD-776D-EEE4984657B3}"/>
          </ac:picMkLst>
        </pc:picChg>
      </pc:sldChg>
      <pc:sldChg chg="addSp delSp modSp add del mod delAnim modAnim">
        <pc:chgData name="Luz Pascal" userId="7fa5ceab-0349-4458-880b-7c4b9ec82b0a" providerId="ADAL" clId="{A49E9F3A-B52D-461E-ABF6-58A75CE30F76}" dt="2026-09-22T02:17:25.041" v="15004" actId="47"/>
        <pc:sldMkLst>
          <pc:docMk/>
          <pc:sldMk cId="3600709160" sldId="431"/>
        </pc:sldMkLst>
      </pc:sldChg>
      <pc:sldChg chg="addSp delSp modSp add del mod addAnim delAnim modAnim">
        <pc:chgData name="Luz Pascal" userId="7fa5ceab-0349-4458-880b-7c4b9ec82b0a" providerId="ADAL" clId="{A49E9F3A-B52D-461E-ABF6-58A75CE30F76}" dt="2026-09-22T02:17:25.041" v="15004" actId="47"/>
        <pc:sldMkLst>
          <pc:docMk/>
          <pc:sldMk cId="2882369969" sldId="432"/>
        </pc:sldMkLst>
      </pc:sldChg>
      <pc:sldChg chg="add del">
        <pc:chgData name="Luz Pascal" userId="7fa5ceab-0349-4458-880b-7c4b9ec82b0a" providerId="ADAL" clId="{A49E9F3A-B52D-461E-ABF6-58A75CE30F76}" dt="2026-09-22T02:17:25.041" v="15004" actId="47"/>
        <pc:sldMkLst>
          <pc:docMk/>
          <pc:sldMk cId="556798956" sldId="433"/>
        </pc:sldMkLst>
      </pc:sldChg>
      <pc:sldChg chg="addSp delSp modSp new del mod">
        <pc:chgData name="Luz Pascal" userId="7fa5ceab-0349-4458-880b-7c4b9ec82b0a" providerId="ADAL" clId="{A49E9F3A-B52D-461E-ABF6-58A75CE30F76}" dt="2026-09-22T02:17:25.041" v="15004" actId="47"/>
        <pc:sldMkLst>
          <pc:docMk/>
          <pc:sldMk cId="3782292165" sldId="434"/>
        </pc:sldMkLst>
      </pc:sldChg>
      <pc:sldChg chg="addSp delSp modSp new del mod modClrScheme chgLayout">
        <pc:chgData name="Luz Pascal" userId="7fa5ceab-0349-4458-880b-7c4b9ec82b0a" providerId="ADAL" clId="{A49E9F3A-B52D-461E-ABF6-58A75CE30F76}" dt="2026-09-22T02:17:25.041" v="15004" actId="47"/>
        <pc:sldMkLst>
          <pc:docMk/>
          <pc:sldMk cId="1786553344" sldId="435"/>
        </pc:sldMkLst>
      </pc:sldChg>
      <pc:sldChg chg="addSp delSp modSp add del mod">
        <pc:chgData name="Luz Pascal" userId="7fa5ceab-0349-4458-880b-7c4b9ec82b0a" providerId="ADAL" clId="{A49E9F3A-B52D-461E-ABF6-58A75CE30F76}" dt="2026-09-22T02:17:25.041" v="15004" actId="47"/>
        <pc:sldMkLst>
          <pc:docMk/>
          <pc:sldMk cId="894479053" sldId="436"/>
        </pc:sldMkLst>
      </pc:sldChg>
      <pc:sldChg chg="addSp delSp modSp new del mod">
        <pc:chgData name="Luz Pascal" userId="7fa5ceab-0349-4458-880b-7c4b9ec82b0a" providerId="ADAL" clId="{A49E9F3A-B52D-461E-ABF6-58A75CE30F76}" dt="2026-09-22T02:17:25.041" v="15004" actId="47"/>
        <pc:sldMkLst>
          <pc:docMk/>
          <pc:sldMk cId="2867713153" sldId="437"/>
        </pc:sldMkLst>
      </pc:sldChg>
      <pc:sldChg chg="addSp delSp modSp add del mod delAnim modAnim">
        <pc:chgData name="Luz Pascal" userId="7fa5ceab-0349-4458-880b-7c4b9ec82b0a" providerId="ADAL" clId="{A49E9F3A-B52D-461E-ABF6-58A75CE30F76}" dt="2026-09-22T02:17:25.041" v="15004" actId="47"/>
        <pc:sldMkLst>
          <pc:docMk/>
          <pc:sldMk cId="1816391886" sldId="438"/>
        </pc:sldMkLst>
      </pc:sldChg>
      <pc:sldChg chg="addSp delSp modSp add mod ord">
        <pc:chgData name="Luz Pascal" userId="7fa5ceab-0349-4458-880b-7c4b9ec82b0a" providerId="ADAL" clId="{A49E9F3A-B52D-461E-ABF6-58A75CE30F76}" dt="2026-09-18T04:58:07.135" v="14822" actId="20577"/>
        <pc:sldMkLst>
          <pc:docMk/>
          <pc:sldMk cId="1056693510" sldId="439"/>
        </pc:sldMkLst>
        <pc:spChg chg="mod">
          <ac:chgData name="Luz Pascal" userId="7fa5ceab-0349-4458-880b-7c4b9ec82b0a" providerId="ADAL" clId="{A49E9F3A-B52D-461E-ABF6-58A75CE30F76}" dt="2026-09-18T04:57:47.659" v="14808" actId="1076"/>
          <ac:spMkLst>
            <pc:docMk/>
            <pc:sldMk cId="1056693510" sldId="439"/>
            <ac:spMk id="7" creationId="{FFE6139E-1157-C001-8054-BEA03F3235E3}"/>
          </ac:spMkLst>
        </pc:spChg>
        <pc:graphicFrameChg chg="add mod modGraphic">
          <ac:chgData name="Luz Pascal" userId="7fa5ceab-0349-4458-880b-7c4b9ec82b0a" providerId="ADAL" clId="{A49E9F3A-B52D-461E-ABF6-58A75CE30F76}" dt="2026-09-18T04:58:07.135" v="14822" actId="20577"/>
          <ac:graphicFrameMkLst>
            <pc:docMk/>
            <pc:sldMk cId="1056693510" sldId="439"/>
            <ac:graphicFrameMk id="2" creationId="{9411EACC-B6EA-E81F-2A87-EC8905BDD929}"/>
          </ac:graphicFrameMkLst>
        </pc:graphicFrameChg>
      </pc:sldChg>
      <pc:sldChg chg="addSp delSp modSp add del mod addAnim delAnim modAnim">
        <pc:chgData name="Luz Pascal" userId="7fa5ceab-0349-4458-880b-7c4b9ec82b0a" providerId="ADAL" clId="{A49E9F3A-B52D-461E-ABF6-58A75CE30F76}" dt="2026-09-22T02:17:25.041" v="15004" actId="47"/>
        <pc:sldMkLst>
          <pc:docMk/>
          <pc:sldMk cId="705843960" sldId="440"/>
        </pc:sldMkLst>
      </pc:sldChg>
      <pc:sldChg chg="addSp delSp modSp add del mod modAnim">
        <pc:chgData name="Luz Pascal" userId="7fa5ceab-0349-4458-880b-7c4b9ec82b0a" providerId="ADAL" clId="{A49E9F3A-B52D-461E-ABF6-58A75CE30F76}" dt="2026-09-22T02:17:25.041" v="15004" actId="47"/>
        <pc:sldMkLst>
          <pc:docMk/>
          <pc:sldMk cId="3472374720" sldId="441"/>
        </pc:sldMkLst>
      </pc:sldChg>
      <pc:sldChg chg="addSp delSp modSp add del mod delAnim modAnim">
        <pc:chgData name="Luz Pascal" userId="7fa5ceab-0349-4458-880b-7c4b9ec82b0a" providerId="ADAL" clId="{A49E9F3A-B52D-461E-ABF6-58A75CE30F76}" dt="2026-09-22T02:17:25.041" v="15004" actId="47"/>
        <pc:sldMkLst>
          <pc:docMk/>
          <pc:sldMk cId="424972882" sldId="442"/>
        </pc:sldMkLst>
      </pc:sldChg>
      <pc:sldChg chg="addSp delSp modSp add del mod delAnim modAnim">
        <pc:chgData name="Luz Pascal" userId="7fa5ceab-0349-4458-880b-7c4b9ec82b0a" providerId="ADAL" clId="{A49E9F3A-B52D-461E-ABF6-58A75CE30F76}" dt="2026-09-22T02:17:25.041" v="15004" actId="47"/>
        <pc:sldMkLst>
          <pc:docMk/>
          <pc:sldMk cId="2234943152" sldId="443"/>
        </pc:sldMkLst>
      </pc:sldChg>
      <pc:sldChg chg="addSp delSp modSp add del mod modAnim">
        <pc:chgData name="Luz Pascal" userId="7fa5ceab-0349-4458-880b-7c4b9ec82b0a" providerId="ADAL" clId="{A49E9F3A-B52D-461E-ABF6-58A75CE30F76}" dt="2026-09-22T02:17:25.041" v="15004" actId="47"/>
        <pc:sldMkLst>
          <pc:docMk/>
          <pc:sldMk cId="1712453098" sldId="444"/>
        </pc:sldMkLst>
      </pc:sldChg>
      <pc:sldChg chg="addSp delSp modSp new del mod">
        <pc:chgData name="Luz Pascal" userId="7fa5ceab-0349-4458-880b-7c4b9ec82b0a" providerId="ADAL" clId="{A49E9F3A-B52D-461E-ABF6-58A75CE30F76}" dt="2026-09-22T02:17:25.041" v="15004" actId="47"/>
        <pc:sldMkLst>
          <pc:docMk/>
          <pc:sldMk cId="1062706784" sldId="445"/>
        </pc:sldMkLst>
      </pc:sldChg>
      <pc:sldChg chg="addSp delSp modSp add del mod">
        <pc:chgData name="Luz Pascal" userId="7fa5ceab-0349-4458-880b-7c4b9ec82b0a" providerId="ADAL" clId="{A49E9F3A-B52D-461E-ABF6-58A75CE30F76}" dt="2026-09-22T02:17:25.041" v="15004" actId="47"/>
        <pc:sldMkLst>
          <pc:docMk/>
          <pc:sldMk cId="2548657074" sldId="446"/>
        </pc:sldMkLst>
      </pc:sldChg>
      <pc:sldChg chg="addSp delSp modSp new del mod setBg">
        <pc:chgData name="Luz Pascal" userId="7fa5ceab-0349-4458-880b-7c4b9ec82b0a" providerId="ADAL" clId="{A49E9F3A-B52D-461E-ABF6-58A75CE30F76}" dt="2026-09-22T02:17:25.041" v="15004" actId="47"/>
        <pc:sldMkLst>
          <pc:docMk/>
          <pc:sldMk cId="1642683403" sldId="447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Levenim MT" panose="02010502060101010101" pitchFamily="2" charset="-79"/>
              </a:defRPr>
            </a:lvl1pPr>
          </a:lstStyle>
          <a:p>
            <a:endParaRPr lang="en-AU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Levenim MT" panose="02010502060101010101" pitchFamily="2" charset="-79"/>
              </a:defRPr>
            </a:lvl1pPr>
          </a:lstStyle>
          <a:p>
            <a:fld id="{7859290F-2E93-48DB-8A38-B2CF63EB8058}" type="datetimeFigureOut">
              <a:rPr lang="en-AU" smtClean="0"/>
              <a:pPr/>
              <a:t>22/09/2026</a:t>
            </a:fld>
            <a:endParaRPr lang="en-AU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AU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Levenim MT" panose="02010502060101010101" pitchFamily="2" charset="-79"/>
              </a:defRPr>
            </a:lvl1pPr>
          </a:lstStyle>
          <a:p>
            <a:endParaRPr lang="en-AU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Levenim MT" panose="02010502060101010101" pitchFamily="2" charset="-79"/>
              </a:defRPr>
            </a:lvl1pPr>
          </a:lstStyle>
          <a:p>
            <a:fld id="{1FA5E34C-69C1-4D06-84E2-840E0E6D3ABA}" type="slidenum">
              <a:rPr lang="en-AU" smtClean="0"/>
              <a:pPr/>
              <a:t>‹#›</a:t>
            </a:fld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32455156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Levenim MT" panose="02010502060101010101" pitchFamily="2" charset="-79"/>
        <a:ea typeface="+mn-ea"/>
        <a:cs typeface="+mn-cs"/>
      </a:defRPr>
    </a:lvl1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1A7E26-C6EE-D30D-76DC-AA851444818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8BEB848-6E44-E4B2-5508-D6C4B8B6A9E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BD69D2E-A1D5-7A19-23E1-68E290D860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28E6A7-8C11-4F94-9F9B-ECD6A04089B0}" type="datetimeFigureOut">
              <a:rPr lang="en-AU" smtClean="0"/>
              <a:t>22/09/2026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F7EA8C2-A29F-7BD8-8BDE-1E627D3238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BDC3173-E471-180E-4916-4D69E6E342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732EAA-D03C-4D17-A471-B93B66D1EFC0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56348602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15F26A-22E4-EB6F-1048-863BBCD32C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50200F7-CCA5-E63E-E983-ED3BCFBBD19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AAD6DF5-93F6-8B4A-47C1-C2A0462598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28E6A7-8C11-4F94-9F9B-ECD6A04089B0}" type="datetimeFigureOut">
              <a:rPr lang="en-AU" smtClean="0"/>
              <a:t>22/09/2026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AABF79C-DFAB-77BD-6EE0-92D58189A0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0BF97A0-2963-6F76-5F5F-3308AE14C5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732EAA-D03C-4D17-A471-B93B66D1EFC0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86627590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D833E6-DAE3-1FA4-0436-35D3862D9D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03B7E84-539A-6F4E-167B-BF418170CD3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B552E77-2A77-E6BF-A05C-3DF521BCD9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28E6A7-8C11-4F94-9F9B-ECD6A04089B0}" type="datetimeFigureOut">
              <a:rPr lang="en-AU" smtClean="0"/>
              <a:t>22/09/2026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2E09FA8-175B-D09A-2C26-A019B92A4A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B60F40B-9833-2C92-BE3E-482E50F309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732EAA-D03C-4D17-A471-B93B66D1EFC0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84224199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920697-BCDA-F5AB-CA72-F96A765DDB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879B6DF-362C-09B7-8CBF-862AE2B28BB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1E54C63-F80B-2AC2-A32D-DD537C53293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B3EB565-8809-9602-FBB8-3A25FAD281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28E6A7-8C11-4F94-9F9B-ECD6A04089B0}" type="datetimeFigureOut">
              <a:rPr lang="en-AU" smtClean="0"/>
              <a:t>22/09/2026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C5BD7A4-2B0C-17B7-579B-E2B76EB483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328B29E-C06B-2164-83C6-C85D91F366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732EAA-D03C-4D17-A471-B93B66D1EFC0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00181666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C7DE83-2B3A-42CD-65A2-BEACE992D1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DC4EBAD-357E-D42C-0424-4E8AD92310C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33BFCEB-4E53-D339-7BB8-15352180C3C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4BBE731-6634-81FA-0BEB-017B3B18061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FDE87FF-A1C3-C680-81F7-C5A3802EE7C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B600498-C956-C430-8E8C-3689F6AEA8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28E6A7-8C11-4F94-9F9B-ECD6A04089B0}" type="datetimeFigureOut">
              <a:rPr lang="en-AU" smtClean="0"/>
              <a:t>22/09/2026</a:t>
            </a:fld>
            <a:endParaRPr lang="en-AU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CDD33A4-0173-639E-AFB5-3761621356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0E6D2B2-0D78-BA14-B415-74A29C9754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732EAA-D03C-4D17-A471-B93B66D1EFC0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05228356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22D88D-983A-C9E5-8AFF-00C67AEBC6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F27F2D9-EA9F-D090-5904-B4C5908F70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28E6A7-8C11-4F94-9F9B-ECD6A04089B0}" type="datetimeFigureOut">
              <a:rPr lang="en-AU" smtClean="0"/>
              <a:t>22/09/2026</a:t>
            </a:fld>
            <a:endParaRPr lang="en-AU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9B562B4-FA21-18CD-85A0-DCC69BAE1B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6050D09-2258-6998-FDCC-4A99116AEB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732EAA-D03C-4D17-A471-B93B66D1EFC0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88930230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C7E602E-5341-0E77-D020-E16F29D73B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28E6A7-8C11-4F94-9F9B-ECD6A04089B0}" type="datetimeFigureOut">
              <a:rPr lang="en-AU" smtClean="0"/>
              <a:t>22/09/2026</a:t>
            </a:fld>
            <a:endParaRPr lang="en-AU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3A292DC-872C-3109-967D-AD7D36FAA2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DF25469-A649-2C8B-D064-8BFD068FDE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732EAA-D03C-4D17-A471-B93B66D1EFC0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92111665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333A6D-B55E-01E2-DEA9-DBAE5E0BC0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F841222-50C3-908A-010F-44C84DA6A61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952A83C-2BBF-38AD-3421-7361BD27457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8DFAD13-D4B7-03FF-BC2A-8DDB301D06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28E6A7-8C11-4F94-9F9B-ECD6A04089B0}" type="datetimeFigureOut">
              <a:rPr lang="en-AU" smtClean="0"/>
              <a:t>22/09/2026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9580090-BBB4-F9BF-18CA-9E5ACEC3D2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7C7D3C7-4640-C926-1E3F-9493D59C62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732EAA-D03C-4D17-A471-B93B66D1EFC0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53081981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8F6109-E0AA-8118-3539-8346812B99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D2A4974-7134-BB33-58C8-C8744EF0752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A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8570E1C-8C74-65A1-E75D-26A4B7AB315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134DB7C-90EF-1166-FE00-4BE2F4B03E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28E6A7-8C11-4F94-9F9B-ECD6A04089B0}" type="datetimeFigureOut">
              <a:rPr lang="en-AU" smtClean="0"/>
              <a:t>22/09/2026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96B950C-6D11-9F7D-1058-53B4BACBF1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7279606-C42F-0EEB-F99E-135AEB4AD2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732EAA-D03C-4D17-A471-B93B66D1EFC0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15995271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5DA9F4-F637-5A2F-7020-1C01233E33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7F2245E-AF44-20DD-DF75-B7E33CB5334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D4409EC-50B0-C7D6-08CF-B79915CA82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28E6A7-8C11-4F94-9F9B-ECD6A04089B0}" type="datetimeFigureOut">
              <a:rPr lang="en-AU" smtClean="0"/>
              <a:t>22/09/2026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33F0A6F-858B-5742-F401-83EE87BCF0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59FDE35-AE50-5A3D-C7FC-0EDFE832D8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732EAA-D03C-4D17-A471-B93B66D1EFC0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64712762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53A6E8B-575E-7A06-9463-A7EDAE59E4E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34C05D2-4CE2-E1B7-6F82-6279F2BBE5B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0BB6E2C-307F-0EA8-D55C-CF4280F6FC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28E6A7-8C11-4F94-9F9B-ECD6A04089B0}" type="datetimeFigureOut">
              <a:rPr lang="en-AU" smtClean="0"/>
              <a:t>22/09/2026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B332D11-4D40-B9B3-0631-E7618577CA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EF55FF8-FCCC-BB4B-FB32-7F66DB21D4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732EAA-D03C-4D17-A471-B93B66D1EFC0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95919103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6AB0B60-7877-240C-FF1A-905AE69854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  <a:endParaRPr lang="en-AU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E3782A6-6665-01B5-3FED-C39A5AC5EE8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AU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7C99A39-BE22-2CB5-5D67-95C74EB7264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  <a:latin typeface="Levenim MT" panose="02010502060101010101" pitchFamily="2" charset="-79"/>
              </a:defRPr>
            </a:lvl1pPr>
          </a:lstStyle>
          <a:p>
            <a:fld id="{D528E6A7-8C11-4F94-9F9B-ECD6A04089B0}" type="datetimeFigureOut">
              <a:rPr lang="en-AU" smtClean="0"/>
              <a:pPr/>
              <a:t>22/09/2026</a:t>
            </a:fld>
            <a:endParaRPr lang="en-AU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AA3EB1C-5052-0CE6-9DD4-0E8C63C804E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  <a:latin typeface="Levenim MT" panose="02010502060101010101" pitchFamily="2" charset="-79"/>
              </a:defRPr>
            </a:lvl1pPr>
          </a:lstStyle>
          <a:p>
            <a:endParaRPr lang="en-AU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7BEB2EE-5997-EE7F-02B9-B95EA782D6D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  <a:latin typeface="Levenim MT" panose="02010502060101010101" pitchFamily="2" charset="-79"/>
              </a:defRPr>
            </a:lvl1pPr>
          </a:lstStyle>
          <a:p>
            <a:fld id="{63732EAA-D03C-4D17-A471-B93B66D1EFC0}" type="slidenum">
              <a:rPr lang="en-AU" smtClean="0"/>
              <a:pPr/>
              <a:t>‹#›</a:t>
            </a:fld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593425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Levenim MT" panose="02010502060101010101" pitchFamily="2" charset="-79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Levenim MT" panose="02010502060101010101" pitchFamily="2" charset="-79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Levenim MT" panose="02010502060101010101" pitchFamily="2" charset="-79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Levenim MT" panose="02010502060101010101" pitchFamily="2" charset="-79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Levenim MT" panose="02010502060101010101" pitchFamily="2" charset="-79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Levenim MT" panose="02010502060101010101" pitchFamily="2" charset="-79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.svg"/><Relationship Id="rId4" Type="http://schemas.openxmlformats.org/officeDocument/2006/relationships/image" Target="../media/image3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9F478DD5-672C-1923-B92C-7D25924EE4CD}"/>
              </a:ext>
            </a:extLst>
          </p:cNvPr>
          <p:cNvSpPr txBox="1"/>
          <p:nvPr/>
        </p:nvSpPr>
        <p:spPr>
          <a:xfrm>
            <a:off x="492991" y="1403472"/>
            <a:ext cx="11206018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AU" sz="5400" dirty="0">
                <a:latin typeface="Levenim MT" panose="02010502060101010101" pitchFamily="2" charset="-79"/>
                <a:cs typeface="Levenim MT" panose="02010502060101010101" pitchFamily="2" charset="-79"/>
              </a:rPr>
              <a:t>Introduction to sequential decision-making for ecologists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B7175F8-FA29-2A3B-8DB7-2C8DD6BA0D6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AU" dirty="0"/>
              <a:t>Luz Pascal</a:t>
            </a:r>
          </a:p>
        </p:txBody>
      </p:sp>
    </p:spTree>
    <p:extLst>
      <p:ext uri="{BB962C8B-B14F-4D97-AF65-F5344CB8AC3E}">
        <p14:creationId xmlns:p14="http://schemas.microsoft.com/office/powerpoint/2010/main" val="119095341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144F88-DE6C-EA66-C3A4-483252A63D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FFE6139E-1157-C001-8054-BEA03F3235E3}"/>
              </a:ext>
            </a:extLst>
          </p:cNvPr>
          <p:cNvSpPr txBox="1"/>
          <p:nvPr/>
        </p:nvSpPr>
        <p:spPr>
          <a:xfrm>
            <a:off x="960581" y="1106865"/>
            <a:ext cx="105156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AU" sz="3200" dirty="0">
                <a:latin typeface="Levenim MT" panose="02010502060101010101" pitchFamily="2" charset="-79"/>
                <a:cs typeface="Levenim MT" panose="02010502060101010101" pitchFamily="2" charset="-79"/>
              </a:rPr>
              <a:t>Today:	</a:t>
            </a: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9411EACC-B6EA-E81F-2A87-EC8905BDD92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28979951"/>
              </p:ext>
            </p:extLst>
          </p:nvPr>
        </p:nvGraphicFramePr>
        <p:xfrm>
          <a:off x="960581" y="1808371"/>
          <a:ext cx="10270837" cy="370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74339">
                  <a:extLst>
                    <a:ext uri="{9D8B030D-6E8A-4147-A177-3AD203B41FA5}">
                      <a16:colId xmlns:a16="http://schemas.microsoft.com/office/drawing/2014/main" val="1984197235"/>
                    </a:ext>
                  </a:extLst>
                </a:gridCol>
                <a:gridCol w="7796498">
                  <a:extLst>
                    <a:ext uri="{9D8B030D-6E8A-4147-A177-3AD203B41FA5}">
                      <a16:colId xmlns:a16="http://schemas.microsoft.com/office/drawing/2014/main" val="2026761780"/>
                    </a:ext>
                  </a:extLst>
                </a:gridCol>
              </a:tblGrid>
              <a:tr h="601008">
                <a:tc>
                  <a:txBody>
                    <a:bodyPr/>
                    <a:lstStyle/>
                    <a:p>
                      <a:pPr algn="ctr"/>
                      <a:r>
                        <a:rPr lang="en-AU" sz="2000" b="0" dirty="0">
                          <a:solidFill>
                            <a:schemeClr val="tx1"/>
                          </a:solidFill>
                          <a:latin typeface="Levenim MT" panose="02010502060101010101" pitchFamily="2" charset="-79"/>
                          <a:cs typeface="Levenim MT" panose="02010502060101010101" pitchFamily="2" charset="-79"/>
                        </a:rPr>
                        <a:t>9h30 – 10h30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2000" b="0" dirty="0">
                          <a:solidFill>
                            <a:schemeClr val="tx1"/>
                          </a:solidFill>
                          <a:latin typeface="Levenim MT" panose="02010502060101010101" pitchFamily="2" charset="-79"/>
                          <a:cs typeface="Levenim MT" panose="02010502060101010101" pitchFamily="2" charset="-79"/>
                        </a:rPr>
                        <a:t>1h lecture (super boring, full of equations, no intuition)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96480067"/>
                  </a:ext>
                </a:extLst>
              </a:tr>
              <a:tr h="601008">
                <a:tc>
                  <a:txBody>
                    <a:bodyPr/>
                    <a:lstStyle/>
                    <a:p>
                      <a:pPr algn="ctr"/>
                      <a:r>
                        <a:rPr lang="en-AU" sz="2000" b="0" dirty="0">
                          <a:solidFill>
                            <a:schemeClr val="tx1"/>
                          </a:solidFill>
                          <a:latin typeface="Levenim MT" panose="02010502060101010101" pitchFamily="2" charset="-79"/>
                          <a:cs typeface="Levenim MT" panose="02010502060101010101" pitchFamily="2" charset="-79"/>
                        </a:rPr>
                        <a:t>10h30-11h00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AU" sz="2000" b="0" dirty="0">
                          <a:solidFill>
                            <a:schemeClr val="tx1"/>
                          </a:solidFill>
                          <a:latin typeface="Levenim MT" panose="02010502060101010101" pitchFamily="2" charset="-79"/>
                          <a:cs typeface="Levenim MT" panose="02010502060101010101" pitchFamily="2" charset="-79"/>
                        </a:rPr>
                        <a:t>Morning tea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1143321"/>
                  </a:ext>
                </a:extLst>
              </a:tr>
              <a:tr h="601008">
                <a:tc>
                  <a:txBody>
                    <a:bodyPr/>
                    <a:lstStyle/>
                    <a:p>
                      <a:pPr algn="ctr"/>
                      <a:r>
                        <a:rPr lang="en-AU" sz="2000" b="0" dirty="0">
                          <a:solidFill>
                            <a:schemeClr val="tx1"/>
                          </a:solidFill>
                          <a:latin typeface="Levenim MT" panose="02010502060101010101" pitchFamily="2" charset="-79"/>
                          <a:cs typeface="Levenim MT" panose="02010502060101010101" pitchFamily="2" charset="-79"/>
                        </a:rPr>
                        <a:t>11h00-12h30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AU" sz="2000" b="0" dirty="0">
                          <a:solidFill>
                            <a:schemeClr val="tx1"/>
                          </a:solidFill>
                          <a:latin typeface="Levenim MT" panose="02010502060101010101" pitchFamily="2" charset="-79"/>
                          <a:cs typeface="Levenim MT" panose="02010502060101010101" pitchFamily="2" charset="-79"/>
                        </a:rPr>
                        <a:t>R-tutorial: implementing methods in 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69727001"/>
                  </a:ext>
                </a:extLst>
              </a:tr>
              <a:tr h="601008">
                <a:tc>
                  <a:txBody>
                    <a:bodyPr/>
                    <a:lstStyle/>
                    <a:p>
                      <a:pPr algn="ctr"/>
                      <a:r>
                        <a:rPr lang="en-AU" sz="2000" b="0" dirty="0">
                          <a:solidFill>
                            <a:schemeClr val="tx1"/>
                          </a:solidFill>
                          <a:latin typeface="Levenim MT" panose="02010502060101010101" pitchFamily="2" charset="-79"/>
                          <a:cs typeface="Levenim MT" panose="02010502060101010101" pitchFamily="2" charset="-79"/>
                        </a:rPr>
                        <a:t>12h30-13h30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AU" sz="2000" b="0" dirty="0">
                          <a:solidFill>
                            <a:schemeClr val="tx1"/>
                          </a:solidFill>
                          <a:latin typeface="Levenim MT" panose="02010502060101010101" pitchFamily="2" charset="-79"/>
                          <a:cs typeface="Levenim MT" panose="02010502060101010101" pitchFamily="2" charset="-79"/>
                        </a:rPr>
                        <a:t>Lunch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02353314"/>
                  </a:ext>
                </a:extLst>
              </a:tr>
              <a:tr h="601008">
                <a:tc>
                  <a:txBody>
                    <a:bodyPr/>
                    <a:lstStyle/>
                    <a:p>
                      <a:pPr algn="ctr"/>
                      <a:r>
                        <a:rPr lang="en-AU" sz="2000" b="0" dirty="0">
                          <a:solidFill>
                            <a:schemeClr val="tx1"/>
                          </a:solidFill>
                          <a:latin typeface="Levenim MT" panose="02010502060101010101" pitchFamily="2" charset="-79"/>
                          <a:cs typeface="Levenim MT" panose="02010502060101010101" pitchFamily="2" charset="-79"/>
                        </a:rPr>
                        <a:t>13h30-15h00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AU" sz="2000" b="0" dirty="0">
                          <a:solidFill>
                            <a:schemeClr val="tx1"/>
                          </a:solidFill>
                          <a:latin typeface="Levenim MT" panose="02010502060101010101" pitchFamily="2" charset="-79"/>
                          <a:cs typeface="Levenim MT" panose="02010502060101010101" pitchFamily="2" charset="-79"/>
                        </a:rPr>
                        <a:t>Collaborative tutorial: sequential decision-making under climate change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60017433"/>
                  </a:ext>
                </a:extLst>
              </a:tr>
              <a:tr h="601008">
                <a:tc>
                  <a:txBody>
                    <a:bodyPr/>
                    <a:lstStyle/>
                    <a:p>
                      <a:pPr algn="ctr"/>
                      <a:r>
                        <a:rPr lang="en-AU" sz="2000" b="0" dirty="0">
                          <a:solidFill>
                            <a:schemeClr val="tx1"/>
                          </a:solidFill>
                          <a:latin typeface="Levenim MT" panose="02010502060101010101" pitchFamily="2" charset="-79"/>
                          <a:cs typeface="Levenim MT" panose="02010502060101010101" pitchFamily="2" charset="-79"/>
                        </a:rPr>
                        <a:t>15h00-16h00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AU" sz="2000" b="0" dirty="0">
                          <a:solidFill>
                            <a:schemeClr val="tx1"/>
                          </a:solidFill>
                          <a:latin typeface="Levenim MT" panose="02010502060101010101" pitchFamily="2" charset="-79"/>
                          <a:cs typeface="Levenim MT" panose="02010502060101010101" pitchFamily="2" charset="-79"/>
                        </a:rPr>
                        <a:t>Drop-in sessions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6612658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05669351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: Shape 2">
            <a:extLst>
              <a:ext uri="{FF2B5EF4-FFF2-40B4-BE49-F238E27FC236}">
                <a16:creationId xmlns:a16="http://schemas.microsoft.com/office/drawing/2014/main" id="{561FEE51-16AA-0BAC-49C0-BD1C2905665D}"/>
              </a:ext>
            </a:extLst>
          </p:cNvPr>
          <p:cNvSpPr/>
          <p:nvPr/>
        </p:nvSpPr>
        <p:spPr>
          <a:xfrm>
            <a:off x="838199" y="365125"/>
            <a:ext cx="10515599" cy="984281"/>
          </a:xfrm>
          <a:custGeom>
            <a:avLst/>
            <a:gdLst>
              <a:gd name="connsiteX0" fmla="*/ 0 w 2507114"/>
              <a:gd name="connsiteY0" fmla="*/ 290095 h 1740535"/>
              <a:gd name="connsiteX1" fmla="*/ 290095 w 2507114"/>
              <a:gd name="connsiteY1" fmla="*/ 0 h 1740535"/>
              <a:gd name="connsiteX2" fmla="*/ 2217019 w 2507114"/>
              <a:gd name="connsiteY2" fmla="*/ 0 h 1740535"/>
              <a:gd name="connsiteX3" fmla="*/ 2507114 w 2507114"/>
              <a:gd name="connsiteY3" fmla="*/ 290095 h 1740535"/>
              <a:gd name="connsiteX4" fmla="*/ 2507114 w 2507114"/>
              <a:gd name="connsiteY4" fmla="*/ 1450440 h 1740535"/>
              <a:gd name="connsiteX5" fmla="*/ 2217019 w 2507114"/>
              <a:gd name="connsiteY5" fmla="*/ 1740535 h 1740535"/>
              <a:gd name="connsiteX6" fmla="*/ 290095 w 2507114"/>
              <a:gd name="connsiteY6" fmla="*/ 1740535 h 1740535"/>
              <a:gd name="connsiteX7" fmla="*/ 0 w 2507114"/>
              <a:gd name="connsiteY7" fmla="*/ 1450440 h 1740535"/>
              <a:gd name="connsiteX8" fmla="*/ 0 w 2507114"/>
              <a:gd name="connsiteY8" fmla="*/ 290095 h 17405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507114" h="1740535">
                <a:moveTo>
                  <a:pt x="0" y="290095"/>
                </a:moveTo>
                <a:cubicBezTo>
                  <a:pt x="0" y="129880"/>
                  <a:pt x="129880" y="0"/>
                  <a:pt x="290095" y="0"/>
                </a:cubicBezTo>
                <a:lnTo>
                  <a:pt x="2217019" y="0"/>
                </a:lnTo>
                <a:cubicBezTo>
                  <a:pt x="2377234" y="0"/>
                  <a:pt x="2507114" y="129880"/>
                  <a:pt x="2507114" y="290095"/>
                </a:cubicBezTo>
                <a:lnTo>
                  <a:pt x="2507114" y="1450440"/>
                </a:lnTo>
                <a:cubicBezTo>
                  <a:pt x="2507114" y="1610655"/>
                  <a:pt x="2377234" y="1740535"/>
                  <a:pt x="2217019" y="1740535"/>
                </a:cubicBezTo>
                <a:lnTo>
                  <a:pt x="290095" y="1740535"/>
                </a:lnTo>
                <a:cubicBezTo>
                  <a:pt x="129880" y="1740535"/>
                  <a:pt x="0" y="1610655"/>
                  <a:pt x="0" y="1450440"/>
                </a:cubicBezTo>
                <a:lnTo>
                  <a:pt x="0" y="290095"/>
                </a:lnTo>
                <a:close/>
              </a:path>
            </a:pathLst>
          </a:custGeom>
          <a:solidFill>
            <a:srgbClr val="188C54"/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3">
              <a:hueOff val="0"/>
              <a:satOff val="0"/>
              <a:lumOff val="0"/>
              <a:alphaOff val="0"/>
            </a:schemeClr>
          </a:fillRef>
          <a:effectRef idx="0">
            <a:schemeClr val="accent3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214506" tIns="214506" rIns="214506" bIns="214506" numCol="1" spcCol="1270" anchor="ctr" anchorCtr="0">
            <a:noAutofit/>
          </a:bodyPr>
          <a:lstStyle/>
          <a:p>
            <a:pPr marL="0" lvl="0" indent="0" algn="ctr" defTabSz="15113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AU" sz="3400" kern="1200" dirty="0">
                <a:latin typeface="Levenim MT" panose="02010502060101010101" pitchFamily="2" charset="-79"/>
              </a:rPr>
              <a:t>Markov Decision Processes</a:t>
            </a:r>
          </a:p>
        </p:txBody>
      </p:sp>
      <p:pic>
        <p:nvPicPr>
          <p:cNvPr id="39" name="Graphic 38" descr="Frog with solid fill">
            <a:extLst>
              <a:ext uri="{FF2B5EF4-FFF2-40B4-BE49-F238E27FC236}">
                <a16:creationId xmlns:a16="http://schemas.microsoft.com/office/drawing/2014/main" id="{12BD7FAB-C883-BC4E-BF94-2D866050888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623747" y="2555507"/>
            <a:ext cx="566945" cy="549261"/>
          </a:xfrm>
          <a:prstGeom prst="rect">
            <a:avLst/>
          </a:prstGeom>
        </p:spPr>
      </p:pic>
      <p:sp>
        <p:nvSpPr>
          <p:cNvPr id="42" name="TextBox 41">
            <a:extLst>
              <a:ext uri="{FF2B5EF4-FFF2-40B4-BE49-F238E27FC236}">
                <a16:creationId xmlns:a16="http://schemas.microsoft.com/office/drawing/2014/main" id="{D7EA0E11-9CE7-8C27-1464-A24F81D5323D}"/>
              </a:ext>
            </a:extLst>
          </p:cNvPr>
          <p:cNvSpPr txBox="1"/>
          <p:nvPr/>
        </p:nvSpPr>
        <p:spPr>
          <a:xfrm>
            <a:off x="1122198" y="3137072"/>
            <a:ext cx="148185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sz="2000" dirty="0">
                <a:latin typeface="Levenim MT" panose="02010502060101010101" pitchFamily="2" charset="-79"/>
                <a:cs typeface="Levenim MT" panose="02010502060101010101" pitchFamily="2" charset="-79"/>
              </a:rPr>
              <a:t>Low</a:t>
            </a:r>
          </a:p>
        </p:txBody>
      </p:sp>
      <p:grpSp>
        <p:nvGrpSpPr>
          <p:cNvPr id="43" name="Group 42">
            <a:extLst>
              <a:ext uri="{FF2B5EF4-FFF2-40B4-BE49-F238E27FC236}">
                <a16:creationId xmlns:a16="http://schemas.microsoft.com/office/drawing/2014/main" id="{6C3984E4-C015-C10C-99E4-44DD0AC02AF5}"/>
              </a:ext>
            </a:extLst>
          </p:cNvPr>
          <p:cNvGrpSpPr/>
          <p:nvPr/>
        </p:nvGrpSpPr>
        <p:grpSpPr>
          <a:xfrm>
            <a:off x="3219596" y="2223319"/>
            <a:ext cx="885851" cy="811761"/>
            <a:chOff x="5423249" y="2483298"/>
            <a:chExt cx="1428750" cy="1351407"/>
          </a:xfrm>
        </p:grpSpPr>
        <p:pic>
          <p:nvPicPr>
            <p:cNvPr id="46" name="Graphic 45" descr="Frog with solid fill">
              <a:extLst>
                <a:ext uri="{FF2B5EF4-FFF2-40B4-BE49-F238E27FC236}">
                  <a16:creationId xmlns:a16="http://schemas.microsoft.com/office/drawing/2014/main" id="{D61ACAF2-C843-978D-7185-1CC1C44E5E4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5423249" y="2483298"/>
              <a:ext cx="914400" cy="914400"/>
            </a:xfrm>
            <a:prstGeom prst="rect">
              <a:avLst/>
            </a:prstGeom>
          </p:spPr>
        </p:pic>
        <p:pic>
          <p:nvPicPr>
            <p:cNvPr id="47" name="Graphic 46" descr="Frog with solid fill">
              <a:extLst>
                <a:ext uri="{FF2B5EF4-FFF2-40B4-BE49-F238E27FC236}">
                  <a16:creationId xmlns:a16="http://schemas.microsoft.com/office/drawing/2014/main" id="{9055A6BB-7B6A-6995-DCDF-BA277AD38BF7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6337649" y="2834580"/>
              <a:ext cx="514350" cy="514350"/>
            </a:xfrm>
            <a:prstGeom prst="rect">
              <a:avLst/>
            </a:prstGeom>
          </p:spPr>
        </p:pic>
        <p:pic>
          <p:nvPicPr>
            <p:cNvPr id="48" name="Graphic 47" descr="Frog with solid fill">
              <a:extLst>
                <a:ext uri="{FF2B5EF4-FFF2-40B4-BE49-F238E27FC236}">
                  <a16:creationId xmlns:a16="http://schemas.microsoft.com/office/drawing/2014/main" id="{ADC12DC3-00CF-715D-B366-0924B93DDE2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5823299" y="3320355"/>
              <a:ext cx="514350" cy="514350"/>
            </a:xfrm>
            <a:prstGeom prst="rect">
              <a:avLst/>
            </a:prstGeom>
          </p:spPr>
        </p:pic>
      </p:grpSp>
      <p:sp>
        <p:nvSpPr>
          <p:cNvPr id="51" name="TextBox 50">
            <a:extLst>
              <a:ext uri="{FF2B5EF4-FFF2-40B4-BE49-F238E27FC236}">
                <a16:creationId xmlns:a16="http://schemas.microsoft.com/office/drawing/2014/main" id="{02D209C1-0B6D-1713-3621-0F05878E37AE}"/>
              </a:ext>
            </a:extLst>
          </p:cNvPr>
          <p:cNvSpPr txBox="1"/>
          <p:nvPr/>
        </p:nvSpPr>
        <p:spPr>
          <a:xfrm>
            <a:off x="2951246" y="3137072"/>
            <a:ext cx="148185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sz="2000" dirty="0">
                <a:latin typeface="Levenim MT" panose="02010502060101010101" pitchFamily="2" charset="-79"/>
                <a:cs typeface="Levenim MT" panose="02010502060101010101" pitchFamily="2" charset="-79"/>
              </a:rPr>
              <a:t>High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B7BBC532-A97C-46A4-4667-7CA89217263A}"/>
              </a:ext>
            </a:extLst>
          </p:cNvPr>
          <p:cNvSpPr txBox="1"/>
          <p:nvPr/>
        </p:nvSpPr>
        <p:spPr>
          <a:xfrm>
            <a:off x="122778" y="2104742"/>
            <a:ext cx="148185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sz="2000" dirty="0">
                <a:latin typeface="Levenim MT" panose="02010502060101010101" pitchFamily="2" charset="-79"/>
                <a:cs typeface="Levenim MT" panose="02010502060101010101" pitchFamily="2" charset="-79"/>
              </a:rPr>
              <a:t>States:</a:t>
            </a:r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6ACEFAEB-DDF1-8FE1-B410-43EAEE2E6994}"/>
              </a:ext>
            </a:extLst>
          </p:cNvPr>
          <p:cNvSpPr txBox="1"/>
          <p:nvPr/>
        </p:nvSpPr>
        <p:spPr>
          <a:xfrm>
            <a:off x="5452289" y="2097839"/>
            <a:ext cx="148185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sz="2000" dirty="0">
                <a:latin typeface="Levenim MT" panose="02010502060101010101" pitchFamily="2" charset="-79"/>
                <a:cs typeface="Levenim MT" panose="02010502060101010101" pitchFamily="2" charset="-79"/>
              </a:rPr>
              <a:t>Actions:</a:t>
            </a:r>
          </a:p>
        </p:txBody>
      </p:sp>
      <p:pic>
        <p:nvPicPr>
          <p:cNvPr id="111" name="Graphic 110" descr="No sign with solid fill">
            <a:extLst>
              <a:ext uri="{FF2B5EF4-FFF2-40B4-BE49-F238E27FC236}">
                <a16:creationId xmlns:a16="http://schemas.microsoft.com/office/drawing/2014/main" id="{1BE12D3F-9CCE-DB99-5B82-1B15A8ECAFC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249087" y="2506078"/>
            <a:ext cx="914400" cy="914400"/>
          </a:xfrm>
          <a:prstGeom prst="rect">
            <a:avLst/>
          </a:prstGeom>
        </p:spPr>
      </p:pic>
      <p:sp>
        <p:nvSpPr>
          <p:cNvPr id="124" name="TextBox 123">
            <a:extLst>
              <a:ext uri="{FF2B5EF4-FFF2-40B4-BE49-F238E27FC236}">
                <a16:creationId xmlns:a16="http://schemas.microsoft.com/office/drawing/2014/main" id="{1692662C-A89B-D00D-E2BC-01EE6FD452F2}"/>
              </a:ext>
            </a:extLst>
          </p:cNvPr>
          <p:cNvSpPr txBox="1"/>
          <p:nvPr/>
        </p:nvSpPr>
        <p:spPr>
          <a:xfrm>
            <a:off x="5958135" y="3352448"/>
            <a:ext cx="1481853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sz="2000" dirty="0">
                <a:latin typeface="Levenim MT" panose="02010502060101010101" pitchFamily="2" charset="-79"/>
                <a:cs typeface="Levenim MT" panose="02010502060101010101" pitchFamily="2" charset="-79"/>
              </a:rPr>
              <a:t>Do nothing</a:t>
            </a:r>
          </a:p>
        </p:txBody>
      </p:sp>
      <p:pic>
        <p:nvPicPr>
          <p:cNvPr id="113" name="Graphic 112" descr="Open hand with plant with solid fill">
            <a:extLst>
              <a:ext uri="{FF2B5EF4-FFF2-40B4-BE49-F238E27FC236}">
                <a16:creationId xmlns:a16="http://schemas.microsoft.com/office/drawing/2014/main" id="{5C784253-28A8-FFF8-8CA2-5C28F5663C6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964010" y="2506078"/>
            <a:ext cx="914400" cy="914400"/>
          </a:xfrm>
          <a:prstGeom prst="rect">
            <a:avLst/>
          </a:prstGeom>
        </p:spPr>
      </p:pic>
      <p:sp>
        <p:nvSpPr>
          <p:cNvPr id="126" name="TextBox 125">
            <a:extLst>
              <a:ext uri="{FF2B5EF4-FFF2-40B4-BE49-F238E27FC236}">
                <a16:creationId xmlns:a16="http://schemas.microsoft.com/office/drawing/2014/main" id="{52C56493-6EED-BDDB-69BA-9E985AE4E59D}"/>
              </a:ext>
            </a:extLst>
          </p:cNvPr>
          <p:cNvSpPr txBox="1"/>
          <p:nvPr/>
        </p:nvSpPr>
        <p:spPr>
          <a:xfrm>
            <a:off x="7647458" y="3352448"/>
            <a:ext cx="1481853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sz="2000" dirty="0">
                <a:latin typeface="Levenim MT" panose="02010502060101010101" pitchFamily="2" charset="-79"/>
                <a:cs typeface="Levenim MT" panose="02010502060101010101" pitchFamily="2" charset="-79"/>
              </a:rPr>
              <a:t>Restore habitat</a:t>
            </a:r>
          </a:p>
        </p:txBody>
      </p:sp>
      <p:grpSp>
        <p:nvGrpSpPr>
          <p:cNvPr id="132" name="Group 131">
            <a:extLst>
              <a:ext uri="{FF2B5EF4-FFF2-40B4-BE49-F238E27FC236}">
                <a16:creationId xmlns:a16="http://schemas.microsoft.com/office/drawing/2014/main" id="{A27799ED-BC50-B982-694B-9090F525D637}"/>
              </a:ext>
            </a:extLst>
          </p:cNvPr>
          <p:cNvGrpSpPr/>
          <p:nvPr/>
        </p:nvGrpSpPr>
        <p:grpSpPr>
          <a:xfrm>
            <a:off x="9754769" y="2380878"/>
            <a:ext cx="1066915" cy="1164801"/>
            <a:chOff x="9688094" y="2037978"/>
            <a:chExt cx="1066915" cy="1164801"/>
          </a:xfrm>
        </p:grpSpPr>
        <p:pic>
          <p:nvPicPr>
            <p:cNvPr id="117" name="Graphic 116" descr="Frog with solid fill">
              <a:extLst>
                <a:ext uri="{FF2B5EF4-FFF2-40B4-BE49-F238E27FC236}">
                  <a16:creationId xmlns:a16="http://schemas.microsoft.com/office/drawing/2014/main" id="{E1336D99-4489-D5D6-EFEB-DB6CBF4B8CE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9927472" y="2037978"/>
              <a:ext cx="566945" cy="549260"/>
            </a:xfrm>
            <a:prstGeom prst="rect">
              <a:avLst/>
            </a:prstGeom>
          </p:spPr>
        </p:pic>
        <p:pic>
          <p:nvPicPr>
            <p:cNvPr id="115" name="Graphic 114" descr="Fence with solid fill">
              <a:extLst>
                <a:ext uri="{FF2B5EF4-FFF2-40B4-BE49-F238E27FC236}">
                  <a16:creationId xmlns:a16="http://schemas.microsoft.com/office/drawing/2014/main" id="{B7CABC23-2FF3-A1CB-C72A-FE7A1695C4E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9688094" y="2135864"/>
              <a:ext cx="1066915" cy="1066915"/>
            </a:xfrm>
            <a:prstGeom prst="rect">
              <a:avLst/>
            </a:prstGeom>
          </p:spPr>
        </p:pic>
        <p:pic>
          <p:nvPicPr>
            <p:cNvPr id="119" name="Graphic 118" descr="Frog with solid fill">
              <a:extLst>
                <a:ext uri="{FF2B5EF4-FFF2-40B4-BE49-F238E27FC236}">
                  <a16:creationId xmlns:a16="http://schemas.microsoft.com/office/drawing/2014/main" id="{AC069B08-6F78-7059-119F-E83012A133D8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10436102" y="2136959"/>
              <a:ext cx="318907" cy="308959"/>
            </a:xfrm>
            <a:prstGeom prst="rect">
              <a:avLst/>
            </a:prstGeom>
          </p:spPr>
        </p:pic>
        <p:pic>
          <p:nvPicPr>
            <p:cNvPr id="121" name="Graphic 120" descr="Frog with solid fill">
              <a:extLst>
                <a:ext uri="{FF2B5EF4-FFF2-40B4-BE49-F238E27FC236}">
                  <a16:creationId xmlns:a16="http://schemas.microsoft.com/office/drawing/2014/main" id="{7AD3CD21-6A4F-91AD-776D-EEE4984657B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9743880" y="2096454"/>
              <a:ext cx="318907" cy="308959"/>
            </a:xfrm>
            <a:prstGeom prst="rect">
              <a:avLst/>
            </a:prstGeom>
          </p:spPr>
        </p:pic>
      </p:grpSp>
      <p:sp>
        <p:nvSpPr>
          <p:cNvPr id="128" name="TextBox 127">
            <a:extLst>
              <a:ext uri="{FF2B5EF4-FFF2-40B4-BE49-F238E27FC236}">
                <a16:creationId xmlns:a16="http://schemas.microsoft.com/office/drawing/2014/main" id="{123B23DF-4607-BB6C-D21D-319F67426C99}"/>
              </a:ext>
            </a:extLst>
          </p:cNvPr>
          <p:cNvSpPr txBox="1"/>
          <p:nvPr/>
        </p:nvSpPr>
        <p:spPr>
          <a:xfrm>
            <a:off x="9547299" y="3352448"/>
            <a:ext cx="156837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sz="2000" dirty="0">
                <a:latin typeface="Levenim MT" panose="02010502060101010101" pitchFamily="2" charset="-79"/>
                <a:cs typeface="Levenim MT" panose="02010502060101010101" pitchFamily="2" charset="-79"/>
              </a:rPr>
              <a:t>Breeding in captivity</a:t>
            </a:r>
          </a:p>
        </p:txBody>
      </p:sp>
    </p:spTree>
    <p:extLst>
      <p:ext uri="{BB962C8B-B14F-4D97-AF65-F5344CB8AC3E}">
        <p14:creationId xmlns:p14="http://schemas.microsoft.com/office/powerpoint/2010/main" val="207437946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2190</TotalTime>
  <Words>67</Words>
  <Application>Microsoft Office PowerPoint</Application>
  <PresentationFormat>Widescreen</PresentationFormat>
  <Paragraphs>23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Levenim MT</vt:lpstr>
      <vt:lpstr>Office Theme</vt:lpstr>
      <vt:lpstr>PowerPoint Presentation</vt:lpstr>
      <vt:lpstr>PowerPoint Presentation</vt:lpstr>
      <vt:lpstr>PowerPoint Presentation</vt:lpstr>
    </vt:vector>
  </TitlesOfParts>
  <Company>The University of Queensland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Luz Pascal</dc:creator>
  <cp:lastModifiedBy>Luz Pascal</cp:lastModifiedBy>
  <cp:revision>2</cp:revision>
  <dcterms:created xsi:type="dcterms:W3CDTF">2026-05-07T04:51:53Z</dcterms:created>
  <dcterms:modified xsi:type="dcterms:W3CDTF">2026-09-22T02:17:25Z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0f488380-630a-4f55-a077-a19445e3f360_Enabled">
    <vt:lpwstr>true</vt:lpwstr>
  </property>
  <property fmtid="{D5CDD505-2E9C-101B-9397-08002B2CF9AE}" pid="3" name="MSIP_Label_0f488380-630a-4f55-a077-a19445e3f360_SetDate">
    <vt:lpwstr>2026-05-07T04:51:54Z</vt:lpwstr>
  </property>
  <property fmtid="{D5CDD505-2E9C-101B-9397-08002B2CF9AE}" pid="4" name="MSIP_Label_0f488380-630a-4f55-a077-a19445e3f360_Method">
    <vt:lpwstr>Standard</vt:lpwstr>
  </property>
  <property fmtid="{D5CDD505-2E9C-101B-9397-08002B2CF9AE}" pid="5" name="MSIP_Label_0f488380-630a-4f55-a077-a19445e3f360_Name">
    <vt:lpwstr>OFFICIAL - INTERNAL</vt:lpwstr>
  </property>
  <property fmtid="{D5CDD505-2E9C-101B-9397-08002B2CF9AE}" pid="6" name="MSIP_Label_0f488380-630a-4f55-a077-a19445e3f360_SiteId">
    <vt:lpwstr>b6e377cf-9db3-46cb-91a2-fad9605bb15c</vt:lpwstr>
  </property>
  <property fmtid="{D5CDD505-2E9C-101B-9397-08002B2CF9AE}" pid="7" name="MSIP_Label_0f488380-630a-4f55-a077-a19445e3f360_ActionId">
    <vt:lpwstr>9334ac3f-48f6-4fab-a1eb-da3f7025cd49</vt:lpwstr>
  </property>
  <property fmtid="{D5CDD505-2E9C-101B-9397-08002B2CF9AE}" pid="8" name="MSIP_Label_0f488380-630a-4f55-a077-a19445e3f360_ContentBits">
    <vt:lpwstr>0</vt:lpwstr>
  </property>
  <property fmtid="{D5CDD505-2E9C-101B-9397-08002B2CF9AE}" pid="9" name="MSIP_Label_0f488380-630a-4f55-a077-a19445e3f360_Tag">
    <vt:lpwstr>10, 3, 0, 1</vt:lpwstr>
  </property>
</Properties>
</file>