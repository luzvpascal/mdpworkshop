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21" r:id="rId2"/>
    <p:sldId id="439" r:id="rId3"/>
    <p:sldId id="441" r:id="rId4"/>
    <p:sldId id="430" r:id="rId5"/>
    <p:sldId id="442" r:id="rId6"/>
    <p:sldId id="443" r:id="rId7"/>
    <p:sldId id="444" r:id="rId8"/>
    <p:sldId id="446" r:id="rId9"/>
    <p:sldId id="445" r:id="rId10"/>
    <p:sldId id="447" r:id="rId11"/>
    <p:sldId id="449" r:id="rId12"/>
    <p:sldId id="450" r:id="rId13"/>
    <p:sldId id="45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848FF"/>
    <a:srgbClr val="FF8B8B"/>
    <a:srgbClr val="FF5353"/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8CF9ED-2619-4CA2-85BA-81DCBC2418A5}" v="152" dt="2026-09-23T06:17:20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88" autoAdjust="0"/>
    <p:restoredTop sz="94186" autoAdjust="0"/>
  </p:normalViewPr>
  <p:slideViewPr>
    <p:cSldViewPr snapToGrid="0">
      <p:cViewPr varScale="1">
        <p:scale>
          <a:sx n="101" d="100"/>
          <a:sy n="101" d="100"/>
        </p:scale>
        <p:origin x="13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3T06:19:55.429" v="17007" actId="20577"/>
      <pc:docMkLst>
        <pc:docMk/>
      </pc:docMkLst>
      <pc:sldChg chg="delSp modSp del mod modShow">
        <pc:chgData name="Luz Pascal" userId="7fa5ceab-0349-4458-880b-7c4b9ec82b0a" providerId="ADAL" clId="{A49E9F3A-B52D-461E-ABF6-58A75CE30F76}" dt="2026-09-22T02:17:25.041" v="15004" actId="47"/>
        <pc:sldMkLst>
          <pc:docMk/>
          <pc:sldMk cId="4030720380" sldId="288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010126411" sldId="292"/>
        </pc:sldMkLst>
      </pc:sldChg>
      <pc:sldChg chg="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75272841" sldId="293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365621564" sldId="294"/>
        </pc:sldMkLst>
      </pc:sldChg>
      <pc:sldChg chg="addSp 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496636655" sldId="304"/>
        </pc:sldMkLst>
      </pc:sldChg>
      <pc:sldChg chg="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201677185" sldId="305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380124307" sldId="306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733252146" sldId="307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142202943" sldId="308"/>
        </pc:sldMkLst>
      </pc:sldChg>
      <pc:sldChg chg="addSp 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581446740" sldId="309"/>
        </pc:sldMkLst>
      </pc:sldChg>
      <pc:sldChg chg="addSp 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999666076" sldId="310"/>
        </pc:sldMkLst>
      </pc:sldChg>
      <pc:sldChg chg="add del mod ord modShow">
        <pc:chgData name="Luz Pascal" userId="7fa5ceab-0349-4458-880b-7c4b9ec82b0a" providerId="ADAL" clId="{A49E9F3A-B52D-461E-ABF6-58A75CE30F76}" dt="2026-09-22T02:17:25.041" v="15004" actId="47"/>
        <pc:sldMkLst>
          <pc:docMk/>
          <pc:sldMk cId="1097121906" sldId="315"/>
        </pc:sldMkLst>
      </pc:sldChg>
      <pc:sldChg chg="modSp add del mod ord">
        <pc:chgData name="Luz Pascal" userId="7fa5ceab-0349-4458-880b-7c4b9ec82b0a" providerId="ADAL" clId="{A49E9F3A-B52D-461E-ABF6-58A75CE30F76}" dt="2026-09-22T02:17:25.041" v="15004" actId="47"/>
        <pc:sldMkLst>
          <pc:docMk/>
          <pc:sldMk cId="1548624755" sldId="316"/>
        </pc:sldMkLst>
      </pc:sldChg>
      <pc:sldChg chg="modSp add del">
        <pc:chgData name="Luz Pascal" userId="7fa5ceab-0349-4458-880b-7c4b9ec82b0a" providerId="ADAL" clId="{A49E9F3A-B52D-461E-ABF6-58A75CE30F76}" dt="2026-09-22T02:17:25.041" v="15004" actId="47"/>
        <pc:sldMkLst>
          <pc:docMk/>
          <pc:sldMk cId="1145409891" sldId="318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3728036320" sldId="319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126592" sldId="320"/>
        </pc:sldMkLst>
      </pc:sldChg>
      <pc:sldChg chg="addSp delSp modSp mod modTransition modClrScheme chgLayout">
        <pc:chgData name="Luz Pascal" userId="7fa5ceab-0349-4458-880b-7c4b9ec82b0a" providerId="ADAL" clId="{A49E9F3A-B52D-461E-ABF6-58A75CE30F76}" dt="2026-09-23T01:28:44.101" v="15080" actId="1036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23T01:28:44.101" v="15080" actId="1036"/>
          <ac:spMkLst>
            <pc:docMk/>
            <pc:sldMk cId="1190953413" sldId="321"/>
            <ac:spMk id="3" creationId="{1B7175F8-FA29-2A3B-8DB7-2C8DD6BA0D67}"/>
          </ac:spMkLst>
        </pc:spChg>
        <pc:spChg chg="add mod">
          <ac:chgData name="Luz Pascal" userId="7fa5ceab-0349-4458-880b-7c4b9ec82b0a" providerId="ADAL" clId="{A49E9F3A-B52D-461E-ABF6-58A75CE30F76}" dt="2026-09-23T01:28:36.151" v="15049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170057562" sldId="322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475820316" sldId="32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343260496" sldId="344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13715187" sldId="345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854837354" sldId="346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897094259" sldId="347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712241841" sldId="34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751091958" sldId="349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629831884" sldId="350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52943743" sldId="351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4902258" sldId="352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64802829" sldId="353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567458049" sldId="354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474205199" sldId="355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918327386" sldId="356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753791173" sldId="357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598359623" sldId="35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395006457" sldId="359"/>
        </pc:sldMkLst>
      </pc:sldChg>
      <pc:sldChg chg="add del ord">
        <pc:chgData name="Luz Pascal" userId="7fa5ceab-0349-4458-880b-7c4b9ec82b0a" providerId="ADAL" clId="{A49E9F3A-B52D-461E-ABF6-58A75CE30F76}" dt="2026-09-22T02:17:25.041" v="15004" actId="47"/>
        <pc:sldMkLst>
          <pc:docMk/>
          <pc:sldMk cId="817395720" sldId="389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311533079" sldId="390"/>
        </pc:sldMkLst>
      </pc:sldChg>
      <pc:sldChg chg="del ord">
        <pc:chgData name="Luz Pascal" userId="7fa5ceab-0349-4458-880b-7c4b9ec82b0a" providerId="ADAL" clId="{A49E9F3A-B52D-461E-ABF6-58A75CE30F76}" dt="2026-09-22T02:17:25.041" v="15004" actId="47"/>
        <pc:sldMkLst>
          <pc:docMk/>
          <pc:sldMk cId="3247960662" sldId="391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647424597" sldId="414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610088733" sldId="415"/>
        </pc:sldMkLst>
      </pc:sldChg>
      <pc:sldChg chg="addSp delSp modSp del mod delAnim">
        <pc:chgData name="Luz Pascal" userId="7fa5ceab-0349-4458-880b-7c4b9ec82b0a" providerId="ADAL" clId="{A49E9F3A-B52D-461E-ABF6-58A75CE30F76}" dt="2026-09-22T02:17:25.041" v="15004" actId="47"/>
        <pc:sldMkLst>
          <pc:docMk/>
          <pc:sldMk cId="1090818067" sldId="416"/>
        </pc:sldMkLst>
      </pc:sldChg>
      <pc:sldChg chg="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89786870" sldId="417"/>
        </pc:sldMkLst>
      </pc:sldChg>
      <pc:sldChg chg="add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004560678" sldId="418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3406544071" sldId="419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2367696365" sldId="420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034414840" sldId="421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3734200" sldId="424"/>
        </pc:sldMkLst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400900898" sldId="425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1029107125" sldId="426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043454983" sldId="427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279658880" sldId="429"/>
        </pc:sldMkLst>
      </pc:sldChg>
      <pc:sldChg chg="addSp delSp modSp new mod ord modAnim">
        <pc:chgData name="Luz Pascal" userId="7fa5ceab-0349-4458-880b-7c4b9ec82b0a" providerId="ADAL" clId="{A49E9F3A-B52D-461E-ABF6-58A75CE30F76}" dt="2026-09-23T02:31:20.991" v="15639" actId="20577"/>
        <pc:sldMkLst>
          <pc:docMk/>
          <pc:sldMk cId="2074379464" sldId="430"/>
        </pc:sldMkLst>
        <pc:spChg chg="add mod">
          <ac:chgData name="Luz Pascal" userId="7fa5ceab-0349-4458-880b-7c4b9ec82b0a" providerId="ADAL" clId="{A49E9F3A-B52D-461E-ABF6-58A75CE30F76}" dt="2026-09-23T02:05:31.954" v="15456"/>
          <ac:spMkLst>
            <pc:docMk/>
            <pc:sldMk cId="2074379464" sldId="430"/>
            <ac:spMk id="2" creationId="{4E2921B8-47F5-A6F3-7B85-51542FBAFA32}"/>
          </ac:spMkLst>
        </pc:spChg>
        <pc:spChg chg="add mod">
          <ac:chgData name="Luz Pascal" userId="7fa5ceab-0349-4458-880b-7c4b9ec82b0a" providerId="ADAL" clId="{A49E9F3A-B52D-461E-ABF6-58A75CE30F76}" dt="2026-09-23T02:31:20.991" v="15639" actId="20577"/>
          <ac:spMkLst>
            <pc:docMk/>
            <pc:sldMk cId="2074379464" sldId="430"/>
            <ac:spMk id="3" creationId="{561FEE51-16AA-0BAC-49C0-BD1C2905665D}"/>
          </ac:spMkLst>
        </pc:spChg>
        <pc:spChg chg="mod topLvl">
          <ac:chgData name="Luz Pascal" userId="7fa5ceab-0349-4458-880b-7c4b9ec82b0a" providerId="ADAL" clId="{A49E9F3A-B52D-461E-ABF6-58A75CE30F76}" dt="2026-09-23T02:07:16.474" v="15567" actId="1076"/>
          <ac:spMkLst>
            <pc:docMk/>
            <pc:sldMk cId="2074379464" sldId="430"/>
            <ac:spMk id="4" creationId="{A2F4B698-61DB-F665-A38F-F82927757661}"/>
          </ac:spMkLst>
        </pc:spChg>
        <pc:spChg chg="add mod topLvl">
          <ac:chgData name="Luz Pascal" userId="7fa5ceab-0349-4458-880b-7c4b9ec82b0a" providerId="ADAL" clId="{A49E9F3A-B52D-461E-ABF6-58A75CE30F76}" dt="2026-09-23T02:08:04.751" v="15623" actId="164"/>
          <ac:spMkLst>
            <pc:docMk/>
            <pc:sldMk cId="2074379464" sldId="430"/>
            <ac:spMk id="5" creationId="{FECE97A0-6F32-956F-D5C9-82A32980FD8E}"/>
          </ac:spMkLst>
        </pc:spChg>
        <pc:spChg chg="add mod topLvl">
          <ac:chgData name="Luz Pascal" userId="7fa5ceab-0349-4458-880b-7c4b9ec82b0a" providerId="ADAL" clId="{A49E9F3A-B52D-461E-ABF6-58A75CE30F76}" dt="2026-09-23T02:07:59.345" v="15622" actId="164"/>
          <ac:spMkLst>
            <pc:docMk/>
            <pc:sldMk cId="2074379464" sldId="430"/>
            <ac:spMk id="7" creationId="{18715FF3-311D-7A24-14D3-DE25DFF19634}"/>
          </ac:spMkLst>
        </pc:spChg>
        <pc:spChg chg="add mod">
          <ac:chgData name="Luz Pascal" userId="7fa5ceab-0349-4458-880b-7c4b9ec82b0a" providerId="ADAL" clId="{A49E9F3A-B52D-461E-ABF6-58A75CE30F76}" dt="2026-09-23T02:05:31.954" v="15456"/>
          <ac:spMkLst>
            <pc:docMk/>
            <pc:sldMk cId="2074379464" sldId="430"/>
            <ac:spMk id="9" creationId="{0541E1E2-2D0E-DC2F-1188-39C43B9824BE}"/>
          </ac:spMkLst>
        </pc:spChg>
        <pc:spChg chg="add mod">
          <ac:chgData name="Luz Pascal" userId="7fa5ceab-0349-4458-880b-7c4b9ec82b0a" providerId="ADAL" clId="{A49E9F3A-B52D-461E-ABF6-58A75CE30F76}" dt="2026-09-23T02:05:31.954" v="15456"/>
          <ac:spMkLst>
            <pc:docMk/>
            <pc:sldMk cId="2074379464" sldId="430"/>
            <ac:spMk id="32" creationId="{F17EBBB6-96E7-E452-F0D0-094D2FC92E68}"/>
          </ac:spMkLst>
        </pc:spChg>
        <pc:spChg chg="add mod">
          <ac:chgData name="Luz Pascal" userId="7fa5ceab-0349-4458-880b-7c4b9ec82b0a" providerId="ADAL" clId="{A49E9F3A-B52D-461E-ABF6-58A75CE30F76}" dt="2026-09-23T02:05:31.954" v="15456"/>
          <ac:spMkLst>
            <pc:docMk/>
            <pc:sldMk cId="2074379464" sldId="430"/>
            <ac:spMk id="33" creationId="{4232140E-EB94-0112-4515-C2869C56D3D0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4" creationId="{0B537891-FBB2-6671-3CB6-E91BEC880F3D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5" creationId="{59589A5B-46FA-3A84-834D-CDC1CEEC98FD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6" creationId="{758170AF-AE8E-F233-DA86-5E75E8F6CBF2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7" creationId="{5943F4D4-8C57-C3A8-46E2-8C029CC769BE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42" creationId="{D7EA0E11-9CE7-8C27-1464-A24F81D5323D}"/>
          </ac:spMkLst>
        </pc:spChg>
        <pc:spChg chg="add mod">
          <ac:chgData name="Luz Pascal" userId="7fa5ceab-0349-4458-880b-7c4b9ec82b0a" providerId="ADAL" clId="{A49E9F3A-B52D-461E-ABF6-58A75CE30F76}" dt="2026-09-23T02:07:43.525" v="15620" actId="1076"/>
          <ac:spMkLst>
            <pc:docMk/>
            <pc:sldMk cId="2074379464" sldId="430"/>
            <ac:spMk id="45" creationId="{B8C2C4C9-EAE6-0A6B-DF68-7ACE48862DC1}"/>
          </ac:spMkLst>
        </pc:spChg>
        <pc:spChg chg="add mod">
          <ac:chgData name="Luz Pascal" userId="7fa5ceab-0349-4458-880b-7c4b9ec82b0a" providerId="ADAL" clId="{A49E9F3A-B52D-461E-ABF6-58A75CE30F76}" dt="2026-09-23T02:06:59.874" v="15562" actId="164"/>
          <ac:spMkLst>
            <pc:docMk/>
            <pc:sldMk cId="2074379464" sldId="430"/>
            <ac:spMk id="49" creationId="{B79CC72B-9C4A-400F-B435-B28040CE91C6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51" creationId="{02D209C1-0B6D-1713-3621-0F05878E37AE}"/>
          </ac:spMkLst>
        </pc:spChg>
        <pc:spChg chg="add del mod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73" creationId="{B7BBC532-A97C-46A4-4667-7CA89217263A}"/>
          </ac:spMkLst>
        </pc:spChg>
        <pc:spChg chg="add del mod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09" creationId="{6ACEFAEB-DDF1-8FE1-B410-43EAEE2E6994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4" creationId="{1692662C-A89B-D00D-E2BC-01EE6FD452F2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6" creationId="{52C56493-6EED-BDDB-69BA-9E985AE4E59D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8" creationId="{123B23DF-4607-BB6C-D21D-319F67426C99}"/>
          </ac:spMkLst>
        </pc:spChg>
        <pc:grpChg chg="mod">
          <ac:chgData name="Luz Pascal" userId="7fa5ceab-0349-4458-880b-7c4b9ec82b0a" providerId="ADAL" clId="{A49E9F3A-B52D-461E-ABF6-58A75CE30F76}" dt="2026-09-23T02:08:04.751" v="15623" actId="164"/>
          <ac:grpSpMkLst>
            <pc:docMk/>
            <pc:sldMk cId="2074379464" sldId="430"/>
            <ac:grpSpMk id="16" creationId="{81F96341-193D-0797-1F3F-48CED8D4B9B3}"/>
          </ac:grpSpMkLst>
        </pc:grpChg>
        <pc:grpChg chg="mod">
          <ac:chgData name="Luz Pascal" userId="7fa5ceab-0349-4458-880b-7c4b9ec82b0a" providerId="ADAL" clId="{A49E9F3A-B52D-461E-ABF6-58A75CE30F76}" dt="2026-09-23T02:07:59.345" v="15622" actId="164"/>
          <ac:grpSpMkLst>
            <pc:docMk/>
            <pc:sldMk cId="2074379464" sldId="430"/>
            <ac:grpSpMk id="20" creationId="{693AAB99-CF9B-4CC5-6BAE-98C633E850BE}"/>
          </ac:grpSpMkLst>
        </pc:grpChg>
        <pc:grpChg chg="mod">
          <ac:chgData name="Luz Pascal" userId="7fa5ceab-0349-4458-880b-7c4b9ec82b0a" providerId="ADAL" clId="{A49E9F3A-B52D-461E-ABF6-58A75CE30F76}" dt="2026-09-23T02:08:04.751" v="15623" actId="164"/>
          <ac:grpSpMkLst>
            <pc:docMk/>
            <pc:sldMk cId="2074379464" sldId="430"/>
            <ac:grpSpMk id="24" creationId="{45B29AA2-28C2-D559-D4C0-92FF08FACA5B}"/>
          </ac:grpSpMkLst>
        </pc:grpChg>
        <pc:grpChg chg="mod">
          <ac:chgData name="Luz Pascal" userId="7fa5ceab-0349-4458-880b-7c4b9ec82b0a" providerId="ADAL" clId="{A49E9F3A-B52D-461E-ABF6-58A75CE30F76}" dt="2026-09-23T02:07:59.345" v="15622" actId="164"/>
          <ac:grpSpMkLst>
            <pc:docMk/>
            <pc:sldMk cId="2074379464" sldId="430"/>
            <ac:grpSpMk id="28" creationId="{A2908DAC-A024-9E5F-F5EA-0ADB00C37E5A}"/>
          </ac:grpSpMkLst>
        </pc:grpChg>
        <pc:grpChg chg="mod">
          <ac:chgData name="Luz Pascal" userId="7fa5ceab-0349-4458-880b-7c4b9ec82b0a" providerId="ADAL" clId="{A49E9F3A-B52D-461E-ABF6-58A75CE30F76}" dt="2026-09-23T02:05:45.893" v="15458" actId="1076"/>
          <ac:grpSpMkLst>
            <pc:docMk/>
            <pc:sldMk cId="2074379464" sldId="430"/>
            <ac:grpSpMk id="38" creationId="{1181B9E1-7363-3A09-D18B-8A47466F22E1}"/>
          </ac:grpSpMkLst>
        </pc:grpChg>
        <pc:grpChg chg="add mod">
          <ac:chgData name="Luz Pascal" userId="7fa5ceab-0349-4458-880b-7c4b9ec82b0a" providerId="ADAL" clId="{A49E9F3A-B52D-461E-ABF6-58A75CE30F76}" dt="2026-09-23T02:06:59.874" v="15562" actId="164"/>
          <ac:grpSpMkLst>
            <pc:docMk/>
            <pc:sldMk cId="2074379464" sldId="430"/>
            <ac:grpSpMk id="53" creationId="{1C6B6834-59B2-C312-BC31-62417D67C863}"/>
          </ac:grpSpMkLst>
        </pc:grpChg>
        <pc:grpChg chg="add mod">
          <ac:chgData name="Luz Pascal" userId="7fa5ceab-0349-4458-880b-7c4b9ec82b0a" providerId="ADAL" clId="{A49E9F3A-B52D-461E-ABF6-58A75CE30F76}" dt="2026-09-23T02:08:13.441" v="15624" actId="555"/>
          <ac:grpSpMkLst>
            <pc:docMk/>
            <pc:sldMk cId="2074379464" sldId="430"/>
            <ac:grpSpMk id="57" creationId="{9A8CB245-714D-B3D1-C3F9-4655BC9E0746}"/>
          </ac:grpSpMkLst>
        </pc:grpChg>
        <pc:grpChg chg="add mod">
          <ac:chgData name="Luz Pascal" userId="7fa5ceab-0349-4458-880b-7c4b9ec82b0a" providerId="ADAL" clId="{A49E9F3A-B52D-461E-ABF6-58A75CE30F76}" dt="2026-09-23T02:08:13.441" v="15624" actId="555"/>
          <ac:grpSpMkLst>
            <pc:docMk/>
            <pc:sldMk cId="2074379464" sldId="430"/>
            <ac:grpSpMk id="58" creationId="{404D0E80-41AF-6E50-F8C9-D6CB441F0EF6}"/>
          </ac:grpSpMkLst>
        </pc:grpChg>
        <pc:grpChg chg="add mod">
          <ac:chgData name="Luz Pascal" userId="7fa5ceab-0349-4458-880b-7c4b9ec82b0a" providerId="ADAL" clId="{A49E9F3A-B52D-461E-ABF6-58A75CE30F76}" dt="2026-09-23T02:08:13.441" v="15624" actId="555"/>
          <ac:grpSpMkLst>
            <pc:docMk/>
            <pc:sldMk cId="2074379464" sldId="430"/>
            <ac:grpSpMk id="59" creationId="{FCBD9676-9690-ECF8-BE17-76FED6C21FF4}"/>
          </ac:grpSpMkLst>
        </pc:grpChg>
        <pc:picChg chg="mod">
          <ac:chgData name="Luz Pascal" userId="7fa5ceab-0349-4458-880b-7c4b9ec82b0a" providerId="ADAL" clId="{A49E9F3A-B52D-461E-ABF6-58A75CE30F76}" dt="2026-09-23T02:08:04.751" v="15623" actId="164"/>
          <ac:picMkLst>
            <pc:docMk/>
            <pc:sldMk cId="2074379464" sldId="430"/>
            <ac:picMk id="6" creationId="{BE4CD9A7-CFEA-3953-F1B4-23718178F1F2}"/>
          </ac:picMkLst>
        </pc:picChg>
        <pc:picChg chg="mod">
          <ac:chgData name="Luz Pascal" userId="7fa5ceab-0349-4458-880b-7c4b9ec82b0a" providerId="ADAL" clId="{A49E9F3A-B52D-461E-ABF6-58A75CE30F76}" dt="2026-09-23T02:07:59.345" v="15622" actId="164"/>
          <ac:picMkLst>
            <pc:docMk/>
            <pc:sldMk cId="2074379464" sldId="430"/>
            <ac:picMk id="8" creationId="{36FDEAFB-34D4-591A-62FD-2437EAA25937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18" creationId="{9A80B49E-C410-1CDB-C029-B51928C0DEE3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23" creationId="{71160C79-4A0E-C8A7-F818-7985B67CE11C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26" creationId="{0DF07C91-7558-D151-ED39-AC766095C1F5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39" creationId="{12BD7FAB-C883-BC4E-BF94-2D8660508883}"/>
          </ac:picMkLst>
        </pc:picChg>
        <pc:picChg chg="add mod">
          <ac:chgData name="Luz Pascal" userId="7fa5ceab-0349-4458-880b-7c4b9ec82b0a" providerId="ADAL" clId="{A49E9F3A-B52D-461E-ABF6-58A75CE30F76}" dt="2026-09-23T02:06:59.874" v="15562" actId="164"/>
          <ac:picMkLst>
            <pc:docMk/>
            <pc:sldMk cId="2074379464" sldId="430"/>
            <ac:picMk id="50" creationId="{5CFEFF28-5337-949D-07CD-41153F07BE78}"/>
          </ac:picMkLst>
        </pc:picChg>
        <pc:picChg chg="add mod">
          <ac:chgData name="Luz Pascal" userId="7fa5ceab-0349-4458-880b-7c4b9ec82b0a" providerId="ADAL" clId="{A49E9F3A-B52D-461E-ABF6-58A75CE30F76}" dt="2026-09-23T02:06:59.874" v="15562" actId="164"/>
          <ac:picMkLst>
            <pc:docMk/>
            <pc:sldMk cId="2074379464" sldId="430"/>
            <ac:picMk id="52" creationId="{FB3C0452-1825-E5A8-406D-1485F5C45C17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4" creationId="{C979E8E0-4D44-2F84-3515-A2A660049EBA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5" creationId="{A328818E-B66A-EC6B-1A1E-C6323FDDCCAE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6" creationId="{6BE7015A-7F0D-ADBE-7ECF-6B3B2EE4B4A9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111" creationId="{1BE12D3F-9CCE-DB99-5B82-1B15A8ECAFC4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113" creationId="{5C784253-28A8-FFF8-8CA2-5C28F5663C68}"/>
          </ac:picMkLst>
        </pc:picChg>
        <pc:cxnChg chg="add mod">
          <ac:chgData name="Luz Pascal" userId="7fa5ceab-0349-4458-880b-7c4b9ec82b0a" providerId="ADAL" clId="{A49E9F3A-B52D-461E-ABF6-58A75CE30F76}" dt="2026-09-23T02:07:22.794" v="15590" actId="1037"/>
          <ac:cxnSpMkLst>
            <pc:docMk/>
            <pc:sldMk cId="2074379464" sldId="430"/>
            <ac:cxnSpMk id="41" creationId="{5DF71E75-19A7-BF41-860A-6F29D2343156}"/>
          </ac:cxnSpMkLst>
        </pc:cxnChg>
        <pc:cxnChg chg="add mod">
          <ac:chgData name="Luz Pascal" userId="7fa5ceab-0349-4458-880b-7c4b9ec82b0a" providerId="ADAL" clId="{A49E9F3A-B52D-461E-ABF6-58A75CE30F76}" dt="2026-09-23T02:08:26.967" v="15626" actId="14100"/>
          <ac:cxnSpMkLst>
            <pc:docMk/>
            <pc:sldMk cId="2074379464" sldId="430"/>
            <ac:cxnSpMk id="44" creationId="{10E3B3D0-CC99-053D-B47D-BC5DCC93F138}"/>
          </ac:cxnSpMkLst>
        </pc:cxnChg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600709160" sldId="431"/>
        </pc:sldMkLst>
      </pc:sldChg>
      <pc:sldChg chg="addSp delSp modSp add del mod addAnim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882369969" sldId="432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556798956" sldId="433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782292165" sldId="434"/>
        </pc:sldMkLst>
      </pc:sldChg>
      <pc:sldChg chg="addSp delSp modSp new del mod modClrScheme chgLayout">
        <pc:chgData name="Luz Pascal" userId="7fa5ceab-0349-4458-880b-7c4b9ec82b0a" providerId="ADAL" clId="{A49E9F3A-B52D-461E-ABF6-58A75CE30F76}" dt="2026-09-22T02:17:25.041" v="15004" actId="47"/>
        <pc:sldMkLst>
          <pc:docMk/>
          <pc:sldMk cId="1786553344" sldId="435"/>
        </pc:sldMkLst>
      </pc:sldChg>
      <pc:sldChg chg="addSp delSp 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894479053" sldId="436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867713153" sldId="437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816391886" sldId="438"/>
        </pc:sldMkLst>
      </pc:sldChg>
      <pc:sldChg chg="addSp delSp modSp add mod ord">
        <pc:chgData name="Luz Pascal" userId="7fa5ceab-0349-4458-880b-7c4b9ec82b0a" providerId="ADAL" clId="{A49E9F3A-B52D-461E-ABF6-58A75CE30F76}" dt="2026-09-18T04:58:07.135" v="14822" actId="20577"/>
        <pc:sldMkLst>
          <pc:docMk/>
          <pc:sldMk cId="1056693510" sldId="439"/>
        </pc:sldMkLst>
        <pc:spChg chg="mod">
          <ac:chgData name="Luz Pascal" userId="7fa5ceab-0349-4458-880b-7c4b9ec82b0a" providerId="ADAL" clId="{A49E9F3A-B52D-461E-ABF6-58A75CE30F76}" dt="2026-09-18T04:57:47.659" v="14808" actId="1076"/>
          <ac:spMkLst>
            <pc:docMk/>
            <pc:sldMk cId="1056693510" sldId="439"/>
            <ac:spMk id="7" creationId="{FFE6139E-1157-C001-8054-BEA03F3235E3}"/>
          </ac:spMkLst>
        </pc:spChg>
        <pc:graphicFrameChg chg="add mod modGraphic">
          <ac:chgData name="Luz Pascal" userId="7fa5ceab-0349-4458-880b-7c4b9ec82b0a" providerId="ADAL" clId="{A49E9F3A-B52D-461E-ABF6-58A75CE30F76}" dt="2026-09-18T04:58:07.135" v="14822" actId="20577"/>
          <ac:graphicFrameMkLst>
            <pc:docMk/>
            <pc:sldMk cId="1056693510" sldId="439"/>
            <ac:graphicFrameMk id="2" creationId="{9411EACC-B6EA-E81F-2A87-EC8905BDD929}"/>
          </ac:graphicFrameMkLst>
        </pc:graphicFrameChg>
      </pc:sldChg>
      <pc:sldChg chg="addSp delSp modSp add del mod addAnim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705843960" sldId="440"/>
        </pc:sldMkLst>
      </pc:sldChg>
      <pc:sldChg chg="add del">
        <pc:chgData name="Luz Pascal" userId="7fa5ceab-0349-4458-880b-7c4b9ec82b0a" providerId="ADAL" clId="{A49E9F3A-B52D-461E-ABF6-58A75CE30F76}" dt="2026-09-23T05:15:29.968" v="16178" actId="47"/>
        <pc:sldMkLst>
          <pc:docMk/>
          <pc:sldMk cId="3187059221" sldId="440"/>
        </pc:sldMkLst>
      </pc:sldChg>
      <pc:sldChg chg="addSp delSp modSp new mod">
        <pc:chgData name="Luz Pascal" userId="7fa5ceab-0349-4458-880b-7c4b9ec82b0a" providerId="ADAL" clId="{A49E9F3A-B52D-461E-ABF6-58A75CE30F76}" dt="2026-09-23T04:34:13.244" v="15640" actId="20577"/>
        <pc:sldMkLst>
          <pc:docMk/>
          <pc:sldMk cId="702636860" sldId="441"/>
        </pc:sldMkLst>
        <pc:spChg chg="mod">
          <ac:chgData name="Luz Pascal" userId="7fa5ceab-0349-4458-880b-7c4b9ec82b0a" providerId="ADAL" clId="{A49E9F3A-B52D-461E-ABF6-58A75CE30F76}" dt="2026-09-23T01:33:39.498" v="15367" actId="1076"/>
          <ac:spMkLst>
            <pc:docMk/>
            <pc:sldMk cId="702636860" sldId="441"/>
            <ac:spMk id="2" creationId="{71F394DA-6449-75B8-D520-BDBDFF5A0207}"/>
          </ac:spMkLst>
        </pc:spChg>
        <pc:spChg chg="mod">
          <ac:chgData name="Luz Pascal" userId="7fa5ceab-0349-4458-880b-7c4b9ec82b0a" providerId="ADAL" clId="{A49E9F3A-B52D-461E-ABF6-58A75CE30F76}" dt="2026-09-23T04:34:13.244" v="15640" actId="20577"/>
          <ac:spMkLst>
            <pc:docMk/>
            <pc:sldMk cId="702636860" sldId="441"/>
            <ac:spMk id="3" creationId="{F285210D-3188-1466-8153-3701B5D0B0C7}"/>
          </ac:spMkLst>
        </pc:spChg>
        <pc:picChg chg="add del">
          <ac:chgData name="Luz Pascal" userId="7fa5ceab-0349-4458-880b-7c4b9ec82b0a" providerId="ADAL" clId="{A49E9F3A-B52D-461E-ABF6-58A75CE30F76}" dt="2026-09-23T01:30:46.740" v="15122" actId="22"/>
          <ac:picMkLst>
            <pc:docMk/>
            <pc:sldMk cId="702636860" sldId="441"/>
            <ac:picMk id="5" creationId="{14B58C72-E282-08AC-DB4F-7649AA6EBA83}"/>
          </ac:picMkLst>
        </pc:picChg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472374720" sldId="441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24972882" sldId="442"/>
        </pc:sldMkLst>
      </pc:sldChg>
      <pc:sldChg chg="addSp delSp modSp add mod delAnim">
        <pc:chgData name="Luz Pascal" userId="7fa5ceab-0349-4458-880b-7c4b9ec82b0a" providerId="ADAL" clId="{A49E9F3A-B52D-461E-ABF6-58A75CE30F76}" dt="2026-09-23T04:37:32.078" v="15683" actId="1076"/>
        <pc:sldMkLst>
          <pc:docMk/>
          <pc:sldMk cId="1914640596" sldId="442"/>
        </pc:sldMkLst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2" creationId="{6C6196BD-8920-0E37-70D0-2B173453E4FF}"/>
          </ac:spMkLst>
        </pc:spChg>
        <pc:spChg chg="mod">
          <ac:chgData name="Luz Pascal" userId="7fa5ceab-0349-4458-880b-7c4b9ec82b0a" providerId="ADAL" clId="{A49E9F3A-B52D-461E-ABF6-58A75CE30F76}" dt="2026-09-23T04:35:53.461" v="15679" actId="20577"/>
          <ac:spMkLst>
            <pc:docMk/>
            <pc:sldMk cId="1914640596" sldId="442"/>
            <ac:spMk id="3" creationId="{DBA77A4E-3FEB-3CD5-0B32-A9A300FB8007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4" creationId="{DC0B9F9B-101E-973F-3D40-6AA6E48E60B0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9" creationId="{3CC6C1AD-EA0F-40F0-F9A5-8E7D9AAE7D91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32" creationId="{7F34247D-6267-7529-4167-169495A6AA02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33" creationId="{1FE7AE25-83AB-CFC1-23F4-12CA571280D7}"/>
          </ac:spMkLst>
        </pc:spChg>
        <pc:spChg chg="add del">
          <ac:chgData name="Luz Pascal" userId="7fa5ceab-0349-4458-880b-7c4b9ec82b0a" providerId="ADAL" clId="{A49E9F3A-B52D-461E-ABF6-58A75CE30F76}" dt="2026-09-23T04:35:30.574" v="15643" actId="22"/>
          <ac:spMkLst>
            <pc:docMk/>
            <pc:sldMk cId="1914640596" sldId="442"/>
            <ac:spMk id="35" creationId="{8A19031B-C2A9-E692-D3EA-C0570AA74517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45" creationId="{7A3E6BA0-4D22-ADA9-0265-0C52E4364D32}"/>
          </ac:spMkLst>
        </pc:spChg>
        <pc:grpChg chg="del">
          <ac:chgData name="Luz Pascal" userId="7fa5ceab-0349-4458-880b-7c4b9ec82b0a" providerId="ADAL" clId="{A49E9F3A-B52D-461E-ABF6-58A75CE30F76}" dt="2026-09-23T04:35:43.670" v="15676" actId="478"/>
          <ac:grpSpMkLst>
            <pc:docMk/>
            <pc:sldMk cId="1914640596" sldId="442"/>
            <ac:grpSpMk id="12" creationId="{51EC5E93-B7B9-9232-866B-F177460353B5}"/>
          </ac:grpSpMkLst>
        </pc:grpChg>
        <pc:grpChg chg="del">
          <ac:chgData name="Luz Pascal" userId="7fa5ceab-0349-4458-880b-7c4b9ec82b0a" providerId="ADAL" clId="{A49E9F3A-B52D-461E-ABF6-58A75CE30F76}" dt="2026-09-23T04:35:43.670" v="15676" actId="478"/>
          <ac:grpSpMkLst>
            <pc:docMk/>
            <pc:sldMk cId="1914640596" sldId="442"/>
            <ac:grpSpMk id="58" creationId="{2BA2133E-A302-81DE-BD89-7548C24A94B9}"/>
          </ac:grpSpMkLst>
        </pc:grpChg>
        <pc:picChg chg="del">
          <ac:chgData name="Luz Pascal" userId="7fa5ceab-0349-4458-880b-7c4b9ec82b0a" providerId="ADAL" clId="{A49E9F3A-B52D-461E-ABF6-58A75CE30F76}" dt="2026-09-23T04:35:43.670" v="15676" actId="478"/>
          <ac:picMkLst>
            <pc:docMk/>
            <pc:sldMk cId="1914640596" sldId="442"/>
            <ac:picMk id="10" creationId="{67B7BBF2-4BE5-653C-A2DC-BF6E89AE9E43}"/>
          </ac:picMkLst>
        </pc:picChg>
        <pc:picChg chg="del">
          <ac:chgData name="Luz Pascal" userId="7fa5ceab-0349-4458-880b-7c4b9ec82b0a" providerId="ADAL" clId="{A49E9F3A-B52D-461E-ABF6-58A75CE30F76}" dt="2026-09-23T04:35:43.670" v="15676" actId="478"/>
          <ac:picMkLst>
            <pc:docMk/>
            <pc:sldMk cId="1914640596" sldId="442"/>
            <ac:picMk id="11" creationId="{78B8BCDB-BAE9-B533-F5AD-689139462C38}"/>
          </ac:picMkLst>
        </pc:picChg>
        <pc:picChg chg="add mod">
          <ac:chgData name="Luz Pascal" userId="7fa5ceab-0349-4458-880b-7c4b9ec82b0a" providerId="ADAL" clId="{A49E9F3A-B52D-461E-ABF6-58A75CE30F76}" dt="2026-09-23T04:37:32.078" v="15683" actId="1076"/>
          <ac:picMkLst>
            <pc:docMk/>
            <pc:sldMk cId="1914640596" sldId="442"/>
            <ac:picMk id="37" creationId="{03B2F3AC-8356-C6EB-C287-9DE7EB3333C6}"/>
          </ac:picMkLst>
        </pc:picChg>
        <pc:cxnChg chg="del">
          <ac:chgData name="Luz Pascal" userId="7fa5ceab-0349-4458-880b-7c4b9ec82b0a" providerId="ADAL" clId="{A49E9F3A-B52D-461E-ABF6-58A75CE30F76}" dt="2026-09-23T04:35:47.658" v="15677" actId="478"/>
          <ac:cxnSpMkLst>
            <pc:docMk/>
            <pc:sldMk cId="1914640596" sldId="442"/>
            <ac:cxnSpMk id="41" creationId="{EB0905F4-370B-BA08-C855-44A63786D2BE}"/>
          </ac:cxnSpMkLst>
        </pc:cxnChg>
        <pc:cxnChg chg="del">
          <ac:chgData name="Luz Pascal" userId="7fa5ceab-0349-4458-880b-7c4b9ec82b0a" providerId="ADAL" clId="{A49E9F3A-B52D-461E-ABF6-58A75CE30F76}" dt="2026-09-23T04:35:47.658" v="15677" actId="478"/>
          <ac:cxnSpMkLst>
            <pc:docMk/>
            <pc:sldMk cId="1914640596" sldId="442"/>
            <ac:cxnSpMk id="44" creationId="{D3D930AC-C96E-C9AB-E9FC-7B08F805ECEE}"/>
          </ac:cxnSpMkLst>
        </pc:cxnChg>
      </pc:sldChg>
      <pc:sldChg chg="addSp delSp modSp add mod">
        <pc:chgData name="Luz Pascal" userId="7fa5ceab-0349-4458-880b-7c4b9ec82b0a" providerId="ADAL" clId="{A49E9F3A-B52D-461E-ABF6-58A75CE30F76}" dt="2026-09-23T04:39:14.862" v="15705" actId="1076"/>
        <pc:sldMkLst>
          <pc:docMk/>
          <pc:sldMk cId="1257048226" sldId="443"/>
        </pc:sldMkLst>
        <pc:picChg chg="add del mod">
          <ac:chgData name="Luz Pascal" userId="7fa5ceab-0349-4458-880b-7c4b9ec82b0a" providerId="ADAL" clId="{A49E9F3A-B52D-461E-ABF6-58A75CE30F76}" dt="2026-09-23T04:38:39.499" v="15698" actId="478"/>
          <ac:picMkLst>
            <pc:docMk/>
            <pc:sldMk cId="1257048226" sldId="443"/>
            <ac:picMk id="2" creationId="{D713215B-3BBD-435D-E990-1F72AB8E394E}"/>
          </ac:picMkLst>
        </pc:picChg>
        <pc:picChg chg="add mod">
          <ac:chgData name="Luz Pascal" userId="7fa5ceab-0349-4458-880b-7c4b9ec82b0a" providerId="ADAL" clId="{A49E9F3A-B52D-461E-ABF6-58A75CE30F76}" dt="2026-09-23T04:39:10.328" v="15704" actId="1076"/>
          <ac:picMkLst>
            <pc:docMk/>
            <pc:sldMk cId="1257048226" sldId="443"/>
            <ac:picMk id="5" creationId="{B2E2A869-A6C1-9F03-24B6-4C7C26A9EB67}"/>
          </ac:picMkLst>
        </pc:picChg>
        <pc:picChg chg="add del mod">
          <ac:chgData name="Luz Pascal" userId="7fa5ceab-0349-4458-880b-7c4b9ec82b0a" providerId="ADAL" clId="{A49E9F3A-B52D-461E-ABF6-58A75CE30F76}" dt="2026-09-23T04:39:14.862" v="15705" actId="1076"/>
          <ac:picMkLst>
            <pc:docMk/>
            <pc:sldMk cId="1257048226" sldId="443"/>
            <ac:picMk id="37" creationId="{62121D8A-3F10-4AB2-F652-7E0D1CBF4C1E}"/>
          </ac:picMkLst>
        </pc:picChg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234943152" sldId="443"/>
        </pc:sldMkLst>
      </pc:sldChg>
      <pc:sldChg chg="addSp delSp modSp add mod modAnim">
        <pc:chgData name="Luz Pascal" userId="7fa5ceab-0349-4458-880b-7c4b9ec82b0a" providerId="ADAL" clId="{A49E9F3A-B52D-461E-ABF6-58A75CE30F76}" dt="2026-09-23T05:32:27.941" v="16890" actId="20577"/>
        <pc:sldMkLst>
          <pc:docMk/>
          <pc:sldMk cId="1489390931" sldId="444"/>
        </pc:sldMkLst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6" creationId="{95D7FDA8-A404-A5D5-CC74-854AC15BF339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11" creationId="{982709E2-81D5-A052-2411-7F052811E1B4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2" creationId="{77ADF047-4679-79E0-3521-FD2AAE4E22A9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3" creationId="{8A12E9F8-B264-0D05-D4A3-849A2D6FFBB3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4" creationId="{7D3D565E-3E4D-A311-7845-424F0FE9CE17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5" creationId="{8C58F68A-C6DD-7013-8B25-418A0534BAA9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6" creationId="{F571859D-B109-53FA-B670-40E150848F81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7" creationId="{892A102B-D2A9-C121-5D05-C69952635557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8" creationId="{DD7A1087-E8B5-E679-DAF7-ADB77B443787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5" creationId="{E5E75E58-355B-20C9-4AC9-D14E2EF5E701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6" creationId="{47407F44-429F-9808-D299-999DBA6A0B85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7" creationId="{72561C03-9833-C541-D33B-DBAF5293634E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8" creationId="{9A7D2757-F8F8-3ECB-56F7-FB1674F356E4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9" creationId="{BE0E8C1E-CA57-7DBD-8C92-AAB458BB5A4E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0" creationId="{FBAB1A63-9EC0-791A-F642-1F51C7DAC2B6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1" creationId="{0C0E209D-8B5F-B9AD-594E-020DF2D03F70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2" creationId="{33D1A63F-AFD3-59EE-9486-AFAEAE14103B}"/>
          </ac:spMkLst>
        </pc:spChg>
        <pc:spChg chg="add del mod">
          <ac:chgData name="Luz Pascal" userId="7fa5ceab-0349-4458-880b-7c4b9ec82b0a" providerId="ADAL" clId="{A49E9F3A-B52D-461E-ABF6-58A75CE30F76}" dt="2026-09-23T04:45:49.026" v="15744" actId="478"/>
          <ac:spMkLst>
            <pc:docMk/>
            <pc:sldMk cId="1489390931" sldId="444"/>
            <ac:spMk id="40" creationId="{B0C4D5BB-47B8-BC29-AF3E-C6B1BE477C18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41" creationId="{9135D49D-03A3-3454-EF1C-DB3DA475864B}"/>
          </ac:spMkLst>
        </pc:spChg>
        <pc:spChg chg="add mod">
          <ac:chgData name="Luz Pascal" userId="7fa5ceab-0349-4458-880b-7c4b9ec82b0a" providerId="ADAL" clId="{A49E9F3A-B52D-461E-ABF6-58A75CE30F76}" dt="2026-09-23T04:54:55.793" v="15931" actId="164"/>
          <ac:spMkLst>
            <pc:docMk/>
            <pc:sldMk cId="1489390931" sldId="444"/>
            <ac:spMk id="42" creationId="{FE8763A4-01F1-9165-AB4B-DB72E31D11CA}"/>
          </ac:spMkLst>
        </pc:spChg>
        <pc:spChg chg="add mod">
          <ac:chgData name="Luz Pascal" userId="7fa5ceab-0349-4458-880b-7c4b9ec82b0a" providerId="ADAL" clId="{A49E9F3A-B52D-461E-ABF6-58A75CE30F76}" dt="2026-09-23T04:54:46.903" v="15925" actId="164"/>
          <ac:spMkLst>
            <pc:docMk/>
            <pc:sldMk cId="1489390931" sldId="444"/>
            <ac:spMk id="43" creationId="{6313AD32-2A44-3287-7C43-195C92776781}"/>
          </ac:spMkLst>
        </pc:spChg>
        <pc:spChg chg="add mod">
          <ac:chgData name="Luz Pascal" userId="7fa5ceab-0349-4458-880b-7c4b9ec82b0a" providerId="ADAL" clId="{A49E9F3A-B52D-461E-ABF6-58A75CE30F76}" dt="2026-09-23T04:54:47.964" v="15926" actId="164"/>
          <ac:spMkLst>
            <pc:docMk/>
            <pc:sldMk cId="1489390931" sldId="444"/>
            <ac:spMk id="44" creationId="{6F85AD89-2097-F3DD-36A3-C70CDB77E48C}"/>
          </ac:spMkLst>
        </pc:spChg>
        <pc:spChg chg="add mod">
          <ac:chgData name="Luz Pascal" userId="7fa5ceab-0349-4458-880b-7c4b9ec82b0a" providerId="ADAL" clId="{A49E9F3A-B52D-461E-ABF6-58A75CE30F76}" dt="2026-09-23T04:54:49.028" v="15927" actId="164"/>
          <ac:spMkLst>
            <pc:docMk/>
            <pc:sldMk cId="1489390931" sldId="444"/>
            <ac:spMk id="45" creationId="{703917CA-EFB0-3F90-93BC-F260830938A2}"/>
          </ac:spMkLst>
        </pc:spChg>
        <pc:spChg chg="add mod">
          <ac:chgData name="Luz Pascal" userId="7fa5ceab-0349-4458-880b-7c4b9ec82b0a" providerId="ADAL" clId="{A49E9F3A-B52D-461E-ABF6-58A75CE30F76}" dt="2026-09-23T04:54:50.012" v="15928" actId="164"/>
          <ac:spMkLst>
            <pc:docMk/>
            <pc:sldMk cId="1489390931" sldId="444"/>
            <ac:spMk id="46" creationId="{1AB93307-0ADF-DA9C-A32C-E542B6D56428}"/>
          </ac:spMkLst>
        </pc:spChg>
        <pc:spChg chg="add mod">
          <ac:chgData name="Luz Pascal" userId="7fa5ceab-0349-4458-880b-7c4b9ec82b0a" providerId="ADAL" clId="{A49E9F3A-B52D-461E-ABF6-58A75CE30F76}" dt="2026-09-23T04:54:51.281" v="15929" actId="164"/>
          <ac:spMkLst>
            <pc:docMk/>
            <pc:sldMk cId="1489390931" sldId="444"/>
            <ac:spMk id="47" creationId="{BD9EEF23-ACA5-5435-8A42-E7C0F8DD185F}"/>
          </ac:spMkLst>
        </pc:spChg>
        <pc:spChg chg="add mod">
          <ac:chgData name="Luz Pascal" userId="7fa5ceab-0349-4458-880b-7c4b9ec82b0a" providerId="ADAL" clId="{A49E9F3A-B52D-461E-ABF6-58A75CE30F76}" dt="2026-09-23T04:54:52.336" v="15930" actId="164"/>
          <ac:spMkLst>
            <pc:docMk/>
            <pc:sldMk cId="1489390931" sldId="444"/>
            <ac:spMk id="48" creationId="{02CE1AEB-F02A-9B63-FE82-37B96F8DC5A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63" creationId="{FC7681FF-BB2D-4176-8256-B8695C031E5C}"/>
          </ac:spMkLst>
        </pc:spChg>
        <pc:spChg chg="add del mod">
          <ac:chgData name="Luz Pascal" userId="7fa5ceab-0349-4458-880b-7c4b9ec82b0a" providerId="ADAL" clId="{A49E9F3A-B52D-461E-ABF6-58A75CE30F76}" dt="2026-09-23T04:54:10.854" v="15868" actId="478"/>
          <ac:spMkLst>
            <pc:docMk/>
            <pc:sldMk cId="1489390931" sldId="444"/>
            <ac:spMk id="66" creationId="{8196DC0C-3F38-939B-07B5-4D368DF6725B}"/>
          </ac:spMkLst>
        </pc:spChg>
        <pc:spChg chg="add del mod ord">
          <ac:chgData name="Luz Pascal" userId="7fa5ceab-0349-4458-880b-7c4b9ec82b0a" providerId="ADAL" clId="{A49E9F3A-B52D-461E-ABF6-58A75CE30F76}" dt="2026-09-23T04:54:10.854" v="15868" actId="478"/>
          <ac:spMkLst>
            <pc:docMk/>
            <pc:sldMk cId="1489390931" sldId="444"/>
            <ac:spMk id="68" creationId="{81A94C10-4A52-1155-F77A-A94E82021C94}"/>
          </ac:spMkLst>
        </pc:spChg>
        <pc:spChg chg="add mod">
          <ac:chgData name="Luz Pascal" userId="7fa5ceab-0349-4458-880b-7c4b9ec82b0a" providerId="ADAL" clId="{A49E9F3A-B52D-461E-ABF6-58A75CE30F76}" dt="2026-09-23T05:32:27.941" v="16890" actId="20577"/>
          <ac:spMkLst>
            <pc:docMk/>
            <pc:sldMk cId="1489390931" sldId="444"/>
            <ac:spMk id="70" creationId="{47A4DEDF-7840-C816-CDC1-9725BE020703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78" creationId="{7254D0EA-F6C0-B0B1-0831-F4C44349267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0" creationId="{74401B7D-25D5-DE07-738B-E5A8DBCF774A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2" creationId="{7B391B43-3975-4870-F3F3-6639BAEAA545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4" creationId="{5E4BD5BB-9FC3-378F-3402-97D4473F353C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6" creationId="{74F884E9-DA7F-138F-1399-798576926EA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8" creationId="{C33578CC-6AD5-27B4-4810-984AB2FBF097}"/>
          </ac:spMkLst>
        </pc:spChg>
        <pc:spChg chg="add del mod">
          <ac:chgData name="Luz Pascal" userId="7fa5ceab-0349-4458-880b-7c4b9ec82b0a" providerId="ADAL" clId="{A49E9F3A-B52D-461E-ABF6-58A75CE30F76}" dt="2026-09-23T05:00:28.159" v="16019" actId="478"/>
          <ac:spMkLst>
            <pc:docMk/>
            <pc:sldMk cId="1489390931" sldId="444"/>
            <ac:spMk id="90" creationId="{89C5D97B-4ADB-E707-03F2-5D022B7DD9C1}"/>
          </ac:spMkLst>
        </pc:spChg>
        <pc:grpChg chg="del mod">
          <ac:chgData name="Luz Pascal" userId="7fa5ceab-0349-4458-880b-7c4b9ec82b0a" providerId="ADAL" clId="{A49E9F3A-B52D-461E-ABF6-58A75CE30F76}" dt="2026-09-23T04:45:49.026" v="15744" actId="478"/>
          <ac:grpSpMkLst>
            <pc:docMk/>
            <pc:sldMk cId="1489390931" sldId="444"/>
            <ac:grpSpMk id="54" creationId="{E264B755-6BB8-AB41-8686-C15D92857338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1" creationId="{368ADB25-BF07-DE02-2080-77F38D9FD50B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2" creationId="{FACBFBB2-90F0-C9C4-A1B0-30931B6CEDD0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3" creationId="{1F10A917-4A22-1ADF-4A43-831FEF2EEB5B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4" creationId="{BD3C513D-B2CB-400E-07B0-D566E23EE9E1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5" creationId="{67EAD43E-1F9D-4C9F-7687-00C7B8FD9833}"/>
          </ac:grpSpMkLst>
        </pc:grpChg>
        <pc:grpChg chg="add del mod">
          <ac:chgData name="Luz Pascal" userId="7fa5ceab-0349-4458-880b-7c4b9ec82b0a" providerId="ADAL" clId="{A49E9F3A-B52D-461E-ABF6-58A75CE30F76}" dt="2026-09-23T05:00:28.159" v="16019" actId="478"/>
          <ac:grpSpMkLst>
            <pc:docMk/>
            <pc:sldMk cId="1489390931" sldId="444"/>
            <ac:grpSpMk id="76" creationId="{E873FE38-8DF3-06E6-279C-63AC93BDAE29}"/>
          </ac:grpSpMkLst>
        </pc:grpChg>
        <pc:grpChg chg="add mod">
          <ac:chgData name="Luz Pascal" userId="7fa5ceab-0349-4458-880b-7c4b9ec82b0a" providerId="ADAL" clId="{A49E9F3A-B52D-461E-ABF6-58A75CE30F76}" dt="2026-09-23T04:54:55.793" v="15931" actId="164"/>
          <ac:grpSpMkLst>
            <pc:docMk/>
            <pc:sldMk cId="1489390931" sldId="444"/>
            <ac:grpSpMk id="77" creationId="{9B7CDEDD-1566-72A9-8BF4-7C3FCFC98B03}"/>
          </ac:grpSpMkLst>
        </pc:grpChg>
        <pc:picChg chg="del">
          <ac:chgData name="Luz Pascal" userId="7fa5ceab-0349-4458-880b-7c4b9ec82b0a" providerId="ADAL" clId="{A49E9F3A-B52D-461E-ABF6-58A75CE30F76}" dt="2026-09-23T04:39:21.871" v="15707" actId="478"/>
          <ac:picMkLst>
            <pc:docMk/>
            <pc:sldMk cId="1489390931" sldId="444"/>
            <ac:picMk id="5" creationId="{8D543AC1-5F0D-E3AC-B892-E580319009AA}"/>
          </ac:picMkLst>
        </pc:picChg>
        <pc:picChg chg="add mod">
          <ac:chgData name="Luz Pascal" userId="7fa5ceab-0349-4458-880b-7c4b9ec82b0a" providerId="ADAL" clId="{A49E9F3A-B52D-461E-ABF6-58A75CE30F76}" dt="2026-09-23T04:42:19.745" v="15733" actId="1076"/>
          <ac:picMkLst>
            <pc:docMk/>
            <pc:sldMk cId="1489390931" sldId="444"/>
            <ac:picMk id="10" creationId="{5594A4FF-1D01-A884-7565-06CA8F8A3F36}"/>
          </ac:picMkLst>
        </pc:picChg>
        <pc:picChg chg="del">
          <ac:chgData name="Luz Pascal" userId="7fa5ceab-0349-4458-880b-7c4b9ec82b0a" providerId="ADAL" clId="{A49E9F3A-B52D-461E-ABF6-58A75CE30F76}" dt="2026-09-23T04:39:21.871" v="15707" actId="478"/>
          <ac:picMkLst>
            <pc:docMk/>
            <pc:sldMk cId="1489390931" sldId="444"/>
            <ac:picMk id="37" creationId="{B4919A8E-936A-0A56-8EFB-39CE30F4BA16}"/>
          </ac:picMkLst>
        </pc:picChg>
        <pc:picChg chg="mod">
          <ac:chgData name="Luz Pascal" userId="7fa5ceab-0349-4458-880b-7c4b9ec82b0a" providerId="ADAL" clId="{A49E9F3A-B52D-461E-ABF6-58A75CE30F76}" dt="2026-09-23T04:45:41.683" v="15742"/>
          <ac:picMkLst>
            <pc:docMk/>
            <pc:sldMk cId="1489390931" sldId="444"/>
            <ac:picMk id="56" creationId="{8B0B38F0-6627-2064-A743-F89ED09E7DA9}"/>
          </ac:picMkLst>
        </pc:picChg>
        <pc:cxnChg chg="add mod">
          <ac:chgData name="Luz Pascal" userId="7fa5ceab-0349-4458-880b-7c4b9ec82b0a" providerId="ADAL" clId="{A49E9F3A-B52D-461E-ABF6-58A75CE30F76}" dt="2026-09-23T04:40:18.312" v="15719" actId="14100"/>
          <ac:cxnSpMkLst>
            <pc:docMk/>
            <pc:sldMk cId="1489390931" sldId="444"/>
            <ac:cxnSpMk id="4" creationId="{B49D78F9-5AEB-0B2B-EB9C-F5FD6888093E}"/>
          </ac:cxnSpMkLst>
        </pc:cxnChg>
        <pc:cxnChg chg="add mod ord">
          <ac:chgData name="Luz Pascal" userId="7fa5ceab-0349-4458-880b-7c4b9ec82b0a" providerId="ADAL" clId="{A49E9F3A-B52D-461E-ABF6-58A75CE30F76}" dt="2026-09-23T04:54:55.793" v="15931" actId="164"/>
          <ac:cxnSpMkLst>
            <pc:docMk/>
            <pc:sldMk cId="1489390931" sldId="444"/>
            <ac:cxnSpMk id="8" creationId="{942BE4DA-89B9-FF49-0983-1E80BEB87806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0" creationId="{9B3A0946-63CD-4D09-A441-B36696E76D34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2" creationId="{934BD38A-ACFB-3B28-2CE4-DE26DCCAE224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3" creationId="{15ED3231-9CF5-D26B-C6FC-F6B32592163D}"/>
          </ac:cxnSpMkLst>
        </pc:cxnChg>
        <pc:cxnChg chg="add del mod">
          <ac:chgData name="Luz Pascal" userId="7fa5ceab-0349-4458-880b-7c4b9ec82b0a" providerId="ADAL" clId="{A49E9F3A-B52D-461E-ABF6-58A75CE30F76}" dt="2026-09-23T04:45:41.358" v="15741" actId="478"/>
          <ac:cxnSpMkLst>
            <pc:docMk/>
            <pc:sldMk cId="1489390931" sldId="444"/>
            <ac:cxnSpMk id="33" creationId="{EA6B285F-F491-0FE6-9F2E-87EB3A51BD28}"/>
          </ac:cxnSpMkLst>
        </pc:cxnChg>
        <pc:cxnChg chg="add mod">
          <ac:chgData name="Luz Pascal" userId="7fa5ceab-0349-4458-880b-7c4b9ec82b0a" providerId="ADAL" clId="{A49E9F3A-B52D-461E-ABF6-58A75CE30F76}" dt="2026-09-23T04:45:20.130" v="15740"/>
          <ac:cxnSpMkLst>
            <pc:docMk/>
            <pc:sldMk cId="1489390931" sldId="444"/>
            <ac:cxnSpMk id="36" creationId="{A01CF3BF-64F1-E577-4946-BCA2471400DA}"/>
          </ac:cxnSpMkLst>
        </pc:cxnChg>
        <pc:cxnChg chg="mod">
          <ac:chgData name="Luz Pascal" userId="7fa5ceab-0349-4458-880b-7c4b9ec82b0a" providerId="ADAL" clId="{A49E9F3A-B52D-461E-ABF6-58A75CE30F76}" dt="2026-09-23T05:00:32.644" v="16020" actId="14100"/>
          <ac:cxnSpMkLst>
            <pc:docMk/>
            <pc:sldMk cId="1489390931" sldId="444"/>
            <ac:cxnSpMk id="39" creationId="{67027192-B734-6BB7-4157-BA8E3D35451C}"/>
          </ac:cxnSpMkLst>
        </pc:cxnChg>
        <pc:cxnChg chg="add del">
          <ac:chgData name="Luz Pascal" userId="7fa5ceab-0349-4458-880b-7c4b9ec82b0a" providerId="ADAL" clId="{A49E9F3A-B52D-461E-ABF6-58A75CE30F76}" dt="2026-09-23T04:46:09.435" v="15749" actId="478"/>
          <ac:cxnSpMkLst>
            <pc:docMk/>
            <pc:sldMk cId="1489390931" sldId="444"/>
            <ac:cxnSpMk id="49" creationId="{A3324756-9439-8DAF-0864-F398B4D1B48B}"/>
          </ac:cxnSpMkLst>
        </pc:cxnChg>
        <pc:cxnChg chg="mod">
          <ac:chgData name="Luz Pascal" userId="7fa5ceab-0349-4458-880b-7c4b9ec82b0a" providerId="ADAL" clId="{A49E9F3A-B52D-461E-ABF6-58A75CE30F76}" dt="2026-09-23T04:54:46.903" v="15925" actId="164"/>
          <ac:cxnSpMkLst>
            <pc:docMk/>
            <pc:sldMk cId="1489390931" sldId="444"/>
            <ac:cxnSpMk id="50" creationId="{E35733BA-9AC0-34B8-C41E-38A38B1F7C8C}"/>
          </ac:cxnSpMkLst>
        </pc:cxnChg>
        <pc:cxnChg chg="mod">
          <ac:chgData name="Luz Pascal" userId="7fa5ceab-0349-4458-880b-7c4b9ec82b0a" providerId="ADAL" clId="{A49E9F3A-B52D-461E-ABF6-58A75CE30F76}" dt="2026-09-23T04:54:47.964" v="15926" actId="164"/>
          <ac:cxnSpMkLst>
            <pc:docMk/>
            <pc:sldMk cId="1489390931" sldId="444"/>
            <ac:cxnSpMk id="51" creationId="{A3DDBE13-3BB4-9844-5171-CDD30DE16BE4}"/>
          </ac:cxnSpMkLst>
        </pc:cxnChg>
        <pc:cxnChg chg="mod">
          <ac:chgData name="Luz Pascal" userId="7fa5ceab-0349-4458-880b-7c4b9ec82b0a" providerId="ADAL" clId="{A49E9F3A-B52D-461E-ABF6-58A75CE30F76}" dt="2026-09-23T04:54:49.028" v="15927" actId="164"/>
          <ac:cxnSpMkLst>
            <pc:docMk/>
            <pc:sldMk cId="1489390931" sldId="444"/>
            <ac:cxnSpMk id="52" creationId="{1E416333-6C10-A5AD-2615-85AA53C91E6B}"/>
          </ac:cxnSpMkLst>
        </pc:cxnChg>
        <pc:cxnChg chg="mod">
          <ac:chgData name="Luz Pascal" userId="7fa5ceab-0349-4458-880b-7c4b9ec82b0a" providerId="ADAL" clId="{A49E9F3A-B52D-461E-ABF6-58A75CE30F76}" dt="2026-09-23T04:54:52.336" v="15930" actId="164"/>
          <ac:cxnSpMkLst>
            <pc:docMk/>
            <pc:sldMk cId="1489390931" sldId="444"/>
            <ac:cxnSpMk id="53" creationId="{12EB218E-BCCA-C562-CD26-BE26F41F9448}"/>
          </ac:cxnSpMkLst>
        </pc:cxnChg>
        <pc:cxnChg chg="add mod">
          <ac:chgData name="Luz Pascal" userId="7fa5ceab-0349-4458-880b-7c4b9ec82b0a" providerId="ADAL" clId="{A49E9F3A-B52D-461E-ABF6-58A75CE30F76}" dt="2026-09-23T04:54:50.012" v="15928" actId="164"/>
          <ac:cxnSpMkLst>
            <pc:docMk/>
            <pc:sldMk cId="1489390931" sldId="444"/>
            <ac:cxnSpMk id="58" creationId="{14494B2D-5214-B577-0E3E-BD214BF1166E}"/>
          </ac:cxnSpMkLst>
        </pc:cxnChg>
        <pc:cxnChg chg="add mod">
          <ac:chgData name="Luz Pascal" userId="7fa5ceab-0349-4458-880b-7c4b9ec82b0a" providerId="ADAL" clId="{A49E9F3A-B52D-461E-ABF6-58A75CE30F76}" dt="2026-09-23T04:54:51.281" v="15929" actId="164"/>
          <ac:cxnSpMkLst>
            <pc:docMk/>
            <pc:sldMk cId="1489390931" sldId="444"/>
            <ac:cxnSpMk id="59" creationId="{97543E68-82A7-68C8-7871-06984524C3EA}"/>
          </ac:cxnSpMkLst>
        </pc:cxnChg>
        <pc:cxnChg chg="add del">
          <ac:chgData name="Luz Pascal" userId="7fa5ceab-0349-4458-880b-7c4b9ec82b0a" providerId="ADAL" clId="{A49E9F3A-B52D-461E-ABF6-58A75CE30F76}" dt="2026-09-23T04:50:58.845" v="15804" actId="478"/>
          <ac:cxnSpMkLst>
            <pc:docMk/>
            <pc:sldMk cId="1489390931" sldId="444"/>
            <ac:cxnSpMk id="65" creationId="{EF8DD083-8479-A777-95A9-2D43B998B3D2}"/>
          </ac:cxnSpMkLst>
        </pc:cxnChg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712453098" sldId="444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062706784" sldId="445"/>
        </pc:sldMkLst>
      </pc:sldChg>
      <pc:sldChg chg="addSp delSp modSp add mod ord modTransition modAnim">
        <pc:chgData name="Luz Pascal" userId="7fa5ceab-0349-4458-880b-7c4b9ec82b0a" providerId="ADAL" clId="{A49E9F3A-B52D-461E-ABF6-58A75CE30F76}" dt="2026-09-23T05:07:47.485" v="16172" actId="1076"/>
        <pc:sldMkLst>
          <pc:docMk/>
          <pc:sldMk cId="2594406116" sldId="445"/>
        </pc:sldMkLst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4" creationId="{7F96526B-D951-9D95-2408-AEEFBA47085C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6" creationId="{68F0B35E-282C-83F6-D880-5566979E63EC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9" creationId="{4E5B922F-E8F9-3E7F-45DE-75D20F71124D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3" creationId="{F8CBC489-7061-0EC7-F09F-6F1757C27F7A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5" creationId="{2B19E039-88C9-0D3B-754D-D37744850510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7" creationId="{D028262D-85B6-609B-9145-7166D71B8CF0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9" creationId="{77EC6E1C-F457-110A-7DE9-7BC170B2654C}"/>
          </ac:spMkLst>
        </pc:spChg>
        <pc:spChg chg="add mod or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21" creationId="{35FF8DE2-899A-CD90-CEC9-D4B41E6F8139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23" creationId="{11443ED2-1002-8DC5-6C06-4DF367185C3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27" creationId="{614CE46A-2218-BDCA-F3B4-1C8C2E4B727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33" creationId="{B4D6EAC6-36EB-C81A-64F8-63AFC7F81D89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36" creationId="{913A415D-728D-C2AA-C573-DE8B2C722C7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40" creationId="{F7E4BE3F-ED1F-A462-2D6D-CF6FD433F81E}"/>
          </ac:spMkLst>
        </pc:spChg>
        <pc:spChg chg="del">
          <ac:chgData name="Luz Pascal" userId="7fa5ceab-0349-4458-880b-7c4b9ec82b0a" providerId="ADAL" clId="{A49E9F3A-B52D-461E-ABF6-58A75CE30F76}" dt="2026-09-23T05:01:13.024" v="16053" actId="478"/>
          <ac:spMkLst>
            <pc:docMk/>
            <pc:sldMk cId="2594406116" sldId="445"/>
            <ac:spMk id="41" creationId="{07200116-721F-3AC1-D103-51B60F499C86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2" creationId="{298C5BF5-2590-EAE4-BABA-C21C51421A5A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3" creationId="{FD3E2CEB-61E7-052C-A723-E97C51BAC4ED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4" creationId="{6EE8A877-09FA-4F90-FB71-386000AEA5BA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5" creationId="{57A260F4-F538-77E6-990B-8B2B2DEBB1E0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6" creationId="{F5FEF214-3BE7-A5FD-5A01-E0E13C987016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7" creationId="{7A8BE481-5B5B-E1B2-4C89-50DC471D6DE8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8" creationId="{D4C553C6-9EE8-6495-E9B6-51BB184BFE0D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56" creationId="{B24AE9FB-3219-D4B2-05F6-D81743C24F98}"/>
          </ac:spMkLst>
        </pc:spChg>
        <pc:spChg chg="add del mod">
          <ac:chgData name="Luz Pascal" userId="7fa5ceab-0349-4458-880b-7c4b9ec82b0a" providerId="ADAL" clId="{A49E9F3A-B52D-461E-ABF6-58A75CE30F76}" dt="2026-09-23T05:01:18.212" v="16055" actId="478"/>
          <ac:spMkLst>
            <pc:docMk/>
            <pc:sldMk cId="2594406116" sldId="445"/>
            <ac:spMk id="60" creationId="{6935A9EC-383C-D1A5-D72F-D96117797BFE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63" creationId="{696CEBE1-44EA-1D13-1F77-8D40BCFF0C48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64" creationId="{97CDAE78-0258-3B28-7C7B-785D13F9947A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65" creationId="{6D41E323-F992-3BF7-4C32-1ADE3FDD53F3}"/>
          </ac:spMkLst>
        </pc:spChg>
        <pc:spChg chg="mo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66" creationId="{55CECC69-4C98-95B1-8EE2-71DC1F1E2E81}"/>
          </ac:spMkLst>
        </pc:spChg>
        <pc:spChg chg="mo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68" creationId="{9796DDF8-B635-5D3C-308F-7B5B12FDC800}"/>
          </ac:spMkLst>
        </pc:spChg>
        <pc:spChg chg="add mod">
          <ac:chgData name="Luz Pascal" userId="7fa5ceab-0349-4458-880b-7c4b9ec82b0a" providerId="ADAL" clId="{A49E9F3A-B52D-461E-ABF6-58A75CE30F76}" dt="2026-09-23T05:05:56.943" v="16153" actId="1036"/>
          <ac:spMkLst>
            <pc:docMk/>
            <pc:sldMk cId="2594406116" sldId="445"/>
            <ac:spMk id="69" creationId="{CCFAF25B-EE76-3E6E-5DC5-4A20869D6CA3}"/>
          </ac:spMkLst>
        </pc:spChg>
        <pc:spChg chg="add mod">
          <ac:chgData name="Luz Pascal" userId="7fa5ceab-0349-4458-880b-7c4b9ec82b0a" providerId="ADAL" clId="{A49E9F3A-B52D-461E-ABF6-58A75CE30F76}" dt="2026-09-23T05:07:47.485" v="16172" actId="1076"/>
          <ac:spMkLst>
            <pc:docMk/>
            <pc:sldMk cId="2594406116" sldId="445"/>
            <ac:spMk id="73" creationId="{AE8665CE-1832-423E-84E1-FAC6B13D5527}"/>
          </ac:spMkLst>
        </pc:spChg>
        <pc:picChg chg="del">
          <ac:chgData name="Luz Pascal" userId="7fa5ceab-0349-4458-880b-7c4b9ec82b0a" providerId="ADAL" clId="{A49E9F3A-B52D-461E-ABF6-58A75CE30F76}" dt="2026-09-23T05:01:02.227" v="16051" actId="478"/>
          <ac:picMkLst>
            <pc:docMk/>
            <pc:sldMk cId="2594406116" sldId="445"/>
            <ac:picMk id="10" creationId="{58D9AC75-6521-B02C-4F5E-84ABE974F049}"/>
          </ac:picMkLst>
        </pc:picChg>
        <pc:cxnChg chg="del mod">
          <ac:chgData name="Luz Pascal" userId="7fa5ceab-0349-4458-880b-7c4b9ec82b0a" providerId="ADAL" clId="{A49E9F3A-B52D-461E-ABF6-58A75CE30F76}" dt="2026-09-23T05:01:02.227" v="16051" actId="478"/>
          <ac:cxnSpMkLst>
            <pc:docMk/>
            <pc:sldMk cId="2594406116" sldId="445"/>
            <ac:cxnSpMk id="39" creationId="{F0E32EB9-C53E-6350-F360-9F7CB77FE284}"/>
          </ac:cxnSpMkLst>
        </pc:cxnChg>
        <pc:cxnChg chg="add del">
          <ac:chgData name="Luz Pascal" userId="7fa5ceab-0349-4458-880b-7c4b9ec82b0a" providerId="ADAL" clId="{A49E9F3A-B52D-461E-ABF6-58A75CE30F76}" dt="2026-09-23T05:05:38.378" v="16072" actId="11529"/>
          <ac:cxnSpMkLst>
            <pc:docMk/>
            <pc:sldMk cId="2594406116" sldId="445"/>
            <ac:cxnSpMk id="71" creationId="{DF1F85BC-4521-F178-49CB-E5224775DD89}"/>
          </ac:cxnSpMkLst>
        </pc:cxnChg>
        <pc:cxnChg chg="add mod">
          <ac:chgData name="Luz Pascal" userId="7fa5ceab-0349-4458-880b-7c4b9ec82b0a" providerId="ADAL" clId="{A49E9F3A-B52D-461E-ABF6-58A75CE30F76}" dt="2026-09-23T05:07:39.719" v="16171" actId="1582"/>
          <ac:cxnSpMkLst>
            <pc:docMk/>
            <pc:sldMk cId="2594406116" sldId="445"/>
            <ac:cxnSpMk id="75" creationId="{88DAB133-58EE-8E42-8A47-9B208F1C0AEF}"/>
          </ac:cxnSpMkLst>
        </pc:cxnChg>
      </pc:sldChg>
      <pc:sldChg chg="addSp delSp 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548657074" sldId="446"/>
        </pc:sldMkLst>
      </pc:sldChg>
      <pc:sldChg chg="add">
        <pc:chgData name="Luz Pascal" userId="7fa5ceab-0349-4458-880b-7c4b9ec82b0a" providerId="ADAL" clId="{A49E9F3A-B52D-461E-ABF6-58A75CE30F76}" dt="2026-09-23T05:04:57.891" v="16069"/>
        <pc:sldMkLst>
          <pc:docMk/>
          <pc:sldMk cId="3105768962" sldId="446"/>
        </pc:sldMkLst>
      </pc:sldChg>
      <pc:sldChg chg="addSp delSp modSp add mod modTransition modClrScheme modAnim chgLayout">
        <pc:chgData name="Luz Pascal" userId="7fa5ceab-0349-4458-880b-7c4b9ec82b0a" providerId="ADAL" clId="{A49E9F3A-B52D-461E-ABF6-58A75CE30F76}" dt="2026-09-23T05:34:02.408" v="16891"/>
        <pc:sldMkLst>
          <pc:docMk/>
          <pc:sldMk cId="1043466109" sldId="447"/>
        </pc:sldMkLst>
        <pc:spChg chg="mod">
          <ac:chgData name="Luz Pascal" userId="7fa5ceab-0349-4458-880b-7c4b9ec82b0a" providerId="ADAL" clId="{A49E9F3A-B52D-461E-ABF6-58A75CE30F76}" dt="2026-09-23T05:22:37.653" v="16569" actId="1076"/>
          <ac:spMkLst>
            <pc:docMk/>
            <pc:sldMk cId="1043466109" sldId="447"/>
            <ac:spMk id="3" creationId="{14199349-A22D-C022-40AB-2A2448712DCE}"/>
          </ac:spMkLst>
        </pc:spChg>
        <pc:spChg chg="add del mod">
          <ac:chgData name="Luz Pascal" userId="7fa5ceab-0349-4458-880b-7c4b9ec82b0a" providerId="ADAL" clId="{A49E9F3A-B52D-461E-ABF6-58A75CE30F76}" dt="2026-09-23T05:16:50.215" v="16241" actId="21"/>
          <ac:spMkLst>
            <pc:docMk/>
            <pc:sldMk cId="1043466109" sldId="447"/>
            <ac:spMk id="5" creationId="{C25ED4AD-0E26-AD6F-3C05-3597696FE053}"/>
          </ac:spMkLst>
        </pc:spChg>
        <pc:spChg chg="add del mod ord">
          <ac:chgData name="Luz Pascal" userId="7fa5ceab-0349-4458-880b-7c4b9ec82b0a" providerId="ADAL" clId="{A49E9F3A-B52D-461E-ABF6-58A75CE30F76}" dt="2026-09-23T05:16:48.109" v="16240" actId="478"/>
          <ac:spMkLst>
            <pc:docMk/>
            <pc:sldMk cId="1043466109" sldId="447"/>
            <ac:spMk id="6" creationId="{DB2DE5AA-A52B-7967-8AFA-CDE5B57996A6}"/>
          </ac:spMkLst>
        </pc:spChg>
        <pc:spChg chg="add del mod ord">
          <ac:chgData name="Luz Pascal" userId="7fa5ceab-0349-4458-880b-7c4b9ec82b0a" providerId="ADAL" clId="{A49E9F3A-B52D-461E-ABF6-58A75CE30F76}" dt="2026-09-23T05:16:50.996" v="16242" actId="22"/>
          <ac:spMkLst>
            <pc:docMk/>
            <pc:sldMk cId="1043466109" sldId="447"/>
            <ac:spMk id="7" creationId="{00891DE2-71D5-C884-188C-DD72AEA7AE1E}"/>
          </ac:spMkLst>
        </pc:spChg>
        <pc:spChg chg="add mod">
          <ac:chgData name="Luz Pascal" userId="7fa5ceab-0349-4458-880b-7c4b9ec82b0a" providerId="ADAL" clId="{A49E9F3A-B52D-461E-ABF6-58A75CE30F76}" dt="2026-09-23T05:27:02.138" v="16659" actId="20577"/>
          <ac:spMkLst>
            <pc:docMk/>
            <pc:sldMk cId="1043466109" sldId="447"/>
            <ac:spMk id="9" creationId="{B649E2A8-FD53-8FB0-3306-69E75E60AD9D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11" creationId="{425D2044-A5E5-3FAF-A773-81907D4AD2D8}"/>
          </ac:spMkLst>
        </pc:spChg>
        <pc:spChg chg="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21" creationId="{462B9123-009D-E92C-401C-77A1E20E6720}"/>
          </ac:spMkLst>
        </pc:spChg>
        <pc:spChg chg="add del mod topLvl">
          <ac:chgData name="Luz Pascal" userId="7fa5ceab-0349-4458-880b-7c4b9ec82b0a" providerId="ADAL" clId="{A49E9F3A-B52D-461E-ABF6-58A75CE30F76}" dt="2026-09-23T05:15:45.668" v="16186" actId="478"/>
          <ac:spMkLst>
            <pc:docMk/>
            <pc:sldMk cId="1043466109" sldId="447"/>
            <ac:spMk id="23" creationId="{77F397ED-56C8-D225-4092-C7C8DD5BB590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25" creationId="{F506F5E2-9D20-D6EF-D7B3-BA43AE8E0C22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1" creationId="{95B690EA-2920-C005-07DE-1E21483C4029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2" creationId="{FAD93F39-FFE0-90A0-61C0-1A35EE0443B4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4" creationId="{6ED19067-E857-82E2-05B0-7F339489B530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6" creationId="{2E44BBC6-2B36-0250-B985-58F75ECD3B86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7" creationId="{00207E50-1498-BC1B-32BD-E0B4E310A3AF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8" creationId="{18468E7D-D896-B0E7-10A2-3CD62EC81264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9" creationId="{4931C847-5038-6721-6AFC-6C39E861967F}"/>
          </ac:spMkLst>
        </pc:spChg>
        <pc:grpChg chg="add del mod">
          <ac:chgData name="Luz Pascal" userId="7fa5ceab-0349-4458-880b-7c4b9ec82b0a" providerId="ADAL" clId="{A49E9F3A-B52D-461E-ABF6-58A75CE30F76}" dt="2026-09-23T05:15:45.668" v="16186" actId="478"/>
          <ac:grpSpMkLst>
            <pc:docMk/>
            <pc:sldMk cId="1043466109" sldId="447"/>
            <ac:grpSpMk id="2" creationId="{E85EA672-F71B-FC6C-847A-28C478EBCE97}"/>
          </ac:grpSpMkLst>
        </pc:grpChg>
        <pc:picChg chg="del mod topLvl">
          <ac:chgData name="Luz Pascal" userId="7fa5ceab-0349-4458-880b-7c4b9ec82b0a" providerId="ADAL" clId="{A49E9F3A-B52D-461E-ABF6-58A75CE30F76}" dt="2026-09-23T05:15:45.668" v="16186" actId="478"/>
          <ac:picMkLst>
            <pc:docMk/>
            <pc:sldMk cId="1043466109" sldId="447"/>
            <ac:picMk id="22" creationId="{49EDF5B8-6161-0DDD-E78D-E69D1835FBC3}"/>
          </ac:picMkLst>
        </pc:picChg>
      </pc:sldChg>
      <pc:sldChg chg="addSp delSp modSp new del mod setBg">
        <pc:chgData name="Luz Pascal" userId="7fa5ceab-0349-4458-880b-7c4b9ec82b0a" providerId="ADAL" clId="{A49E9F3A-B52D-461E-ABF6-58A75CE30F76}" dt="2026-09-22T02:17:25.041" v="15004" actId="47"/>
        <pc:sldMkLst>
          <pc:docMk/>
          <pc:sldMk cId="1642683403" sldId="447"/>
        </pc:sldMkLst>
      </pc:sldChg>
      <pc:sldChg chg="addSp delSp modSp new del mod">
        <pc:chgData name="Luz Pascal" userId="7fa5ceab-0349-4458-880b-7c4b9ec82b0a" providerId="ADAL" clId="{A49E9F3A-B52D-461E-ABF6-58A75CE30F76}" dt="2026-09-23T05:45:38.709" v="16949" actId="47"/>
        <pc:sldMkLst>
          <pc:docMk/>
          <pc:sldMk cId="3951353139" sldId="448"/>
        </pc:sldMkLst>
        <pc:spChg chg="mod">
          <ac:chgData name="Luz Pascal" userId="7fa5ceab-0349-4458-880b-7c4b9ec82b0a" providerId="ADAL" clId="{A49E9F3A-B52D-461E-ABF6-58A75CE30F76}" dt="2026-09-23T05:45:33.586" v="16948" actId="5793"/>
          <ac:spMkLst>
            <pc:docMk/>
            <pc:sldMk cId="3951353139" sldId="448"/>
            <ac:spMk id="3" creationId="{118E8AA6-6247-9AFD-04C3-215E7C8F6D5B}"/>
          </ac:spMkLst>
        </pc:spChg>
        <pc:spChg chg="add">
          <ac:chgData name="Luz Pascal" userId="7fa5ceab-0349-4458-880b-7c4b9ec82b0a" providerId="ADAL" clId="{A49E9F3A-B52D-461E-ABF6-58A75CE30F76}" dt="2026-09-23T05:28:03.700" v="16662" actId="22"/>
          <ac:spMkLst>
            <pc:docMk/>
            <pc:sldMk cId="3951353139" sldId="448"/>
            <ac:spMk id="5" creationId="{80470224-E324-E47D-BCC0-925C8D2EE384}"/>
          </ac:spMkLst>
        </pc:spChg>
        <pc:spChg chg="add del">
          <ac:chgData name="Luz Pascal" userId="7fa5ceab-0349-4458-880b-7c4b9ec82b0a" providerId="ADAL" clId="{A49E9F3A-B52D-461E-ABF6-58A75CE30F76}" dt="2026-09-23T05:28:10.679" v="16664" actId="22"/>
          <ac:spMkLst>
            <pc:docMk/>
            <pc:sldMk cId="3951353139" sldId="448"/>
            <ac:spMk id="7" creationId="{FBEE23FB-A70F-DC22-201C-458ECAA7E176}"/>
          </ac:spMkLst>
        </pc:spChg>
      </pc:sldChg>
      <pc:sldChg chg="modSp add mod">
        <pc:chgData name="Luz Pascal" userId="7fa5ceab-0349-4458-880b-7c4b9ec82b0a" providerId="ADAL" clId="{A49E9F3A-B52D-461E-ABF6-58A75CE30F76}" dt="2026-09-23T05:30:30.395" v="16885" actId="20577"/>
        <pc:sldMkLst>
          <pc:docMk/>
          <pc:sldMk cId="1813401452" sldId="449"/>
        </pc:sldMkLst>
        <pc:spChg chg="mod">
          <ac:chgData name="Luz Pascal" userId="7fa5ceab-0349-4458-880b-7c4b9ec82b0a" providerId="ADAL" clId="{A49E9F3A-B52D-461E-ABF6-58A75CE30F76}" dt="2026-09-23T05:30:30.395" v="16885" actId="20577"/>
          <ac:spMkLst>
            <pc:docMk/>
            <pc:sldMk cId="1813401452" sldId="449"/>
            <ac:spMk id="3" creationId="{9BD0B877-6266-4EFA-636D-998040C31E8F}"/>
          </ac:spMkLst>
        </pc:spChg>
      </pc:sldChg>
      <pc:sldChg chg="addSp modSp new mod">
        <pc:chgData name="Luz Pascal" userId="7fa5ceab-0349-4458-880b-7c4b9ec82b0a" providerId="ADAL" clId="{A49E9F3A-B52D-461E-ABF6-58A75CE30F76}" dt="2026-09-23T06:17:38.842" v="16992" actId="1076"/>
        <pc:sldMkLst>
          <pc:docMk/>
          <pc:sldMk cId="492450190" sldId="450"/>
        </pc:sldMkLst>
        <pc:spChg chg="add">
          <ac:chgData name="Luz Pascal" userId="7fa5ceab-0349-4458-880b-7c4b9ec82b0a" providerId="ADAL" clId="{A49E9F3A-B52D-461E-ABF6-58A75CE30F76}" dt="2026-09-23T05:43:17.572" v="16896" actId="22"/>
          <ac:spMkLst>
            <pc:docMk/>
            <pc:sldMk cId="492450190" sldId="450"/>
            <ac:spMk id="5" creationId="{23629469-6D21-49E8-7C9B-B337F4D1210D}"/>
          </ac:spMkLst>
        </pc:spChg>
        <pc:spChg chg="add mod">
          <ac:chgData name="Luz Pascal" userId="7fa5ceab-0349-4458-880b-7c4b9ec82b0a" providerId="ADAL" clId="{A49E9F3A-B52D-461E-ABF6-58A75CE30F76}" dt="2026-09-23T05:45:13.459" v="16934" actId="207"/>
          <ac:spMkLst>
            <pc:docMk/>
            <pc:sldMk cId="492450190" sldId="450"/>
            <ac:spMk id="6" creationId="{157D8804-3770-D449-272C-CED2D51CA1D6}"/>
          </ac:spMkLst>
        </pc:spChg>
        <pc:spChg chg="add mod">
          <ac:chgData name="Luz Pascal" userId="7fa5ceab-0349-4458-880b-7c4b9ec82b0a" providerId="ADAL" clId="{A49E9F3A-B52D-461E-ABF6-58A75CE30F76}" dt="2026-09-23T05:45:20.597" v="16935" actId="207"/>
          <ac:spMkLst>
            <pc:docMk/>
            <pc:sldMk cId="492450190" sldId="450"/>
            <ac:spMk id="8" creationId="{D6ECAA04-0D8B-E25E-7A96-091AD2112ABF}"/>
          </ac:spMkLst>
        </pc:spChg>
        <pc:spChg chg="add mod">
          <ac:chgData name="Luz Pascal" userId="7fa5ceab-0349-4458-880b-7c4b9ec82b0a" providerId="ADAL" clId="{A49E9F3A-B52D-461E-ABF6-58A75CE30F76}" dt="2026-09-23T06:17:38.842" v="16992" actId="1076"/>
          <ac:spMkLst>
            <pc:docMk/>
            <pc:sldMk cId="492450190" sldId="450"/>
            <ac:spMk id="9" creationId="{19791249-CBFB-5DDD-BD93-49D393A74808}"/>
          </ac:spMkLst>
        </pc:spChg>
        <pc:picChg chg="add mod">
          <ac:chgData name="Luz Pascal" userId="7fa5ceab-0349-4458-880b-7c4b9ec82b0a" providerId="ADAL" clId="{A49E9F3A-B52D-461E-ABF6-58A75CE30F76}" dt="2026-09-23T05:43:52.898" v="16916" actId="14100"/>
          <ac:picMkLst>
            <pc:docMk/>
            <pc:sldMk cId="492450190" sldId="450"/>
            <ac:picMk id="3" creationId="{C55937C5-3495-09A8-A66F-91EA2862116C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23T06:19:55.429" v="17007" actId="20577"/>
        <pc:sldMkLst>
          <pc:docMk/>
          <pc:sldMk cId="738694017" sldId="451"/>
        </pc:sldMkLst>
        <pc:spChg chg="del mod">
          <ac:chgData name="Luz Pascal" userId="7fa5ceab-0349-4458-880b-7c4b9ec82b0a" providerId="ADAL" clId="{A49E9F3A-B52D-461E-ABF6-58A75CE30F76}" dt="2026-09-23T06:19:47.186" v="16996" actId="478"/>
          <ac:spMkLst>
            <pc:docMk/>
            <pc:sldMk cId="738694017" sldId="451"/>
            <ac:spMk id="6" creationId="{47F9C1BC-C3B2-4A5D-9818-E640B0758776}"/>
          </ac:spMkLst>
        </pc:spChg>
        <pc:spChg chg="del">
          <ac:chgData name="Luz Pascal" userId="7fa5ceab-0349-4458-880b-7c4b9ec82b0a" providerId="ADAL" clId="{A49E9F3A-B52D-461E-ABF6-58A75CE30F76}" dt="2026-09-23T06:19:47.186" v="16996" actId="478"/>
          <ac:spMkLst>
            <pc:docMk/>
            <pc:sldMk cId="738694017" sldId="451"/>
            <ac:spMk id="8" creationId="{7E25D152-2520-9AE7-8F3A-CF583B3DD496}"/>
          </ac:spMkLst>
        </pc:spChg>
        <pc:spChg chg="mod">
          <ac:chgData name="Luz Pascal" userId="7fa5ceab-0349-4458-880b-7c4b9ec82b0a" providerId="ADAL" clId="{A49E9F3A-B52D-461E-ABF6-58A75CE30F76}" dt="2026-09-23T06:19:55.429" v="17007" actId="20577"/>
          <ac:spMkLst>
            <pc:docMk/>
            <pc:sldMk cId="738694017" sldId="451"/>
            <ac:spMk id="9" creationId="{8912033C-8FAC-1A73-7C7F-3B1835E32D0A}"/>
          </ac:spMkLst>
        </pc:spChg>
        <pc:picChg chg="del">
          <ac:chgData name="Luz Pascal" userId="7fa5ceab-0349-4458-880b-7c4b9ec82b0a" providerId="ADAL" clId="{A49E9F3A-B52D-461E-ABF6-58A75CE30F76}" dt="2026-09-23T06:19:44.854" v="16994" actId="478"/>
          <ac:picMkLst>
            <pc:docMk/>
            <pc:sldMk cId="738694017" sldId="451"/>
            <ac:picMk id="3" creationId="{1144B1E4-F022-0D90-E428-678BF95685BE}"/>
          </ac:picMkLst>
        </pc:picChg>
        <pc:picChg chg="add mod">
          <ac:chgData name="Luz Pascal" userId="7fa5ceab-0349-4458-880b-7c4b9ec82b0a" providerId="ADAL" clId="{A49E9F3A-B52D-461E-ABF6-58A75CE30F76}" dt="2026-09-23T06:19:51.704" v="16999" actId="1076"/>
          <ac:picMkLst>
            <pc:docMk/>
            <pc:sldMk cId="738694017" sldId="451"/>
            <ac:picMk id="4" creationId="{A1229BAD-8313-0756-76E4-EBE1E14535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075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97DD-1E14-2452-EB58-2E85E1F0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655F2-3ADB-0A74-DA05-BC1A887B6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E391D-FE8D-08E7-0442-94C42B30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F1654-5165-E0DB-D720-8FCC305EF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68854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C8C48-1CBE-8E5C-BB31-A5F2AE4B8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AC5DE7-952F-88E1-B985-0B8CAE0CE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DB65F-6607-9D4B-FDEB-A9618C2C9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DB06D-C080-B8F6-7520-640EB0A97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62712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9577-D311-3737-2CF4-C608C7A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E9DFB-2C25-75B7-EBF2-C09868E7D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CAD91-CD50-33E8-EBB1-6744DB688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00EFD-C634-E74C-2323-03F42E9AFE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55027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B619-E904-4883-9A76-3CBA52730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FBCAD-9CB2-3B79-F81D-8C55D5D69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095DD-DBE5-C23B-68B4-C21347B32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1F73A-C35B-B5CD-B646-9EBDAC079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91822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A0058-92A9-8C7D-1282-D69086E0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52A3D6-CD1B-2920-5F18-2A9C23D276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8AC4A4-711B-B922-2464-0CE8AEB5A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FF80D-2F62-5628-ECCC-D2A0140986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57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D6CCC-146D-AF64-3F58-F7288665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115E0D-030F-876C-7419-322672EE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57578-5075-FC54-2329-327432275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C3A7A-E3D7-83C4-FE87-DBEE1E8D79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8368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  <a:p>
            <a:pPr algn="ctr"/>
            <a:endParaRPr lang="en-AU" sz="54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Tutorial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3527"/>
            <a:ext cx="9144000" cy="1655762"/>
          </a:xfrm>
        </p:spPr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4F88-DE6C-EA66-C3A4-483252A6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E6139E-1157-C001-8054-BEA03F3235E3}"/>
              </a:ext>
            </a:extLst>
          </p:cNvPr>
          <p:cNvSpPr txBox="1"/>
          <p:nvPr/>
        </p:nvSpPr>
        <p:spPr>
          <a:xfrm>
            <a:off x="960581" y="1106865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Today:	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11EACC-B6EA-E81F-2A87-EC8905B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979951"/>
              </p:ext>
            </p:extLst>
          </p:nvPr>
        </p:nvGraphicFramePr>
        <p:xfrm>
          <a:off x="960581" y="1808371"/>
          <a:ext cx="10270837" cy="370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39">
                  <a:extLst>
                    <a:ext uri="{9D8B030D-6E8A-4147-A177-3AD203B41FA5}">
                      <a16:colId xmlns:a16="http://schemas.microsoft.com/office/drawing/2014/main" val="1984197235"/>
                    </a:ext>
                  </a:extLst>
                </a:gridCol>
                <a:gridCol w="7796498">
                  <a:extLst>
                    <a:ext uri="{9D8B030D-6E8A-4147-A177-3AD203B41FA5}">
                      <a16:colId xmlns:a16="http://schemas.microsoft.com/office/drawing/2014/main" val="2026761780"/>
                    </a:ext>
                  </a:extLst>
                </a:gridCol>
              </a:tblGrid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9h30 – 10h30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1h lecture (super boring, full of equations, no intuition)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480067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10h30-11h00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Morning tea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14332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11h00-12h30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R-tutorial: implementing methods in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700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12h30-13h30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Lunch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53314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13h30-15h00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Collaborative tutorial: sequential decision-making under climate change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017433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15h00-16h00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Drop-in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2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669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394DA-6449-75B8-D520-BDBDFF5A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346"/>
            <a:ext cx="10515600" cy="1325563"/>
          </a:xfrm>
        </p:spPr>
        <p:txBody>
          <a:bodyPr/>
          <a:lstStyle/>
          <a:p>
            <a:r>
              <a:rPr lang="en-AU" dirty="0"/>
              <a:t>3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5210D-3188-1466-8153-3701B5D0B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9094"/>
            <a:ext cx="10515600" cy="5285873"/>
          </a:xfrm>
        </p:spPr>
        <p:txBody>
          <a:bodyPr/>
          <a:lstStyle/>
          <a:p>
            <a:r>
              <a:rPr lang="en-AU" dirty="0"/>
              <a:t>Tiger problem (adapted from </a:t>
            </a:r>
            <a:r>
              <a:rPr lang="en-AU" dirty="0" err="1"/>
              <a:t>Chades</a:t>
            </a:r>
            <a:r>
              <a:rPr lang="en-AU" dirty="0"/>
              <a:t> et al., 2008)</a:t>
            </a:r>
          </a:p>
          <a:p>
            <a:pPr lvl="1"/>
            <a:r>
              <a:rPr lang="en-AU" dirty="0"/>
              <a:t>Basic implementation of the techniques using R</a:t>
            </a:r>
          </a:p>
          <a:p>
            <a:endParaRPr lang="en-AU" dirty="0"/>
          </a:p>
          <a:p>
            <a:r>
              <a:rPr lang="en-AU" dirty="0"/>
              <a:t>Wolf culling (adapted from </a:t>
            </a:r>
            <a:r>
              <a:rPr lang="en-AU" dirty="0" err="1"/>
              <a:t>Marescot</a:t>
            </a:r>
            <a:r>
              <a:rPr lang="en-AU" dirty="0"/>
              <a:t> et al., 2013)</a:t>
            </a:r>
          </a:p>
          <a:p>
            <a:pPr lvl="1"/>
            <a:r>
              <a:rPr lang="en-AU" dirty="0"/>
              <a:t>tutorial/03-tutorial wolf </a:t>
            </a:r>
            <a:r>
              <a:rPr lang="en-AU" dirty="0" err="1"/>
              <a:t>culling.R</a:t>
            </a:r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263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1FEE51-16AA-0BAC-49C0-BD1C2905665D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>
                <a:latin typeface="Levenim MT" panose="02010502060101010101" pitchFamily="2" charset="-79"/>
              </a:rPr>
              <a:t>Tiger problem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2921B8-47F5-A6F3-7B85-51542FBAFA32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41E1E2-2D0E-DC2F-1188-39C43B9824BE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10" name="Graphic 9" descr="No sign with solid fill">
            <a:extLst>
              <a:ext uri="{FF2B5EF4-FFF2-40B4-BE49-F238E27FC236}">
                <a16:creationId xmlns:a16="http://schemas.microsoft.com/office/drawing/2014/main" id="{E1258189-B069-D4C5-97A3-83E316720C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11" name="Graphic 10" descr="Open hand with plant with solid fill">
            <a:extLst>
              <a:ext uri="{FF2B5EF4-FFF2-40B4-BE49-F238E27FC236}">
                <a16:creationId xmlns:a16="http://schemas.microsoft.com/office/drawing/2014/main" id="{63840F8D-379F-4050-4222-447B70B14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57334B6-93E1-9389-86F9-73D6FEDF9CCB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248D478-9E83-1E30-D415-193815593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5AD0187-AF45-C24A-BEC4-B6B9BE141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15" name="Graphic 14" descr="Close with solid fill">
              <a:extLst>
                <a:ext uri="{FF2B5EF4-FFF2-40B4-BE49-F238E27FC236}">
                  <a16:creationId xmlns:a16="http://schemas.microsoft.com/office/drawing/2014/main" id="{32B779A4-49F7-15AE-6314-EE880C7BB1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17EBBB6-96E7-E452-F0D0-094D2FC92E68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32140E-EB94-0112-4515-C2869C56D3D0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F4B698-61DB-F665-A38F-F82927757661}"/>
              </a:ext>
            </a:extLst>
          </p:cNvPr>
          <p:cNvSpPr txBox="1"/>
          <p:nvPr/>
        </p:nvSpPr>
        <p:spPr>
          <a:xfrm>
            <a:off x="52188" y="3072309"/>
            <a:ext cx="452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CBD9676-9690-ECF8-BE17-76FED6C21FF4}"/>
              </a:ext>
            </a:extLst>
          </p:cNvPr>
          <p:cNvGrpSpPr/>
          <p:nvPr/>
        </p:nvGrpSpPr>
        <p:grpSpPr>
          <a:xfrm>
            <a:off x="83690" y="3974514"/>
            <a:ext cx="3735854" cy="2350587"/>
            <a:chOff x="83690" y="3974514"/>
            <a:chExt cx="3735854" cy="23505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ECE97A0-6F32-956F-D5C9-82A32980FD8E}"/>
                    </a:ext>
                  </a:extLst>
                </p:cNvPr>
                <p:cNvSpPr txBox="1"/>
                <p:nvPr/>
              </p:nvSpPr>
              <p:spPr>
                <a:xfrm>
                  <a:off x="1033333" y="5091995"/>
                  <a:ext cx="2786211" cy="11290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0.</m:t>
                                  </m:r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ECE97A0-6F32-956F-D5C9-82A32980F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3333" y="5091995"/>
                  <a:ext cx="2786211" cy="112909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" name="Graphic 5" descr="No sign with solid fill">
              <a:extLst>
                <a:ext uri="{FF2B5EF4-FFF2-40B4-BE49-F238E27FC236}">
                  <a16:creationId xmlns:a16="http://schemas.microsoft.com/office/drawing/2014/main" id="{BE4CD9A7-CFEA-3953-F1B4-23718178F1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661" y="3974514"/>
              <a:ext cx="914400" cy="914400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F96341-193D-0797-1F3F-48CED8D4B9B3}"/>
                </a:ext>
              </a:extLst>
            </p:cNvPr>
            <p:cNvGrpSpPr/>
            <p:nvPr/>
          </p:nvGrpSpPr>
          <p:grpSpPr>
            <a:xfrm>
              <a:off x="1360977" y="4448585"/>
              <a:ext cx="2171562" cy="709536"/>
              <a:chOff x="2209619" y="1926966"/>
              <a:chExt cx="2627701" cy="91440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DE6BF09D-48E1-145B-5665-4DCD87EDFB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09619" y="1992860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A80B49E-C410-1CDB-C029-B51928C0D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91357" y="1976994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19" name="Graphic 18" descr="Close with solid fill">
                <a:extLst>
                  <a:ext uri="{FF2B5EF4-FFF2-40B4-BE49-F238E27FC236}">
                    <a16:creationId xmlns:a16="http://schemas.microsoft.com/office/drawing/2014/main" id="{42590BA6-F023-F196-2445-59407326AA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757233" y="1926966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5B29AA2-28C2-D559-D4C0-92FF08FACA5B}"/>
                </a:ext>
              </a:extLst>
            </p:cNvPr>
            <p:cNvGrpSpPr/>
            <p:nvPr/>
          </p:nvGrpSpPr>
          <p:grpSpPr>
            <a:xfrm>
              <a:off x="83690" y="5039315"/>
              <a:ext cx="1046822" cy="1285786"/>
              <a:chOff x="65198" y="4912472"/>
              <a:chExt cx="1046822" cy="1285786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7CE32841-7EB6-1D57-8BBF-A051FCF8BA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0DF07C91-7558-D151-ED39-AC766095C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27" name="Graphic 26" descr="Close with solid fill">
                <a:extLst>
                  <a:ext uri="{FF2B5EF4-FFF2-40B4-BE49-F238E27FC236}">
                    <a16:creationId xmlns:a16="http://schemas.microsoft.com/office/drawing/2014/main" id="{BE6E4456-3200-EB69-1895-0922E2AD32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04D0E80-41AF-6E50-F8C9-D6CB441F0EF6}"/>
              </a:ext>
            </a:extLst>
          </p:cNvPr>
          <p:cNvGrpSpPr/>
          <p:nvPr/>
        </p:nvGrpSpPr>
        <p:grpSpPr>
          <a:xfrm>
            <a:off x="3809719" y="3970397"/>
            <a:ext cx="4014092" cy="2354704"/>
            <a:chOff x="3809719" y="3950179"/>
            <a:chExt cx="4014092" cy="23547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8715FF3-311D-7A24-14D3-DE25DFF19634}"/>
                    </a:ext>
                  </a:extLst>
                </p:cNvPr>
                <p:cNvSpPr txBox="1"/>
                <p:nvPr/>
              </p:nvSpPr>
              <p:spPr>
                <a:xfrm>
                  <a:off x="4722385" y="5086999"/>
                  <a:ext cx="3101426" cy="1026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94</m:t>
                                  </m:r>
                                </m:e>
                                <m:e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0.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8715FF3-311D-7A24-14D3-DE25DFF196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2385" y="5086999"/>
                  <a:ext cx="3101426" cy="102643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" name="Graphic 7" descr="Open hand with plant with solid fill">
              <a:extLst>
                <a:ext uri="{FF2B5EF4-FFF2-40B4-BE49-F238E27FC236}">
                  <a16:creationId xmlns:a16="http://schemas.microsoft.com/office/drawing/2014/main" id="{36FDEAFB-34D4-591A-62FD-2437EAA259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97713" y="3950179"/>
              <a:ext cx="914400" cy="9144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93AAB99-CF9B-4CC5-6BAE-98C633E850BE}"/>
                </a:ext>
              </a:extLst>
            </p:cNvPr>
            <p:cNvGrpSpPr/>
            <p:nvPr/>
          </p:nvGrpSpPr>
          <p:grpSpPr>
            <a:xfrm>
              <a:off x="5034434" y="4448585"/>
              <a:ext cx="2171562" cy="709536"/>
              <a:chOff x="2209619" y="1926966"/>
              <a:chExt cx="2627701" cy="914400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49640D0F-6339-DBDC-A8F3-1E7A57E479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09619" y="1992860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FCC2097E-C6FB-8D23-8060-7F177788FF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91357" y="1976994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23" name="Graphic 22" descr="Close with solid fill">
                <a:extLst>
                  <a:ext uri="{FF2B5EF4-FFF2-40B4-BE49-F238E27FC236}">
                    <a16:creationId xmlns:a16="http://schemas.microsoft.com/office/drawing/2014/main" id="{71160C79-4A0E-C8A7-F818-7985B67CE1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757233" y="1926966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2908DAC-A024-9E5F-F5EA-0ADB00C37E5A}"/>
                </a:ext>
              </a:extLst>
            </p:cNvPr>
            <p:cNvGrpSpPr/>
            <p:nvPr/>
          </p:nvGrpSpPr>
          <p:grpSpPr>
            <a:xfrm>
              <a:off x="3809719" y="5019097"/>
              <a:ext cx="1046822" cy="1285786"/>
              <a:chOff x="65198" y="4912472"/>
              <a:chExt cx="1046822" cy="1285786"/>
            </a:xfrm>
          </p:grpSpPr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38AC03DA-7C33-7486-5450-4C3ACCE2C1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A014984-92CA-2A49-06AC-568370EB0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31" name="Graphic 30" descr="Close with solid fill">
                <a:extLst>
                  <a:ext uri="{FF2B5EF4-FFF2-40B4-BE49-F238E27FC236}">
                    <a16:creationId xmlns:a16="http://schemas.microsoft.com/office/drawing/2014/main" id="{BB7542EB-7F41-095B-A80B-D7DE376C24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DF71E75-19A7-BF41-860A-6F29D2343156}"/>
              </a:ext>
            </a:extLst>
          </p:cNvPr>
          <p:cNvCxnSpPr/>
          <p:nvPr/>
        </p:nvCxnSpPr>
        <p:spPr>
          <a:xfrm>
            <a:off x="3749120" y="4074694"/>
            <a:ext cx="0" cy="27833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0E3B3D0-CC99-053D-B47D-BC5DCC93F138}"/>
              </a:ext>
            </a:extLst>
          </p:cNvPr>
          <p:cNvCxnSpPr>
            <a:cxnSpLocks/>
          </p:cNvCxnSpPr>
          <p:nvPr/>
        </p:nvCxnSpPr>
        <p:spPr>
          <a:xfrm>
            <a:off x="7722663" y="3072309"/>
            <a:ext cx="20944" cy="37652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8C2C4C9-EAE6-0A6B-DF68-7ACE48862DC1}"/>
              </a:ext>
            </a:extLst>
          </p:cNvPr>
          <p:cNvSpPr txBox="1"/>
          <p:nvPr/>
        </p:nvSpPr>
        <p:spPr>
          <a:xfrm>
            <a:off x="7823811" y="3072309"/>
            <a:ext cx="32391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Reward function: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A8CB245-714D-B3D1-C3F9-4655BC9E0746}"/>
              </a:ext>
            </a:extLst>
          </p:cNvPr>
          <p:cNvGrpSpPr/>
          <p:nvPr/>
        </p:nvGrpSpPr>
        <p:grpSpPr>
          <a:xfrm>
            <a:off x="7955512" y="4254356"/>
            <a:ext cx="4235667" cy="2070745"/>
            <a:chOff x="8058221" y="3704179"/>
            <a:chExt cx="4235667" cy="20707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B79CC72B-9C4A-400F-B435-B28040CE91C6}"/>
                    </a:ext>
                  </a:extLst>
                </p:cNvPr>
                <p:cNvSpPr txBox="1"/>
                <p:nvPr/>
              </p:nvSpPr>
              <p:spPr>
                <a:xfrm>
                  <a:off x="8982725" y="4555781"/>
                  <a:ext cx="3311163" cy="11290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1−0.1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−0.1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B79CC72B-9C4A-400F-B435-B28040CE91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2725" y="4555781"/>
                  <a:ext cx="3311163" cy="112909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0" name="Graphic 49" descr="Open hand with plant with solid fill">
              <a:extLst>
                <a:ext uri="{FF2B5EF4-FFF2-40B4-BE49-F238E27FC236}">
                  <a16:creationId xmlns:a16="http://schemas.microsoft.com/office/drawing/2014/main" id="{5CFEFF28-5337-949D-07CD-41153F07BE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90941" y="3704179"/>
              <a:ext cx="914400" cy="914400"/>
            </a:xfrm>
            <a:prstGeom prst="rect">
              <a:avLst/>
            </a:prstGeom>
          </p:spPr>
        </p:pic>
        <p:pic>
          <p:nvPicPr>
            <p:cNvPr id="52" name="Graphic 51" descr="No sign with solid fill">
              <a:extLst>
                <a:ext uri="{FF2B5EF4-FFF2-40B4-BE49-F238E27FC236}">
                  <a16:creationId xmlns:a16="http://schemas.microsoft.com/office/drawing/2014/main" id="{FB3C0452-1825-E5A8-406D-1485F5C45C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048989" y="3711657"/>
              <a:ext cx="914400" cy="914400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C6B6834-59B2-C312-BC31-62417D67C863}"/>
                </a:ext>
              </a:extLst>
            </p:cNvPr>
            <p:cNvGrpSpPr/>
            <p:nvPr/>
          </p:nvGrpSpPr>
          <p:grpSpPr>
            <a:xfrm>
              <a:off x="8058221" y="4489138"/>
              <a:ext cx="1046822" cy="1285786"/>
              <a:chOff x="65198" y="4912472"/>
              <a:chExt cx="1046822" cy="1285786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C979E8E0-4D44-2F84-3515-A2A660049E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A328818E-B66A-EC6B-1A1E-C6323FDDCC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6BE7015A-7F0D-ADBE-7ECF-6B3B2EE4B4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07437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32" grpId="0"/>
      <p:bldP spid="33" grpId="0"/>
      <p:bldP spid="4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42879-F99D-24A7-E4F1-FC43574F0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A77A4E-3FEB-3CD5-0B32-A9A300FB8007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3B2F3AC-8356-C6EB-C287-9DE7EB333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1218353"/>
            <a:ext cx="11082528" cy="3686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914640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D29B3-08DB-96CF-4008-AD09F8D6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61BC356-9741-488B-5A1F-D021C9ED279B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2121D8A-3F10-4AB2-F652-7E0D1CBF4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590" y="1076690"/>
            <a:ext cx="8052816" cy="26786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E2A869-A6C1-9F03-24B6-4C7C26A9E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3796" y="3883386"/>
            <a:ext cx="4464405" cy="297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048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25A6-DDE2-13DF-354A-B37284C67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796367-D675-7E57-AA42-72BB5ECFAACC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10" name="Picture 9" descr="12 Easy Wolf Drawing Ideas">
            <a:extLst>
              <a:ext uri="{FF2B5EF4-FFF2-40B4-BE49-F238E27FC236}">
                <a16:creationId xmlns:a16="http://schemas.microsoft.com/office/drawing/2014/main" id="{5594A4FF-1D01-A884-7565-06CA8F8A3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82709E2-81D5-A052-2411-7F052811E1B4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7027192-B734-6BB7-4157-BA8E3D35451C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135D49D-03A3-3454-EF1C-DB3DA475864B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68ADB25-BF07-DE02-2080-77F38D9FD50B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313AD32-2A44-3287-7C43-195C92776781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E35733BA-9AC0-34B8-C41E-38A38B1F7C8C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ACBFBB2-90F0-C9C4-A1B0-30931B6CEDD0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85AD89-2097-F3DD-36A3-C70CDB77E48C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3DDBE13-3BB4-9844-5171-CDD30DE16BE4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F10A917-4A22-1ADF-4A43-831FEF2EEB5B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03917CA-EFB0-3F90-93BC-F260830938A2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E416333-6C10-A5AD-2615-85AA53C91E6B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D3C513D-B2CB-400E-07B0-D566E23EE9E1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AB93307-0ADF-DA9C-A32C-E542B6D56428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4494B2D-5214-B577-0E3E-BD214BF1166E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7EAD43E-1F9D-4C9F-7687-00C7B8FD9833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9EEF23-ACA5-5435-8A42-E7C0F8DD185F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7543E68-82A7-68C8-7871-06984524C3EA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FC7681FF-BB2D-4176-8256-B8695C031E5C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B7CDEDD-1566-72A9-8BF4-7C3FCFC98B03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8763A4-01F1-9165-AB4B-DB72E31D11CA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42BE4DA-89B9-FF49-0983-1E80BEB878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7A4DEDF-7840-C816-CDC1-9725BE020703}"/>
                  </a:ext>
                </a:extLst>
              </p:cNvPr>
              <p:cNvSpPr txBox="1"/>
              <p:nvPr/>
            </p:nvSpPr>
            <p:spPr>
              <a:xfrm>
                <a:off x="2731499" y="1293191"/>
                <a:ext cx="728071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Levenim MT" panose="02010502060101010101" pitchFamily="2" charset="-79"/>
                  </a:rPr>
                  <a:t>Every year, the wolf population increases by a factor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latin typeface="Levenim MT" panose="02010502060101010101" pitchFamily="2" charset="-79"/>
                  </a:rPr>
                  <a:t>=1.25 with some stochasticity: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𝑃𝑜𝑖𝑠𝑠𝑜𝑛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latin typeface="Levenim MT" panose="02010502060101010101" pitchFamily="2" charset="-79"/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7A4DEDF-7840-C816-CDC1-9725BE020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1499" y="1293191"/>
                <a:ext cx="7280713" cy="1200329"/>
              </a:xfrm>
              <a:prstGeom prst="rect">
                <a:avLst/>
              </a:prstGeom>
              <a:blipFill>
                <a:blip r:embed="rId4"/>
                <a:stretch>
                  <a:fillRect l="-1256" t="-4061" b="-4569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Oval 77">
            <a:extLst>
              <a:ext uri="{FF2B5EF4-FFF2-40B4-BE49-F238E27FC236}">
                <a16:creationId xmlns:a16="http://schemas.microsoft.com/office/drawing/2014/main" id="{7254D0EA-F6C0-B0B1-0831-F4C443492674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4401B7D-25D5-DE07-738B-E5A8DBCF774A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7B391B43-3975-4870-F3F3-6639BAEAA545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5E4BD5BB-9FC3-378F-3402-97D4473F353C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4F884E9-DA7F-138F-1399-798576926EA4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33578CC-6AD5-27B4-4810-984AB2FBF097}"/>
              </a:ext>
            </a:extLst>
          </p:cNvPr>
          <p:cNvSpPr/>
          <p:nvPr/>
        </p:nvSpPr>
        <p:spPr>
          <a:xfrm>
            <a:off x="8765753" y="254685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939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78" grpId="0" animBg="1"/>
      <p:bldP spid="80" grpId="0" animBg="1"/>
      <p:bldP spid="82" grpId="0" animBg="1"/>
      <p:bldP spid="84" grpId="0" animBg="1"/>
      <p:bldP spid="86" grpId="0" animBg="1"/>
      <p:bldP spid="8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C4125-7CEB-D20B-BC7A-9F207546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793D111-4C2A-410E-B930-1EF96FAABBF2}"/>
              </a:ext>
            </a:extLst>
          </p:cNvPr>
          <p:cNvSpPr/>
          <p:nvPr/>
        </p:nvSpPr>
        <p:spPr>
          <a:xfrm>
            <a:off x="2309731" y="2997297"/>
            <a:ext cx="7369978" cy="18101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Levenim MT" panose="02010502060101010101" pitchFamily="2" charset="-79"/>
              </a:rPr>
              <a:t>Just right</a:t>
            </a:r>
            <a:endParaRPr lang="en-AU" sz="2400" dirty="0">
              <a:solidFill>
                <a:schemeClr val="tx1"/>
              </a:solidFill>
              <a:latin typeface="Levenim MT" panose="02010502060101010101" pitchFamily="2" charset="-79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7CDC7A9-102D-742D-6743-C78EE086FD15}"/>
              </a:ext>
            </a:extLst>
          </p:cNvPr>
          <p:cNvSpPr/>
          <p:nvPr/>
        </p:nvSpPr>
        <p:spPr>
          <a:xfrm>
            <a:off x="2309731" y="4808550"/>
            <a:ext cx="7369978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Not enough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472A286-ACC3-9B52-9DF7-64D1C18EC6EE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8CC7A3-0198-183C-B4D7-7722575C45EC}"/>
              </a:ext>
            </a:extLst>
          </p:cNvPr>
          <p:cNvSpPr/>
          <p:nvPr/>
        </p:nvSpPr>
        <p:spPr>
          <a:xfrm>
            <a:off x="1453896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CAA4035-C183-E2B9-8F15-FDB740977224}"/>
              </a:ext>
            </a:extLst>
          </p:cNvPr>
          <p:cNvSpPr/>
          <p:nvPr/>
        </p:nvSpPr>
        <p:spPr>
          <a:xfrm>
            <a:off x="2302952" y="2026920"/>
            <a:ext cx="7376362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Too many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pic>
        <p:nvPicPr>
          <p:cNvPr id="22" name="Picture 21" descr="12 Easy Wolf Drawing Ideas">
            <a:extLst>
              <a:ext uri="{FF2B5EF4-FFF2-40B4-BE49-F238E27FC236}">
                <a16:creationId xmlns:a16="http://schemas.microsoft.com/office/drawing/2014/main" id="{C4A30031-866A-EE60-BD14-B6BE7BA9E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1B62835-370D-F370-F07C-4E93A246154F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2A5888-2A86-38D0-7D65-63140BECB2D5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D847910-8985-956E-DF97-30BC0343DB40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C10F215-79A5-6FD9-86EC-6A9AB7945121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D04103-9EB6-2D22-4DF7-5315C38D1D8A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F0BD21-F872-A433-E8D9-A245B0B5B70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3D31C9-BEF3-7AD6-E4DA-AA3247DC8539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E37818E-A783-01BA-46D2-6F6FAD1C2F2B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A782916-4307-43EA-32AA-62BCE6999D77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121C08A-0FD8-0700-5D06-B31552A75682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A1D8AD-E1E7-BD7D-F1AE-D5F4AABA7E08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239A7A-3C42-9B98-A4A3-0E8C91EE8CBD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CEAA8E-AAC4-60A0-E5DB-2EDE19251F58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80856B-2740-C31E-F97E-80FBAACC220D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529FBF7-A44C-323E-8723-B450A87EAA17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5C59A7-02DD-D370-8F66-ECD40267C304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43124AE-7BCB-00AA-3BE3-632F3E150F7D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139193F-2B7E-23B8-24F1-B411BD8E91F3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18FB3C2-A71A-7756-3C6B-46F077E316DD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DEAB249-C12E-440B-8AAA-B6D0961900B2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16D11CB-9CF4-90E5-5B6E-561549F04F65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7D88619-5B7A-E0A7-ACD1-FEC8AAD237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Oval 60">
            <a:extLst>
              <a:ext uri="{FF2B5EF4-FFF2-40B4-BE49-F238E27FC236}">
                <a16:creationId xmlns:a16="http://schemas.microsoft.com/office/drawing/2014/main" id="{5D543992-86E1-0626-A0AF-CEF04728827B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EA80BA7-D52D-7E0A-92A5-ABF7F7F23B0B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6BE12A1-79EF-C5F0-21F2-357B3C42237B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E5D1F1D-F1EC-5E04-CF75-4DAEFFEF333F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A0DBE06-E354-5F0C-9074-D0C8708C1E37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F4ABC3A-6638-59D9-6560-6169F82B6BB1}"/>
              </a:ext>
            </a:extLst>
          </p:cNvPr>
          <p:cNvSpPr/>
          <p:nvPr/>
        </p:nvSpPr>
        <p:spPr>
          <a:xfrm>
            <a:off x="8765753" y="254685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5768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8" grpId="0" animBg="1"/>
      <p:bldP spid="6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6B8F2-143B-4A69-00A3-6E380EAC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5FF8DE2-899A-CD90-CEC9-D4B41E6F8139}"/>
              </a:ext>
            </a:extLst>
          </p:cNvPr>
          <p:cNvSpPr/>
          <p:nvPr/>
        </p:nvSpPr>
        <p:spPr>
          <a:xfrm>
            <a:off x="2309731" y="2997297"/>
            <a:ext cx="7369978" cy="18101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Levenim MT" panose="02010502060101010101" pitchFamily="2" charset="-79"/>
              </a:rPr>
              <a:t>Just right</a:t>
            </a:r>
            <a:endParaRPr lang="en-AU" sz="2400" dirty="0">
              <a:solidFill>
                <a:schemeClr val="tx1"/>
              </a:solidFill>
              <a:latin typeface="Levenim MT" panose="02010502060101010101" pitchFamily="2" charset="-79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796DDF8-B635-5D3C-308F-7B5B12FDC800}"/>
              </a:ext>
            </a:extLst>
          </p:cNvPr>
          <p:cNvSpPr/>
          <p:nvPr/>
        </p:nvSpPr>
        <p:spPr>
          <a:xfrm>
            <a:off x="2309731" y="4808550"/>
            <a:ext cx="7369978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Not enough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1083E85-C1DA-0956-158B-C50ACAD52669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7FF700-06A0-F8C8-388B-FB71F69F2ADD}"/>
              </a:ext>
            </a:extLst>
          </p:cNvPr>
          <p:cNvSpPr/>
          <p:nvPr/>
        </p:nvSpPr>
        <p:spPr>
          <a:xfrm>
            <a:off x="1453896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5CECC69-4C98-95B1-8EE2-71DC1F1E2E81}"/>
              </a:ext>
            </a:extLst>
          </p:cNvPr>
          <p:cNvSpPr/>
          <p:nvPr/>
        </p:nvSpPr>
        <p:spPr>
          <a:xfrm>
            <a:off x="2302952" y="2026920"/>
            <a:ext cx="7376362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Too many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pic>
        <p:nvPicPr>
          <p:cNvPr id="22" name="Picture 21" descr="12 Easy Wolf Drawing Ideas">
            <a:extLst>
              <a:ext uri="{FF2B5EF4-FFF2-40B4-BE49-F238E27FC236}">
                <a16:creationId xmlns:a16="http://schemas.microsoft.com/office/drawing/2014/main" id="{600FC1B8-FB80-FE66-2C13-5DF648195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1443ED2-1002-8DC5-6C06-4DF367185C3E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BE0EED-5857-33F4-6E1B-75D6390B9461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C0D204B-7C17-BF6A-5112-4EB03A9A6CC6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A8CAF7B-8B40-CF1F-3696-905EE34E458F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14CE46A-2218-BDCA-F3B4-1C8C2E4B727E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B215A5-974C-7861-0BF9-2C291F333C65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2A7264-2302-0489-C092-A5B2EE4650A2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E1FE49-3387-4C80-DCC5-3FCF79853082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B70D4C-6B68-D37E-C175-1D0BF862C28A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FB41CB3-1A98-6523-8947-AF854E34DEFB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D6EAC6-36EB-C81A-64F8-63AFC7F81D89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FAD4335-D7D2-4E24-0E94-56E54BC4D8E4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12C4E5A-3329-E731-CA91-751B05FDA44B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13A415D-728D-C2AA-C573-DE8B2C722C7E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B009AA1-1204-6F99-9F65-08F6CA9DBB4B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5FAAF4-5A3E-7BC0-81A2-07C7CCC15C5F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E4BE3F-ED1F-A462-2D6D-CF6FD433F81E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5136B43-3454-1B96-1D2B-E8CAFACB8F8B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8AD27D4A-438A-E55D-05B3-0A61F6709679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9A98D3-8483-E330-6A38-A006AA355A89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24AE9FB-3219-D4B2-05F6-D81743C24F98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CFA8DB1-5983-C53F-F85B-743C2313CD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Oval 60">
            <a:extLst>
              <a:ext uri="{FF2B5EF4-FFF2-40B4-BE49-F238E27FC236}">
                <a16:creationId xmlns:a16="http://schemas.microsoft.com/office/drawing/2014/main" id="{20109AAA-EA24-FDE5-8EBA-F6677D4F2FD5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724E76D-E9CE-F811-FFCF-CC2C4D62F119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7CDAE78-0258-3B28-7C7B-785D13F9947A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D41E323-F992-3BF7-4C32-1ADE3FDD53F3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3EEE1791-BA30-49D0-F5E6-8606BFF81578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CFAF25B-EE76-3E6E-5DC5-4A20869D6CA3}"/>
              </a:ext>
            </a:extLst>
          </p:cNvPr>
          <p:cNvSpPr/>
          <p:nvPr/>
        </p:nvSpPr>
        <p:spPr>
          <a:xfrm>
            <a:off x="8765753" y="327651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8665CE-1832-423E-84E1-FAC6B13D5527}"/>
              </a:ext>
            </a:extLst>
          </p:cNvPr>
          <p:cNvSpPr txBox="1"/>
          <p:nvPr/>
        </p:nvSpPr>
        <p:spPr>
          <a:xfrm>
            <a:off x="7556309" y="2393742"/>
            <a:ext cx="1440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Culling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8DAB133-58EE-8E42-8A47-9B208F1C0AEF}"/>
              </a:ext>
            </a:extLst>
          </p:cNvPr>
          <p:cNvCxnSpPr/>
          <p:nvPr/>
        </p:nvCxnSpPr>
        <p:spPr>
          <a:xfrm>
            <a:off x="8881184" y="2512108"/>
            <a:ext cx="0" cy="7644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4061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B699-424A-4BA0-325C-E4F2C04A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199349-A22D-C022-40AB-2A2448712DCE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F397ED-56C8-D225-4092-C7C8DD5BB590}"/>
              </a:ext>
            </a:extLst>
          </p:cNvPr>
          <p:cNvSpPr/>
          <p:nvPr/>
        </p:nvSpPr>
        <p:spPr>
          <a:xfrm>
            <a:off x="1959580" y="2206748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649E2A8-FD53-8FB0-3306-69E75E60AD9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2206748"/>
            <a:ext cx="10515599" cy="3505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Benefits:</a:t>
            </a:r>
          </a:p>
          <a:p>
            <a:pPr lvl="1"/>
            <a:r>
              <a:rPr lang="en-AU" dirty="0">
                <a:latin typeface="Levenim MT" panose="02010502060101010101" pitchFamily="2" charset="-79"/>
              </a:rPr>
              <a:t>1 point per wolf</a:t>
            </a:r>
            <a:endParaRPr lang="en-AU" dirty="0"/>
          </a:p>
          <a:p>
            <a:r>
              <a:rPr lang="en-AU" dirty="0"/>
              <a:t>Costs:</a:t>
            </a:r>
          </a:p>
          <a:p>
            <a:pPr lvl="1"/>
            <a:r>
              <a:rPr lang="en-AU" dirty="0">
                <a:latin typeface="Levenim MT" panose="02010502060101010101" pitchFamily="2" charset="-79"/>
              </a:rPr>
              <a:t>If the number of wolves &gt; 200: we get 0 benefits</a:t>
            </a:r>
          </a:p>
          <a:p>
            <a:pPr lvl="1"/>
            <a:r>
              <a:rPr lang="en-AU" dirty="0"/>
              <a:t>If the number of wolves &lt; 50: we get 0 benefits</a:t>
            </a:r>
            <a:endParaRPr lang="en-AU" dirty="0">
              <a:latin typeface="Levenim MT" panose="02010502060101010101" pitchFamily="2" charset="-79"/>
            </a:endParaRPr>
          </a:p>
          <a:p>
            <a:pPr lvl="1"/>
            <a:r>
              <a:rPr lang="en-AU" dirty="0"/>
              <a:t>Culling costs 1 point per wolf</a:t>
            </a:r>
          </a:p>
          <a:p>
            <a:pPr lvl="1"/>
            <a:endParaRPr lang="en-AU" dirty="0">
              <a:latin typeface="Levenim MT" panose="02010502060101010101" pitchFamily="2" charset="-79"/>
            </a:endParaRPr>
          </a:p>
          <a:p>
            <a:r>
              <a:rPr lang="en-AU" dirty="0"/>
              <a:t>What is the best culling strategy over 50 years?</a:t>
            </a:r>
          </a:p>
        </p:txBody>
      </p:sp>
    </p:spTree>
    <p:extLst>
      <p:ext uri="{BB962C8B-B14F-4D97-AF65-F5344CB8AC3E}">
        <p14:creationId xmlns:p14="http://schemas.microsoft.com/office/powerpoint/2010/main" val="104346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51459-1421-2D5C-911E-C356FF21C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4C5CB-02D5-1E3B-FD28-8EBE64D09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0B877-6266-4EFA-636D-998040C31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Objective: maximize cumulative rewards over a 50-year period</a:t>
            </a:r>
          </a:p>
          <a:p>
            <a:endParaRPr lang="en-US" dirty="0"/>
          </a:p>
          <a:p>
            <a:r>
              <a:rPr lang="en-AU" dirty="0"/>
              <a:t>States: Number of wolves e.g. 0,1,…,201</a:t>
            </a:r>
          </a:p>
          <a:p>
            <a:endParaRPr lang="en-AU" dirty="0"/>
          </a:p>
          <a:p>
            <a:r>
              <a:rPr lang="en-AU" dirty="0"/>
              <a:t>Actions: Rate of wolf culling e.g. 0, 0.01, …, 1</a:t>
            </a:r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63CF5A2-ED7C-6E31-7B01-7739A8705D31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13401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937C5-3495-09A8-A66F-91EA28621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069" y="2089507"/>
            <a:ext cx="7684332" cy="450510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3629469-6D21-49E8-7C9B-B337F4D1210D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7D8804-3770-D449-272C-CED2D51CA1D6}"/>
                  </a:ext>
                </a:extLst>
              </p:cNvPr>
              <p:cNvSpPr txBox="1"/>
              <p:nvPr/>
            </p:nvSpPr>
            <p:spPr>
              <a:xfrm>
                <a:off x="4267685" y="2237381"/>
                <a:ext cx="969496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AU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7D8804-3770-D449-272C-CED2D51CA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685" y="2237381"/>
                <a:ext cx="969496" cy="276999"/>
              </a:xfrm>
              <a:prstGeom prst="rect">
                <a:avLst/>
              </a:prstGeom>
              <a:blipFill>
                <a:blip r:embed="rId3"/>
                <a:stretch>
                  <a:fillRect l="-4969" r="-5590" b="-1276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6ECAA04-0D8B-E25E-7A96-091AD2112ABF}"/>
                  </a:ext>
                </a:extLst>
              </p:cNvPr>
              <p:cNvSpPr txBox="1"/>
              <p:nvPr/>
            </p:nvSpPr>
            <p:spPr>
              <a:xfrm>
                <a:off x="5966690" y="1812508"/>
                <a:ext cx="1089722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4848FF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b="0" i="1" smtClean="0">
                          <a:solidFill>
                            <a:srgbClr val="4848FF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AU" dirty="0">
                  <a:solidFill>
                    <a:srgbClr val="4848FF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6ECAA04-0D8B-E25E-7A96-091AD2112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690" y="1812508"/>
                <a:ext cx="1089722" cy="276999"/>
              </a:xfrm>
              <a:prstGeom prst="rect">
                <a:avLst/>
              </a:prstGeom>
              <a:blipFill>
                <a:blip r:embed="rId4"/>
                <a:stretch>
                  <a:fillRect l="-4420" r="-4972" b="-1041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9791249-CBFB-5DDD-BD93-49D393A74808}"/>
              </a:ext>
            </a:extLst>
          </p:cNvPr>
          <p:cNvSpPr txBox="1"/>
          <p:nvPr/>
        </p:nvSpPr>
        <p:spPr>
          <a:xfrm>
            <a:off x="1043709" y="1574454"/>
            <a:ext cx="355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Building the transition function</a:t>
            </a:r>
            <a:endParaRPr lang="en-AU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92450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CD03-05E9-6FBD-1AB6-02E50835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2E634EB-8EDE-107F-2D67-EE592758586F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033C-8FAC-1A73-7C7F-3B1835E32D0A}"/>
              </a:ext>
            </a:extLst>
          </p:cNvPr>
          <p:cNvSpPr txBox="1"/>
          <p:nvPr/>
        </p:nvSpPr>
        <p:spPr>
          <a:xfrm>
            <a:off x="1043709" y="1574454"/>
            <a:ext cx="355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Building </a:t>
            </a:r>
            <a:r>
              <a:rPr lang="en-US">
                <a:latin typeface="Levenim MT" panose="02010502060101010101" pitchFamily="2" charset="-79"/>
                <a:cs typeface="Levenim MT" panose="02010502060101010101" pitchFamily="2" charset="-79"/>
              </a:rPr>
              <a:t>the reward </a:t>
            </a:r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function</a:t>
            </a:r>
            <a:endParaRPr lang="en-AU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229BAD-8313-0756-76E4-EBE1E1453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362" y="2081332"/>
            <a:ext cx="6460785" cy="477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694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2358</TotalTime>
  <Words>312</Words>
  <Application>Microsoft Office PowerPoint</Application>
  <PresentationFormat>Widescreen</PresentationFormat>
  <Paragraphs>99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Cambria Math</vt:lpstr>
      <vt:lpstr>Levenim MT</vt:lpstr>
      <vt:lpstr>Office Theme</vt:lpstr>
      <vt:lpstr>PowerPoint Presentation</vt:lpstr>
      <vt:lpstr>PowerPoint Presentation</vt:lpstr>
      <vt:lpstr>3 examples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2026-09-23T06:19:56Z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