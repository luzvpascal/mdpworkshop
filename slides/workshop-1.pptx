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21" r:id="rId2"/>
    <p:sldId id="439" r:id="rId3"/>
    <p:sldId id="441" r:id="rId4"/>
    <p:sldId id="430" r:id="rId5"/>
    <p:sldId id="44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764A71"/>
    <a:srgbClr val="3B7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8CF9ED-2619-4CA2-85BA-81DCBC2418A5}" v="1" dt="2026-09-23T01:33:22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8" autoAdjust="0"/>
    <p:restoredTop sz="94186" autoAdjust="0"/>
  </p:normalViewPr>
  <p:slideViewPr>
    <p:cSldViewPr snapToGrid="0">
      <p:cViewPr varScale="1">
        <p:scale>
          <a:sx n="119" d="100"/>
          <a:sy n="119" d="100"/>
        </p:scale>
        <p:origin x="4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 Pascal" userId="7fa5ceab-0349-4458-880b-7c4b9ec82b0a" providerId="ADAL" clId="{A49E9F3A-B52D-461E-ABF6-58A75CE30F76}"/>
    <pc:docChg chg="undo custSel addSld delSld modSld sldOrd">
      <pc:chgData name="Luz Pascal" userId="7fa5ceab-0349-4458-880b-7c4b9ec82b0a" providerId="ADAL" clId="{A49E9F3A-B52D-461E-ABF6-58A75CE30F76}" dt="2026-09-23T01:48:44.801" v="15455" actId="20577"/>
      <pc:docMkLst>
        <pc:docMk/>
      </pc:docMkLst>
      <pc:sldChg chg="delSp modSp del mod modShow">
        <pc:chgData name="Luz Pascal" userId="7fa5ceab-0349-4458-880b-7c4b9ec82b0a" providerId="ADAL" clId="{A49E9F3A-B52D-461E-ABF6-58A75CE30F76}" dt="2026-09-22T02:17:25.041" v="15004" actId="47"/>
        <pc:sldMkLst>
          <pc:docMk/>
          <pc:sldMk cId="4030720380" sldId="288"/>
        </pc:sldMkLst>
      </pc:sldChg>
      <pc:sldChg chg="addSp delSp modSp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1010126411" sldId="292"/>
        </pc:sldMkLst>
      </pc:sldChg>
      <pc:sldChg chg="delSp modSp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75272841" sldId="293"/>
        </pc:sldMkLst>
      </pc:sldChg>
      <pc:sldChg chg="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365621564" sldId="294"/>
        </pc:sldMkLst>
      </pc:sldChg>
      <pc:sldChg chg="addSp 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496636655" sldId="304"/>
        </pc:sldMkLst>
      </pc:sldChg>
      <pc:sldChg chg="delSp modSp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2201677185" sldId="305"/>
        </pc:sldMkLst>
      </pc:sldChg>
      <pc:sldChg chg="addSp delSp modSp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1380124307" sldId="306"/>
        </pc:sldMkLst>
      </pc:sldChg>
      <pc:sldChg chg="addSp delSp modSp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3733252146" sldId="307"/>
        </pc:sldMkLst>
      </pc:sldChg>
      <pc:sldChg chg="addSp delSp modSp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142202943" sldId="308"/>
        </pc:sldMkLst>
      </pc:sldChg>
      <pc:sldChg chg="addSp delSp modSp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2581446740" sldId="309"/>
        </pc:sldMkLst>
      </pc:sldChg>
      <pc:sldChg chg="addSp 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999666076" sldId="310"/>
        </pc:sldMkLst>
      </pc:sldChg>
      <pc:sldChg chg="add del mod ord modShow">
        <pc:chgData name="Luz Pascal" userId="7fa5ceab-0349-4458-880b-7c4b9ec82b0a" providerId="ADAL" clId="{A49E9F3A-B52D-461E-ABF6-58A75CE30F76}" dt="2026-09-22T02:17:25.041" v="15004" actId="47"/>
        <pc:sldMkLst>
          <pc:docMk/>
          <pc:sldMk cId="1097121906" sldId="315"/>
        </pc:sldMkLst>
      </pc:sldChg>
      <pc:sldChg chg="modSp add del mod ord">
        <pc:chgData name="Luz Pascal" userId="7fa5ceab-0349-4458-880b-7c4b9ec82b0a" providerId="ADAL" clId="{A49E9F3A-B52D-461E-ABF6-58A75CE30F76}" dt="2026-09-22T02:17:25.041" v="15004" actId="47"/>
        <pc:sldMkLst>
          <pc:docMk/>
          <pc:sldMk cId="1548624755" sldId="316"/>
        </pc:sldMkLst>
      </pc:sldChg>
      <pc:sldChg chg="modSp add del">
        <pc:chgData name="Luz Pascal" userId="7fa5ceab-0349-4458-880b-7c4b9ec82b0a" providerId="ADAL" clId="{A49E9F3A-B52D-461E-ABF6-58A75CE30F76}" dt="2026-09-22T02:17:25.041" v="15004" actId="47"/>
        <pc:sldMkLst>
          <pc:docMk/>
          <pc:sldMk cId="1145409891" sldId="318"/>
        </pc:sldMkLst>
      </pc:sldChg>
      <pc:sldChg chg="del">
        <pc:chgData name="Luz Pascal" userId="7fa5ceab-0349-4458-880b-7c4b9ec82b0a" providerId="ADAL" clId="{A49E9F3A-B52D-461E-ABF6-58A75CE30F76}" dt="2026-09-22T02:17:25.041" v="15004" actId="47"/>
        <pc:sldMkLst>
          <pc:docMk/>
          <pc:sldMk cId="3728036320" sldId="319"/>
        </pc:sldMkLst>
      </pc:sldChg>
      <pc:sldChg chg="modSp add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24126592" sldId="320"/>
        </pc:sldMkLst>
      </pc:sldChg>
      <pc:sldChg chg="addSp delSp modSp mod modTransition modClrScheme chgLayout">
        <pc:chgData name="Luz Pascal" userId="7fa5ceab-0349-4458-880b-7c4b9ec82b0a" providerId="ADAL" clId="{A49E9F3A-B52D-461E-ABF6-58A75CE30F76}" dt="2026-09-23T01:28:44.101" v="15080" actId="1036"/>
        <pc:sldMkLst>
          <pc:docMk/>
          <pc:sldMk cId="1190953413" sldId="321"/>
        </pc:sldMkLst>
        <pc:spChg chg="add mod ord">
          <ac:chgData name="Luz Pascal" userId="7fa5ceab-0349-4458-880b-7c4b9ec82b0a" providerId="ADAL" clId="{A49E9F3A-B52D-461E-ABF6-58A75CE30F76}" dt="2026-09-23T01:28:44.101" v="15080" actId="1036"/>
          <ac:spMkLst>
            <pc:docMk/>
            <pc:sldMk cId="1190953413" sldId="321"/>
            <ac:spMk id="3" creationId="{1B7175F8-FA29-2A3B-8DB7-2C8DD6BA0D67}"/>
          </ac:spMkLst>
        </pc:spChg>
        <pc:spChg chg="add mod">
          <ac:chgData name="Luz Pascal" userId="7fa5ceab-0349-4458-880b-7c4b9ec82b0a" providerId="ADAL" clId="{A49E9F3A-B52D-461E-ABF6-58A75CE30F76}" dt="2026-09-23T01:28:36.151" v="15049" actId="20577"/>
          <ac:spMkLst>
            <pc:docMk/>
            <pc:sldMk cId="1190953413" sldId="321"/>
            <ac:spMk id="7" creationId="{9F478DD5-672C-1923-B92C-7D25924EE4CD}"/>
          </ac:spMkLst>
        </pc:spChg>
      </pc:sldChg>
      <pc:sldChg chg="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170057562" sldId="322"/>
        </pc:sldMkLst>
      </pc:sldChg>
      <pc:sldChg chg="addSp delSp modSp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1475820316" sldId="328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343260496" sldId="344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13715187" sldId="345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854837354" sldId="346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897094259" sldId="347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712241841" sldId="348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751091958" sldId="349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629831884" sldId="350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52943743" sldId="351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244902258" sldId="352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64802829" sldId="353"/>
        </pc:sldMkLst>
      </pc:sldChg>
      <pc:sldChg chg="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567458049" sldId="354"/>
        </pc:sldMkLst>
      </pc:sldChg>
      <pc:sldChg chg="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474205199" sldId="355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918327386" sldId="356"/>
        </pc:sldMkLst>
      </pc:sldChg>
      <pc:sldChg chg="del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753791173" sldId="357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598359623" sldId="358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395006457" sldId="359"/>
        </pc:sldMkLst>
      </pc:sldChg>
      <pc:sldChg chg="add del ord">
        <pc:chgData name="Luz Pascal" userId="7fa5ceab-0349-4458-880b-7c4b9ec82b0a" providerId="ADAL" clId="{A49E9F3A-B52D-461E-ABF6-58A75CE30F76}" dt="2026-09-22T02:17:25.041" v="15004" actId="47"/>
        <pc:sldMkLst>
          <pc:docMk/>
          <pc:sldMk cId="817395720" sldId="389"/>
        </pc:sldMkLst>
      </pc:sldChg>
      <pc:sldChg chg="modSp add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311533079" sldId="390"/>
        </pc:sldMkLst>
      </pc:sldChg>
      <pc:sldChg chg="del ord">
        <pc:chgData name="Luz Pascal" userId="7fa5ceab-0349-4458-880b-7c4b9ec82b0a" providerId="ADAL" clId="{A49E9F3A-B52D-461E-ABF6-58A75CE30F76}" dt="2026-09-22T02:17:25.041" v="15004" actId="47"/>
        <pc:sldMkLst>
          <pc:docMk/>
          <pc:sldMk cId="3247960662" sldId="391"/>
        </pc:sldMkLst>
      </pc:sldChg>
      <pc:sldChg chg="del">
        <pc:chgData name="Luz Pascal" userId="7fa5ceab-0349-4458-880b-7c4b9ec82b0a" providerId="ADAL" clId="{A49E9F3A-B52D-461E-ABF6-58A75CE30F76}" dt="2026-09-22T02:17:25.041" v="15004" actId="47"/>
        <pc:sldMkLst>
          <pc:docMk/>
          <pc:sldMk cId="647424597" sldId="414"/>
        </pc:sldMkLst>
      </pc:sldChg>
      <pc:sldChg chg="del">
        <pc:chgData name="Luz Pascal" userId="7fa5ceab-0349-4458-880b-7c4b9ec82b0a" providerId="ADAL" clId="{A49E9F3A-B52D-461E-ABF6-58A75CE30F76}" dt="2026-09-22T02:17:25.041" v="15004" actId="47"/>
        <pc:sldMkLst>
          <pc:docMk/>
          <pc:sldMk cId="610088733" sldId="415"/>
        </pc:sldMkLst>
      </pc:sldChg>
      <pc:sldChg chg="addSp delSp modSp del mod delAnim">
        <pc:chgData name="Luz Pascal" userId="7fa5ceab-0349-4458-880b-7c4b9ec82b0a" providerId="ADAL" clId="{A49E9F3A-B52D-461E-ABF6-58A75CE30F76}" dt="2026-09-22T02:17:25.041" v="15004" actId="47"/>
        <pc:sldMkLst>
          <pc:docMk/>
          <pc:sldMk cId="1090818067" sldId="416"/>
        </pc:sldMkLst>
      </pc:sldChg>
      <pc:sldChg chg="modSp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89786870" sldId="417"/>
        </pc:sldMkLst>
      </pc:sldChg>
      <pc:sldChg chg="addSp mod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004560678" sldId="418"/>
        </pc:sldMkLst>
      </pc:sldChg>
      <pc:sldChg chg="del">
        <pc:chgData name="Luz Pascal" userId="7fa5ceab-0349-4458-880b-7c4b9ec82b0a" providerId="ADAL" clId="{A49E9F3A-B52D-461E-ABF6-58A75CE30F76}" dt="2026-09-22T02:17:25.041" v="15004" actId="47"/>
        <pc:sldMkLst>
          <pc:docMk/>
          <pc:sldMk cId="3406544071" sldId="419"/>
        </pc:sldMkLst>
      </pc:sldChg>
      <pc:sldChg chg="del">
        <pc:chgData name="Luz Pascal" userId="7fa5ceab-0349-4458-880b-7c4b9ec82b0a" providerId="ADAL" clId="{A49E9F3A-B52D-461E-ABF6-58A75CE30F76}" dt="2026-09-22T02:17:25.041" v="15004" actId="47"/>
        <pc:sldMkLst>
          <pc:docMk/>
          <pc:sldMk cId="2367696365" sldId="420"/>
        </pc:sldMkLst>
      </pc:sldChg>
      <pc:sldChg chg="delSp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034414840" sldId="421"/>
        </pc:sldMkLst>
      </pc:sldChg>
      <pc:sldChg chg="modSp add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243734200" sldId="424"/>
        </pc:sldMkLst>
      </pc:sldChg>
      <pc:sldChg chg="addSp delSp modSp add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2400900898" sldId="425"/>
        </pc:sldMkLst>
      </pc:sldChg>
      <pc:sldChg chg="add del">
        <pc:chgData name="Luz Pascal" userId="7fa5ceab-0349-4458-880b-7c4b9ec82b0a" providerId="ADAL" clId="{A49E9F3A-B52D-461E-ABF6-58A75CE30F76}" dt="2026-09-22T02:17:25.041" v="15004" actId="47"/>
        <pc:sldMkLst>
          <pc:docMk/>
          <pc:sldMk cId="1029107125" sldId="426"/>
        </pc:sldMkLst>
      </pc:sldChg>
      <pc:sldChg chg="addSp 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043454983" sldId="427"/>
        </pc:sldMkLst>
      </pc:sldChg>
      <pc:sldChg chg="add del">
        <pc:chgData name="Luz Pascal" userId="7fa5ceab-0349-4458-880b-7c4b9ec82b0a" providerId="ADAL" clId="{A49E9F3A-B52D-461E-ABF6-58A75CE30F76}" dt="2026-09-22T02:17:25.041" v="15004" actId="47"/>
        <pc:sldMkLst>
          <pc:docMk/>
          <pc:sldMk cId="279658880" sldId="429"/>
        </pc:sldMkLst>
      </pc:sldChg>
      <pc:sldChg chg="addSp delSp modSp new mod ord">
        <pc:chgData name="Luz Pascal" userId="7fa5ceab-0349-4458-880b-7c4b9ec82b0a" providerId="ADAL" clId="{A49E9F3A-B52D-461E-ABF6-58A75CE30F76}" dt="2026-09-23T01:41:24.529" v="15404" actId="1076"/>
        <pc:sldMkLst>
          <pc:docMk/>
          <pc:sldMk cId="2074379464" sldId="430"/>
        </pc:sldMkLst>
        <pc:spChg chg="add mod">
          <ac:chgData name="Luz Pascal" userId="7fa5ceab-0349-4458-880b-7c4b9ec82b0a" providerId="ADAL" clId="{A49E9F3A-B52D-461E-ABF6-58A75CE30F76}" dt="2026-09-23T01:41:24.529" v="15404" actId="1076"/>
          <ac:spMkLst>
            <pc:docMk/>
            <pc:sldMk cId="2074379464" sldId="430"/>
            <ac:spMk id="3" creationId="{561FEE51-16AA-0BAC-49C0-BD1C2905665D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42" creationId="{D7EA0E11-9CE7-8C27-1464-A24F81D5323D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51" creationId="{02D209C1-0B6D-1713-3621-0F05878E37AE}"/>
          </ac:spMkLst>
        </pc:spChg>
        <pc:spChg chg="add del mod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73" creationId="{B7BBC532-A97C-46A4-4667-7CA89217263A}"/>
          </ac:spMkLst>
        </pc:spChg>
        <pc:spChg chg="add del mod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09" creationId="{6ACEFAEB-DDF1-8FE1-B410-43EAEE2E6994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4" creationId="{1692662C-A89B-D00D-E2BC-01EE6FD452F2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6" creationId="{52C56493-6EED-BDDB-69BA-9E985AE4E59D}"/>
          </ac:spMkLst>
        </pc:spChg>
        <pc:spChg chg="add del mod topLvl">
          <ac:chgData name="Luz Pascal" userId="7fa5ceab-0349-4458-880b-7c4b9ec82b0a" providerId="ADAL" clId="{A49E9F3A-B52D-461E-ABF6-58A75CE30F76}" dt="2026-09-23T01:41:17.271" v="15403" actId="478"/>
          <ac:spMkLst>
            <pc:docMk/>
            <pc:sldMk cId="2074379464" sldId="430"/>
            <ac:spMk id="128" creationId="{123B23DF-4607-BB6C-D21D-319F67426C99}"/>
          </ac:spMkLst>
        </pc:sp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39" creationId="{12BD7FAB-C883-BC4E-BF94-2D8660508883}"/>
          </ac:picMkLst>
        </pc:picChg>
        <pc:picChg chg="mod">
          <ac:chgData name="Luz Pascal" userId="7fa5ceab-0349-4458-880b-7c4b9ec82b0a" providerId="ADAL" clId="{A49E9F3A-B52D-461E-ABF6-58A75CE30F76}" dt="2026-09-14T04:54:52.916" v="12867" actId="165"/>
          <ac:picMkLst>
            <pc:docMk/>
            <pc:sldMk cId="2074379464" sldId="430"/>
            <ac:picMk id="46" creationId="{D61ACAF2-C843-978D-7185-1CC1C44E5E43}"/>
          </ac:picMkLst>
        </pc:picChg>
        <pc:picChg chg="mod">
          <ac:chgData name="Luz Pascal" userId="7fa5ceab-0349-4458-880b-7c4b9ec82b0a" providerId="ADAL" clId="{A49E9F3A-B52D-461E-ABF6-58A75CE30F76}" dt="2026-09-14T04:54:52.916" v="12867" actId="165"/>
          <ac:picMkLst>
            <pc:docMk/>
            <pc:sldMk cId="2074379464" sldId="430"/>
            <ac:picMk id="47" creationId="{9055A6BB-7B6A-6995-DCDF-BA277AD38BF7}"/>
          </ac:picMkLst>
        </pc:picChg>
        <pc:picChg chg="mod">
          <ac:chgData name="Luz Pascal" userId="7fa5ceab-0349-4458-880b-7c4b9ec82b0a" providerId="ADAL" clId="{A49E9F3A-B52D-461E-ABF6-58A75CE30F76}" dt="2026-09-14T04:54:52.916" v="12867" actId="165"/>
          <ac:picMkLst>
            <pc:docMk/>
            <pc:sldMk cId="2074379464" sldId="430"/>
            <ac:picMk id="48" creationId="{ADC12DC3-00CF-715D-B366-0924B93DDE2D}"/>
          </ac:picMkLst>
        </pc:pic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111" creationId="{1BE12D3F-9CCE-DB99-5B82-1B15A8ECAFC4}"/>
          </ac:picMkLst>
        </pc:picChg>
        <pc:picChg chg="add del mod topLvl">
          <ac:chgData name="Luz Pascal" userId="7fa5ceab-0349-4458-880b-7c4b9ec82b0a" providerId="ADAL" clId="{A49E9F3A-B52D-461E-ABF6-58A75CE30F76}" dt="2026-09-23T01:41:17.271" v="15403" actId="478"/>
          <ac:picMkLst>
            <pc:docMk/>
            <pc:sldMk cId="2074379464" sldId="430"/>
            <ac:picMk id="113" creationId="{5C784253-28A8-FFF8-8CA2-5C28F5663C68}"/>
          </ac:picMkLst>
        </pc:picChg>
        <pc:picChg chg="add mod ord topLvl">
          <ac:chgData name="Luz Pascal" userId="7fa5ceab-0349-4458-880b-7c4b9ec82b0a" providerId="ADAL" clId="{A49E9F3A-B52D-461E-ABF6-58A75CE30F76}" dt="2026-09-14T04:55:15.258" v="12869" actId="164"/>
          <ac:picMkLst>
            <pc:docMk/>
            <pc:sldMk cId="2074379464" sldId="430"/>
            <ac:picMk id="115" creationId="{B7CABC23-2FF3-A1CB-C72A-FE7A1695C4EA}"/>
          </ac:picMkLst>
        </pc:picChg>
        <pc:picChg chg="add mod topLvl">
          <ac:chgData name="Luz Pascal" userId="7fa5ceab-0349-4458-880b-7c4b9ec82b0a" providerId="ADAL" clId="{A49E9F3A-B52D-461E-ABF6-58A75CE30F76}" dt="2026-09-14T04:55:15.258" v="12869" actId="164"/>
          <ac:picMkLst>
            <pc:docMk/>
            <pc:sldMk cId="2074379464" sldId="430"/>
            <ac:picMk id="117" creationId="{E1336D99-4489-D5D6-EFEB-DB6CBF4B8CE6}"/>
          </ac:picMkLst>
        </pc:picChg>
        <pc:picChg chg="add mod topLvl">
          <ac:chgData name="Luz Pascal" userId="7fa5ceab-0349-4458-880b-7c4b9ec82b0a" providerId="ADAL" clId="{A49E9F3A-B52D-461E-ABF6-58A75CE30F76}" dt="2026-09-14T04:55:15.258" v="12869" actId="164"/>
          <ac:picMkLst>
            <pc:docMk/>
            <pc:sldMk cId="2074379464" sldId="430"/>
            <ac:picMk id="119" creationId="{AC069B08-6F78-7059-119F-E83012A133D8}"/>
          </ac:picMkLst>
        </pc:picChg>
        <pc:picChg chg="add mod topLvl">
          <ac:chgData name="Luz Pascal" userId="7fa5ceab-0349-4458-880b-7c4b9ec82b0a" providerId="ADAL" clId="{A49E9F3A-B52D-461E-ABF6-58A75CE30F76}" dt="2026-09-14T04:55:15.258" v="12869" actId="164"/>
          <ac:picMkLst>
            <pc:docMk/>
            <pc:sldMk cId="2074379464" sldId="430"/>
            <ac:picMk id="121" creationId="{7AD3CD21-6A4F-91AD-776D-EEE4984657B3}"/>
          </ac:picMkLst>
        </pc:picChg>
      </pc:sldChg>
      <pc:sldChg chg="addSp 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3600709160" sldId="431"/>
        </pc:sldMkLst>
      </pc:sldChg>
      <pc:sldChg chg="addSp delSp modSp add del mod addAnim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2882369969" sldId="432"/>
        </pc:sldMkLst>
      </pc:sldChg>
      <pc:sldChg chg="add del">
        <pc:chgData name="Luz Pascal" userId="7fa5ceab-0349-4458-880b-7c4b9ec82b0a" providerId="ADAL" clId="{A49E9F3A-B52D-461E-ABF6-58A75CE30F76}" dt="2026-09-22T02:17:25.041" v="15004" actId="47"/>
        <pc:sldMkLst>
          <pc:docMk/>
          <pc:sldMk cId="556798956" sldId="433"/>
        </pc:sldMkLst>
      </pc:sldChg>
      <pc:sldChg chg="addSp delSp modSp new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3782292165" sldId="434"/>
        </pc:sldMkLst>
      </pc:sldChg>
      <pc:sldChg chg="addSp delSp modSp new del mod modClrScheme chgLayout">
        <pc:chgData name="Luz Pascal" userId="7fa5ceab-0349-4458-880b-7c4b9ec82b0a" providerId="ADAL" clId="{A49E9F3A-B52D-461E-ABF6-58A75CE30F76}" dt="2026-09-22T02:17:25.041" v="15004" actId="47"/>
        <pc:sldMkLst>
          <pc:docMk/>
          <pc:sldMk cId="1786553344" sldId="435"/>
        </pc:sldMkLst>
      </pc:sldChg>
      <pc:sldChg chg="addSp delSp modSp add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894479053" sldId="436"/>
        </pc:sldMkLst>
      </pc:sldChg>
      <pc:sldChg chg="addSp delSp modSp new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867713153" sldId="437"/>
        </pc:sldMkLst>
      </pc:sldChg>
      <pc:sldChg chg="addSp 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1816391886" sldId="438"/>
        </pc:sldMkLst>
      </pc:sldChg>
      <pc:sldChg chg="addSp delSp modSp add mod ord">
        <pc:chgData name="Luz Pascal" userId="7fa5ceab-0349-4458-880b-7c4b9ec82b0a" providerId="ADAL" clId="{A49E9F3A-B52D-461E-ABF6-58A75CE30F76}" dt="2026-09-18T04:58:07.135" v="14822" actId="20577"/>
        <pc:sldMkLst>
          <pc:docMk/>
          <pc:sldMk cId="1056693510" sldId="439"/>
        </pc:sldMkLst>
        <pc:spChg chg="mod">
          <ac:chgData name="Luz Pascal" userId="7fa5ceab-0349-4458-880b-7c4b9ec82b0a" providerId="ADAL" clId="{A49E9F3A-B52D-461E-ABF6-58A75CE30F76}" dt="2026-09-18T04:57:47.659" v="14808" actId="1076"/>
          <ac:spMkLst>
            <pc:docMk/>
            <pc:sldMk cId="1056693510" sldId="439"/>
            <ac:spMk id="7" creationId="{FFE6139E-1157-C001-8054-BEA03F3235E3}"/>
          </ac:spMkLst>
        </pc:spChg>
        <pc:graphicFrameChg chg="add mod modGraphic">
          <ac:chgData name="Luz Pascal" userId="7fa5ceab-0349-4458-880b-7c4b9ec82b0a" providerId="ADAL" clId="{A49E9F3A-B52D-461E-ABF6-58A75CE30F76}" dt="2026-09-18T04:58:07.135" v="14822" actId="20577"/>
          <ac:graphicFrameMkLst>
            <pc:docMk/>
            <pc:sldMk cId="1056693510" sldId="439"/>
            <ac:graphicFrameMk id="2" creationId="{9411EACC-B6EA-E81F-2A87-EC8905BDD929}"/>
          </ac:graphicFrameMkLst>
        </pc:graphicFrameChg>
      </pc:sldChg>
      <pc:sldChg chg="addSp delSp modSp add del mod addAnim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705843960" sldId="440"/>
        </pc:sldMkLst>
      </pc:sldChg>
      <pc:sldChg chg="add del">
        <pc:chgData name="Luz Pascal" userId="7fa5ceab-0349-4458-880b-7c4b9ec82b0a" providerId="ADAL" clId="{A49E9F3A-B52D-461E-ABF6-58A75CE30F76}" dt="2026-09-23T01:41:13.377" v="15402" actId="47"/>
        <pc:sldMkLst>
          <pc:docMk/>
          <pc:sldMk cId="3187059221" sldId="440"/>
        </pc:sldMkLst>
      </pc:sldChg>
      <pc:sldChg chg="addSp delSp modSp new mod">
        <pc:chgData name="Luz Pascal" userId="7fa5ceab-0349-4458-880b-7c4b9ec82b0a" providerId="ADAL" clId="{A49E9F3A-B52D-461E-ABF6-58A75CE30F76}" dt="2026-09-23T01:48:44.801" v="15455" actId="20577"/>
        <pc:sldMkLst>
          <pc:docMk/>
          <pc:sldMk cId="702636860" sldId="441"/>
        </pc:sldMkLst>
        <pc:spChg chg="mod">
          <ac:chgData name="Luz Pascal" userId="7fa5ceab-0349-4458-880b-7c4b9ec82b0a" providerId="ADAL" clId="{A49E9F3A-B52D-461E-ABF6-58A75CE30F76}" dt="2026-09-23T01:33:39.498" v="15367" actId="1076"/>
          <ac:spMkLst>
            <pc:docMk/>
            <pc:sldMk cId="702636860" sldId="441"/>
            <ac:spMk id="2" creationId="{71F394DA-6449-75B8-D520-BDBDFF5A0207}"/>
          </ac:spMkLst>
        </pc:spChg>
        <pc:spChg chg="mod">
          <ac:chgData name="Luz Pascal" userId="7fa5ceab-0349-4458-880b-7c4b9ec82b0a" providerId="ADAL" clId="{A49E9F3A-B52D-461E-ABF6-58A75CE30F76}" dt="2026-09-23T01:48:44.801" v="15455" actId="20577"/>
          <ac:spMkLst>
            <pc:docMk/>
            <pc:sldMk cId="702636860" sldId="441"/>
            <ac:spMk id="3" creationId="{F285210D-3188-1466-8153-3701B5D0B0C7}"/>
          </ac:spMkLst>
        </pc:spChg>
        <pc:picChg chg="add del">
          <ac:chgData name="Luz Pascal" userId="7fa5ceab-0349-4458-880b-7c4b9ec82b0a" providerId="ADAL" clId="{A49E9F3A-B52D-461E-ABF6-58A75CE30F76}" dt="2026-09-23T01:30:46.740" v="15122" actId="22"/>
          <ac:picMkLst>
            <pc:docMk/>
            <pc:sldMk cId="702636860" sldId="441"/>
            <ac:picMk id="5" creationId="{14B58C72-E282-08AC-DB4F-7649AA6EBA83}"/>
          </ac:picMkLst>
        </pc:picChg>
      </pc:sldChg>
      <pc:sldChg chg="addSp delSp modSp add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3472374720" sldId="441"/>
        </pc:sldMkLst>
      </pc:sldChg>
      <pc:sldChg chg="addSp 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424972882" sldId="442"/>
        </pc:sldMkLst>
      </pc:sldChg>
      <pc:sldChg chg="addSp delSp modSp add del mod delAnim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2234943152" sldId="443"/>
        </pc:sldMkLst>
      </pc:sldChg>
      <pc:sldChg chg="addSp delSp modSp add del mod modAnim">
        <pc:chgData name="Luz Pascal" userId="7fa5ceab-0349-4458-880b-7c4b9ec82b0a" providerId="ADAL" clId="{A49E9F3A-B52D-461E-ABF6-58A75CE30F76}" dt="2026-09-22T02:17:25.041" v="15004" actId="47"/>
        <pc:sldMkLst>
          <pc:docMk/>
          <pc:sldMk cId="1712453098" sldId="444"/>
        </pc:sldMkLst>
      </pc:sldChg>
      <pc:sldChg chg="addSp delSp modSp new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1062706784" sldId="445"/>
        </pc:sldMkLst>
      </pc:sldChg>
      <pc:sldChg chg="addSp delSp modSp add del mod">
        <pc:chgData name="Luz Pascal" userId="7fa5ceab-0349-4458-880b-7c4b9ec82b0a" providerId="ADAL" clId="{A49E9F3A-B52D-461E-ABF6-58A75CE30F76}" dt="2026-09-22T02:17:25.041" v="15004" actId="47"/>
        <pc:sldMkLst>
          <pc:docMk/>
          <pc:sldMk cId="2548657074" sldId="446"/>
        </pc:sldMkLst>
      </pc:sldChg>
      <pc:sldChg chg="addSp delSp modSp new del mod setBg">
        <pc:chgData name="Luz Pascal" userId="7fa5ceab-0349-4458-880b-7c4b9ec82b0a" providerId="ADAL" clId="{A49E9F3A-B52D-461E-ABF6-58A75CE30F76}" dt="2026-09-22T02:17:25.041" v="15004" actId="47"/>
        <pc:sldMkLst>
          <pc:docMk/>
          <pc:sldMk cId="1642683403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7859290F-2E93-48DB-8A38-B2CF63EB8058}" type="datetimeFigureOut">
              <a:rPr lang="en-AU" smtClean="0"/>
              <a:pPr/>
              <a:t>23/09/2026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evenim MT" panose="02010502060101010101" pitchFamily="2" charset="-79"/>
              </a:defRPr>
            </a:lvl1pPr>
          </a:lstStyle>
          <a:p>
            <a:fld id="{1FA5E34C-69C1-4D06-84E2-840E0E6D3ABA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5515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evenim MT" panose="02010502060101010101" pitchFamily="2" charset="-79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7E26-C6EE-D30D-76DC-AA8514448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EB848-6E44-E4B2-5508-D6C4B8B6A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69D2E-A1D5-7A19-23E1-68E290D86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EA8C2-A29F-7BD8-8BDE-1E627D323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C3173-E471-180E-4916-4D69E6E34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348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F26A-22E4-EB6F-1048-863BBCD3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00F7-CCA5-E63E-E983-ED3BCFBBD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D6DF5-93F6-8B4A-47C1-C2A046259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BF79C-DFAB-77BD-6EE0-92D58189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97A0-2963-6F76-5F5F-3308AE14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627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33E6-DAE3-1FA4-0436-35D3862D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B7E84-539A-6F4E-167B-BF418170C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52E77-2A77-E6BF-A05C-3DF521BCD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09FA8-175B-D09A-2C26-A019B92A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0F40B-9833-2C92-BE3E-482E50F30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2241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20697-BCDA-F5AB-CA72-F96A765D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9B6DF-362C-09B7-8CBF-862AE2B28B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54C63-F80B-2AC2-A32D-DD537C53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B565-8809-9602-FBB8-3A25FAD2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BD7A4-2B0C-17B7-579B-E2B76EB4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8B29E-C06B-2164-83C6-C85D91F3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181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7DE83-2B3A-42CD-65A2-BEACE992D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4EBAD-357E-D42C-0424-4E8AD9231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BFCEB-4E53-D339-7BB8-15352180C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BE731-6634-81FA-0BEB-017B3B180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DE87FF-A1C3-C680-81F7-C5A3802EE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600498-C956-C430-8E8C-3689F6AEA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D33A4-0173-639E-AFB5-37616213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6D2B2-0D78-BA14-B415-74A29C975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283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D88D-983A-C9E5-8AFF-00C67AEB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27F2D9-EA9F-D090-5904-B4C5908F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562B4-FA21-18CD-85A0-DCC69BAE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50D09-2258-6998-FDCC-4A99116AE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930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E602E-5341-0E77-D020-E16F29D7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292DC-872C-3109-967D-AD7D36FA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25469-A649-2C8B-D064-8BFD068F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111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33A6D-B55E-01E2-DEA9-DBAE5E0BC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41222-50C3-908A-010F-44C84DA6A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2A83C-2BBF-38AD-3421-7361BD274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FAD13-D4B7-03FF-BC2A-8DDB301D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80090-BBB4-F9BF-18CA-9E5ACEC3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7D3C7-4640-C926-1E3F-9493D59C6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0819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6109-E0AA-8118-3539-8346812B9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A4974-7134-BB33-58C8-C8744EF07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570E1C-8C74-65A1-E75D-26A4B7AB31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4DB7C-90EF-1166-FE00-4BE2F4B03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B950C-6D11-9F7D-1058-53B4BACB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79606-C42F-0EEB-F99E-135AEB4AD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9952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A9F4-F637-5A2F-7020-1C01233E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2245E-AF44-20DD-DF75-B7E33CB53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409EC-50B0-C7D6-08CF-B79915CA8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F0A6F-858B-5742-F401-83EE87BC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DE35-AE50-5A3D-C7FC-0EDFE832D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712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3A6E8B-575E-7A06-9463-A7EDAE59E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4C05D2-4CE2-E1B7-6F82-6279F2BB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B6E2C-307F-0EA8-D55C-CF4280F6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8E6A7-8C11-4F94-9F9B-ECD6A04089B0}" type="datetimeFigureOut">
              <a:rPr lang="en-AU" smtClean="0"/>
              <a:t>23/09/2026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32D11-4D40-B9B3-0631-E7618577C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55FF8-FCCC-BB4B-FB32-7F66DB21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32EAA-D03C-4D17-A471-B93B66D1EFC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191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AB0B60-7877-240C-FF1A-905AE6985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782A6-6665-01B5-3FED-C39A5AC5E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99A39-BE22-2CB5-5D67-95C74EB726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D528E6A7-8C11-4F94-9F9B-ECD6A04089B0}" type="datetimeFigureOut">
              <a:rPr lang="en-AU" smtClean="0"/>
              <a:pPr/>
              <a:t>23/09/2026</a:t>
            </a:fld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3EB1C-5052-0CE6-9DD4-0E8C63C80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EB2EE-5997-EE7F-02B9-B95EA782D6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Levenim MT" panose="02010502060101010101" pitchFamily="2" charset="-79"/>
              </a:defRPr>
            </a:lvl1pPr>
          </a:lstStyle>
          <a:p>
            <a:fld id="{63732EAA-D03C-4D17-A471-B93B66D1EFC0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934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Levenim MT" panose="02010502060101010101" pitchFamily="2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evenim MT" panose="02010502060101010101" pitchFamily="2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478DD5-672C-1923-B92C-7D25924EE4CD}"/>
              </a:ext>
            </a:extLst>
          </p:cNvPr>
          <p:cNvSpPr txBox="1"/>
          <p:nvPr/>
        </p:nvSpPr>
        <p:spPr>
          <a:xfrm>
            <a:off x="492991" y="1403472"/>
            <a:ext cx="11206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5400" dirty="0">
                <a:latin typeface="Levenim MT" panose="02010502060101010101" pitchFamily="2" charset="-79"/>
                <a:cs typeface="Levenim MT" panose="02010502060101010101" pitchFamily="2" charset="-79"/>
              </a:rPr>
              <a:t>Introduction to sequential decision-making for ecologists</a:t>
            </a:r>
          </a:p>
          <a:p>
            <a:pPr algn="ctr"/>
            <a:endParaRPr lang="en-AU" sz="5400" dirty="0">
              <a:latin typeface="Levenim MT" panose="02010502060101010101" pitchFamily="2" charset="-79"/>
              <a:cs typeface="Levenim MT" panose="02010502060101010101" pitchFamily="2" charset="-79"/>
            </a:endParaRPr>
          </a:p>
          <a:p>
            <a:pPr algn="ctr"/>
            <a:r>
              <a:rPr lang="en-AU" sz="5400" dirty="0">
                <a:latin typeface="Levenim MT" panose="02010502060101010101" pitchFamily="2" charset="-79"/>
                <a:cs typeface="Levenim MT" panose="02010502060101010101" pitchFamily="2" charset="-79"/>
              </a:rPr>
              <a:t>Tutorial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175F8-FA29-2A3B-8DB7-2C8DD6BA0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33527"/>
            <a:ext cx="9144000" cy="1655762"/>
          </a:xfrm>
        </p:spPr>
        <p:txBody>
          <a:bodyPr/>
          <a:lstStyle/>
          <a:p>
            <a:r>
              <a:rPr lang="en-AU" dirty="0"/>
              <a:t>Luz Pascal</a:t>
            </a:r>
          </a:p>
        </p:txBody>
      </p:sp>
    </p:spTree>
    <p:extLst>
      <p:ext uri="{BB962C8B-B14F-4D97-AF65-F5344CB8AC3E}">
        <p14:creationId xmlns:p14="http://schemas.microsoft.com/office/powerpoint/2010/main" val="1190953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44F88-DE6C-EA66-C3A4-483252A63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E6139E-1157-C001-8054-BEA03F3235E3}"/>
              </a:ext>
            </a:extLst>
          </p:cNvPr>
          <p:cNvSpPr txBox="1"/>
          <p:nvPr/>
        </p:nvSpPr>
        <p:spPr>
          <a:xfrm>
            <a:off x="960581" y="1106865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3200" dirty="0">
                <a:latin typeface="Levenim MT" panose="02010502060101010101" pitchFamily="2" charset="-79"/>
                <a:cs typeface="Levenim MT" panose="02010502060101010101" pitchFamily="2" charset="-79"/>
              </a:rPr>
              <a:t>Today:	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11EACC-B6EA-E81F-2A87-EC8905BDD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79951"/>
              </p:ext>
            </p:extLst>
          </p:nvPr>
        </p:nvGraphicFramePr>
        <p:xfrm>
          <a:off x="960581" y="1808371"/>
          <a:ext cx="10270837" cy="370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39">
                  <a:extLst>
                    <a:ext uri="{9D8B030D-6E8A-4147-A177-3AD203B41FA5}">
                      <a16:colId xmlns:a16="http://schemas.microsoft.com/office/drawing/2014/main" val="1984197235"/>
                    </a:ext>
                  </a:extLst>
                </a:gridCol>
                <a:gridCol w="7796498">
                  <a:extLst>
                    <a:ext uri="{9D8B030D-6E8A-4147-A177-3AD203B41FA5}">
                      <a16:colId xmlns:a16="http://schemas.microsoft.com/office/drawing/2014/main" val="2026761780"/>
                    </a:ext>
                  </a:extLst>
                </a:gridCol>
              </a:tblGrid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9h30 – 10h30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1h lecture (super boring, full of equations, no intuition)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480067"/>
                  </a:ext>
                </a:extLst>
              </a:tr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10h30-11h00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Morning tea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143321"/>
                  </a:ext>
                </a:extLst>
              </a:tr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11h00-12h30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R-tutorial: implementing methods in 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727001"/>
                  </a:ext>
                </a:extLst>
              </a:tr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12h30-13h30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Lunch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353314"/>
                  </a:ext>
                </a:extLst>
              </a:tr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13h30-15h00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Collaborative tutorial: sequential decision-making under climate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017433"/>
                  </a:ext>
                </a:extLst>
              </a:tr>
              <a:tr h="601008">
                <a:tc>
                  <a:txBody>
                    <a:bodyPr/>
                    <a:lstStyle/>
                    <a:p>
                      <a:pPr algn="ctr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15h00-16h00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000" b="0" dirty="0">
                          <a:solidFill>
                            <a:schemeClr val="tx1"/>
                          </a:solidFill>
                          <a:latin typeface="Levenim MT" panose="02010502060101010101" pitchFamily="2" charset="-79"/>
                          <a:cs typeface="Levenim MT" panose="02010502060101010101" pitchFamily="2" charset="-79"/>
                        </a:rPr>
                        <a:t>Drop-in sessions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126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69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94DA-6449-75B8-D520-BDBDFF5A0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346"/>
            <a:ext cx="10515600" cy="1325563"/>
          </a:xfrm>
        </p:spPr>
        <p:txBody>
          <a:bodyPr/>
          <a:lstStyle/>
          <a:p>
            <a:r>
              <a:rPr lang="en-AU" dirty="0"/>
              <a:t>3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5210D-3188-1466-8153-3701B5D0B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094"/>
            <a:ext cx="10515600" cy="5285873"/>
          </a:xfrm>
        </p:spPr>
        <p:txBody>
          <a:bodyPr/>
          <a:lstStyle/>
          <a:p>
            <a:r>
              <a:rPr lang="en-AU" dirty="0"/>
              <a:t>Tiger problem (adapted from </a:t>
            </a:r>
            <a:r>
              <a:rPr lang="en-AU" dirty="0" err="1"/>
              <a:t>Chades</a:t>
            </a:r>
            <a:r>
              <a:rPr lang="en-AU" dirty="0"/>
              <a:t> et al., 2008)</a:t>
            </a:r>
          </a:p>
          <a:p>
            <a:pPr lvl="1"/>
            <a:r>
              <a:rPr lang="en-AU" dirty="0"/>
              <a:t>Basic implementation of the techniques using R</a:t>
            </a:r>
          </a:p>
          <a:p>
            <a:endParaRPr lang="en-AU" dirty="0"/>
          </a:p>
          <a:p>
            <a:r>
              <a:rPr lang="en-AU" dirty="0"/>
              <a:t>Wolf culling (adapted from </a:t>
            </a:r>
            <a:r>
              <a:rPr lang="en-AU" dirty="0" err="1"/>
              <a:t>Marescot</a:t>
            </a:r>
            <a:r>
              <a:rPr lang="en-AU" dirty="0"/>
              <a:t> et al., 2013)</a:t>
            </a:r>
          </a:p>
          <a:p>
            <a:pPr lvl="1"/>
            <a:r>
              <a:rPr lang="en-AU" dirty="0"/>
              <a:t>tutorial/03-tutorial wolf </a:t>
            </a:r>
            <a:r>
              <a:rPr lang="en-AU" dirty="0" err="1"/>
              <a:t>culling.R</a:t>
            </a:r>
            <a:endParaRPr lang="en-AU" dirty="0"/>
          </a:p>
          <a:p>
            <a:endParaRPr lang="en-AU" dirty="0"/>
          </a:p>
          <a:p>
            <a:r>
              <a:rPr lang="en-AU" dirty="0"/>
              <a:t>Estimating transition functions</a:t>
            </a:r>
          </a:p>
        </p:txBody>
      </p:sp>
    </p:spTree>
    <p:extLst>
      <p:ext uri="{BB962C8B-B14F-4D97-AF65-F5344CB8AC3E}">
        <p14:creationId xmlns:p14="http://schemas.microsoft.com/office/powerpoint/2010/main" val="702636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61FEE51-16AA-0BAC-49C0-BD1C2905665D}"/>
              </a:ext>
            </a:extLst>
          </p:cNvPr>
          <p:cNvSpPr/>
          <p:nvPr/>
        </p:nvSpPr>
        <p:spPr>
          <a:xfrm>
            <a:off x="838200" y="92409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</p:spTree>
    <p:extLst>
      <p:ext uri="{BB962C8B-B14F-4D97-AF65-F5344CB8AC3E}">
        <p14:creationId xmlns:p14="http://schemas.microsoft.com/office/powerpoint/2010/main" val="207437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66380-7B37-A3B0-13FE-E6C26A52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BC03FB7B-7EC5-311A-3B6F-7BF9901819BE}"/>
              </a:ext>
            </a:extLst>
          </p:cNvPr>
          <p:cNvSpPr/>
          <p:nvPr/>
        </p:nvSpPr>
        <p:spPr>
          <a:xfrm>
            <a:off x="838199" y="365125"/>
            <a:ext cx="10515599" cy="984281"/>
          </a:xfrm>
          <a:custGeom>
            <a:avLst/>
            <a:gdLst>
              <a:gd name="connsiteX0" fmla="*/ 0 w 2507114"/>
              <a:gd name="connsiteY0" fmla="*/ 290095 h 1740535"/>
              <a:gd name="connsiteX1" fmla="*/ 290095 w 2507114"/>
              <a:gd name="connsiteY1" fmla="*/ 0 h 1740535"/>
              <a:gd name="connsiteX2" fmla="*/ 2217019 w 2507114"/>
              <a:gd name="connsiteY2" fmla="*/ 0 h 1740535"/>
              <a:gd name="connsiteX3" fmla="*/ 2507114 w 2507114"/>
              <a:gd name="connsiteY3" fmla="*/ 290095 h 1740535"/>
              <a:gd name="connsiteX4" fmla="*/ 2507114 w 2507114"/>
              <a:gd name="connsiteY4" fmla="*/ 1450440 h 1740535"/>
              <a:gd name="connsiteX5" fmla="*/ 2217019 w 2507114"/>
              <a:gd name="connsiteY5" fmla="*/ 1740535 h 1740535"/>
              <a:gd name="connsiteX6" fmla="*/ 290095 w 2507114"/>
              <a:gd name="connsiteY6" fmla="*/ 1740535 h 1740535"/>
              <a:gd name="connsiteX7" fmla="*/ 0 w 2507114"/>
              <a:gd name="connsiteY7" fmla="*/ 1450440 h 1740535"/>
              <a:gd name="connsiteX8" fmla="*/ 0 w 2507114"/>
              <a:gd name="connsiteY8" fmla="*/ 290095 h 174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07114" h="1740535">
                <a:moveTo>
                  <a:pt x="0" y="290095"/>
                </a:moveTo>
                <a:cubicBezTo>
                  <a:pt x="0" y="129880"/>
                  <a:pt x="129880" y="0"/>
                  <a:pt x="290095" y="0"/>
                </a:cubicBezTo>
                <a:lnTo>
                  <a:pt x="2217019" y="0"/>
                </a:lnTo>
                <a:cubicBezTo>
                  <a:pt x="2377234" y="0"/>
                  <a:pt x="2507114" y="129880"/>
                  <a:pt x="2507114" y="290095"/>
                </a:cubicBezTo>
                <a:lnTo>
                  <a:pt x="2507114" y="1450440"/>
                </a:lnTo>
                <a:cubicBezTo>
                  <a:pt x="2507114" y="1610655"/>
                  <a:pt x="2377234" y="1740535"/>
                  <a:pt x="2217019" y="1740535"/>
                </a:cubicBezTo>
                <a:lnTo>
                  <a:pt x="290095" y="1740535"/>
                </a:lnTo>
                <a:cubicBezTo>
                  <a:pt x="129880" y="1740535"/>
                  <a:pt x="0" y="1610655"/>
                  <a:pt x="0" y="1450440"/>
                </a:cubicBezTo>
                <a:lnTo>
                  <a:pt x="0" y="290095"/>
                </a:lnTo>
                <a:close/>
              </a:path>
            </a:pathLst>
          </a:custGeom>
          <a:solidFill>
            <a:srgbClr val="188C54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14506" tIns="214506" rIns="214506" bIns="214506" numCol="1" spcCol="1270" anchor="ctr" anchorCtr="0">
            <a:noAutofit/>
          </a:bodyPr>
          <a:lstStyle/>
          <a:p>
            <a:pPr marL="0" lvl="0" indent="0" algn="ctr" defTabSz="1511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AU" sz="3400" kern="1200" dirty="0">
                <a:latin typeface="Levenim MT" panose="02010502060101010101" pitchFamily="2" charset="-79"/>
              </a:rPr>
              <a:t>Markov Decision Processes</a:t>
            </a:r>
          </a:p>
        </p:txBody>
      </p:sp>
      <p:pic>
        <p:nvPicPr>
          <p:cNvPr id="39" name="Graphic 38" descr="Frog with solid fill">
            <a:extLst>
              <a:ext uri="{FF2B5EF4-FFF2-40B4-BE49-F238E27FC236}">
                <a16:creationId xmlns:a16="http://schemas.microsoft.com/office/drawing/2014/main" id="{48AE43BB-B524-3306-92DD-E1C729F86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747" y="2555507"/>
            <a:ext cx="566945" cy="54926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2A8F7B98-1D85-0402-F09F-115DBED7B522}"/>
              </a:ext>
            </a:extLst>
          </p:cNvPr>
          <p:cNvSpPr txBox="1"/>
          <p:nvPr/>
        </p:nvSpPr>
        <p:spPr>
          <a:xfrm>
            <a:off x="1122198" y="3137072"/>
            <a:ext cx="1481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Low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DE82A02-FA4F-1231-F4F9-988479619226}"/>
              </a:ext>
            </a:extLst>
          </p:cNvPr>
          <p:cNvGrpSpPr/>
          <p:nvPr/>
        </p:nvGrpSpPr>
        <p:grpSpPr>
          <a:xfrm>
            <a:off x="3219596" y="2223319"/>
            <a:ext cx="885851" cy="811761"/>
            <a:chOff x="5423249" y="2483298"/>
            <a:chExt cx="1428750" cy="1351407"/>
          </a:xfrm>
        </p:grpSpPr>
        <p:pic>
          <p:nvPicPr>
            <p:cNvPr id="46" name="Graphic 45" descr="Frog with solid fill">
              <a:extLst>
                <a:ext uri="{FF2B5EF4-FFF2-40B4-BE49-F238E27FC236}">
                  <a16:creationId xmlns:a16="http://schemas.microsoft.com/office/drawing/2014/main" id="{02C7AAF9-2DA9-59EE-BFAE-80CD458B6B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423249" y="2483298"/>
              <a:ext cx="914400" cy="914400"/>
            </a:xfrm>
            <a:prstGeom prst="rect">
              <a:avLst/>
            </a:prstGeom>
          </p:spPr>
        </p:pic>
        <p:pic>
          <p:nvPicPr>
            <p:cNvPr id="47" name="Graphic 46" descr="Frog with solid fill">
              <a:extLst>
                <a:ext uri="{FF2B5EF4-FFF2-40B4-BE49-F238E27FC236}">
                  <a16:creationId xmlns:a16="http://schemas.microsoft.com/office/drawing/2014/main" id="{2F0D1EF8-42AE-E943-6703-23616B2A2F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337649" y="2834580"/>
              <a:ext cx="514350" cy="514350"/>
            </a:xfrm>
            <a:prstGeom prst="rect">
              <a:avLst/>
            </a:prstGeom>
          </p:spPr>
        </p:pic>
        <p:pic>
          <p:nvPicPr>
            <p:cNvPr id="48" name="Graphic 47" descr="Frog with solid fill">
              <a:extLst>
                <a:ext uri="{FF2B5EF4-FFF2-40B4-BE49-F238E27FC236}">
                  <a16:creationId xmlns:a16="http://schemas.microsoft.com/office/drawing/2014/main" id="{EEE1A482-8279-1A85-C67F-DFA057A0D7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823299" y="3320355"/>
              <a:ext cx="514350" cy="514350"/>
            </a:xfrm>
            <a:prstGeom prst="rect">
              <a:avLst/>
            </a:prstGeom>
          </p:spPr>
        </p:pic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19E6AB64-F122-FD39-1380-5ED22FAAD52C}"/>
              </a:ext>
            </a:extLst>
          </p:cNvPr>
          <p:cNvSpPr txBox="1"/>
          <p:nvPr/>
        </p:nvSpPr>
        <p:spPr>
          <a:xfrm>
            <a:off x="2951246" y="3137072"/>
            <a:ext cx="1481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High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A2BD61F-A436-AEC4-544B-2E86103D2CF4}"/>
              </a:ext>
            </a:extLst>
          </p:cNvPr>
          <p:cNvSpPr txBox="1"/>
          <p:nvPr/>
        </p:nvSpPr>
        <p:spPr>
          <a:xfrm>
            <a:off x="122778" y="2104742"/>
            <a:ext cx="1481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States: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7466742-B07B-9081-CEC6-40A1849551AF}"/>
              </a:ext>
            </a:extLst>
          </p:cNvPr>
          <p:cNvSpPr txBox="1"/>
          <p:nvPr/>
        </p:nvSpPr>
        <p:spPr>
          <a:xfrm>
            <a:off x="5452289" y="2097839"/>
            <a:ext cx="14818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Actions:</a:t>
            </a:r>
          </a:p>
        </p:txBody>
      </p:sp>
      <p:pic>
        <p:nvPicPr>
          <p:cNvPr id="111" name="Graphic 110" descr="No sign with solid fill">
            <a:extLst>
              <a:ext uri="{FF2B5EF4-FFF2-40B4-BE49-F238E27FC236}">
                <a16:creationId xmlns:a16="http://schemas.microsoft.com/office/drawing/2014/main" id="{391320E2-4639-3BBC-A78D-9FAD5D365F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9087" y="2506078"/>
            <a:ext cx="914400" cy="914400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F7711985-FB92-DC0C-BAD0-1BB2AA274711}"/>
              </a:ext>
            </a:extLst>
          </p:cNvPr>
          <p:cNvSpPr txBox="1"/>
          <p:nvPr/>
        </p:nvSpPr>
        <p:spPr>
          <a:xfrm>
            <a:off x="5958135" y="3352448"/>
            <a:ext cx="1481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Do nothing</a:t>
            </a:r>
          </a:p>
        </p:txBody>
      </p:sp>
      <p:pic>
        <p:nvPicPr>
          <p:cNvPr id="113" name="Graphic 112" descr="Open hand with plant with solid fill">
            <a:extLst>
              <a:ext uri="{FF2B5EF4-FFF2-40B4-BE49-F238E27FC236}">
                <a16:creationId xmlns:a16="http://schemas.microsoft.com/office/drawing/2014/main" id="{E5B156A1-C5AA-FE7E-F1FB-BE723011D1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64010" y="2506078"/>
            <a:ext cx="914400" cy="914400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D0500EB8-FDA1-A907-9C99-AC1E81CB8962}"/>
              </a:ext>
            </a:extLst>
          </p:cNvPr>
          <p:cNvSpPr txBox="1"/>
          <p:nvPr/>
        </p:nvSpPr>
        <p:spPr>
          <a:xfrm>
            <a:off x="7647458" y="3352448"/>
            <a:ext cx="14818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Restore habitat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D98C2B31-FDC5-1B38-BCD6-D9588BCA93AE}"/>
              </a:ext>
            </a:extLst>
          </p:cNvPr>
          <p:cNvGrpSpPr/>
          <p:nvPr/>
        </p:nvGrpSpPr>
        <p:grpSpPr>
          <a:xfrm>
            <a:off x="9754769" y="2380878"/>
            <a:ext cx="1066915" cy="1164801"/>
            <a:chOff x="9688094" y="2037978"/>
            <a:chExt cx="1066915" cy="1164801"/>
          </a:xfrm>
        </p:grpSpPr>
        <p:pic>
          <p:nvPicPr>
            <p:cNvPr id="117" name="Graphic 116" descr="Frog with solid fill">
              <a:extLst>
                <a:ext uri="{FF2B5EF4-FFF2-40B4-BE49-F238E27FC236}">
                  <a16:creationId xmlns:a16="http://schemas.microsoft.com/office/drawing/2014/main" id="{29D9AA02-DE67-C6E5-02B7-A1776AE446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927472" y="2037978"/>
              <a:ext cx="566945" cy="549260"/>
            </a:xfrm>
            <a:prstGeom prst="rect">
              <a:avLst/>
            </a:prstGeom>
          </p:spPr>
        </p:pic>
        <p:pic>
          <p:nvPicPr>
            <p:cNvPr id="115" name="Graphic 114" descr="Fence with solid fill">
              <a:extLst>
                <a:ext uri="{FF2B5EF4-FFF2-40B4-BE49-F238E27FC236}">
                  <a16:creationId xmlns:a16="http://schemas.microsoft.com/office/drawing/2014/main" id="{EAD82ECA-68FF-83BC-B70F-76E4F87E190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88094" y="2135864"/>
              <a:ext cx="1066915" cy="1066915"/>
            </a:xfrm>
            <a:prstGeom prst="rect">
              <a:avLst/>
            </a:prstGeom>
          </p:spPr>
        </p:pic>
        <p:pic>
          <p:nvPicPr>
            <p:cNvPr id="119" name="Graphic 118" descr="Frog with solid fill">
              <a:extLst>
                <a:ext uri="{FF2B5EF4-FFF2-40B4-BE49-F238E27FC236}">
                  <a16:creationId xmlns:a16="http://schemas.microsoft.com/office/drawing/2014/main" id="{B6AA9C07-EC77-B87D-306D-7CB6258591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436102" y="2136959"/>
              <a:ext cx="318907" cy="308959"/>
            </a:xfrm>
            <a:prstGeom prst="rect">
              <a:avLst/>
            </a:prstGeom>
          </p:spPr>
        </p:pic>
        <p:pic>
          <p:nvPicPr>
            <p:cNvPr id="121" name="Graphic 120" descr="Frog with solid fill">
              <a:extLst>
                <a:ext uri="{FF2B5EF4-FFF2-40B4-BE49-F238E27FC236}">
                  <a16:creationId xmlns:a16="http://schemas.microsoft.com/office/drawing/2014/main" id="{08A7900B-F8D5-1B42-FFA0-90E6ECE703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743880" y="2096454"/>
              <a:ext cx="318907" cy="308959"/>
            </a:xfrm>
            <a:prstGeom prst="rect">
              <a:avLst/>
            </a:prstGeom>
          </p:spPr>
        </p:pic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72C032D6-D2C7-4363-CBE8-90C0C265E1E9}"/>
              </a:ext>
            </a:extLst>
          </p:cNvPr>
          <p:cNvSpPr txBox="1"/>
          <p:nvPr/>
        </p:nvSpPr>
        <p:spPr>
          <a:xfrm>
            <a:off x="9547299" y="3352448"/>
            <a:ext cx="1568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dirty="0">
                <a:latin typeface="Levenim MT" panose="02010502060101010101" pitchFamily="2" charset="-79"/>
                <a:cs typeface="Levenim MT" panose="02010502060101010101" pitchFamily="2" charset="-79"/>
              </a:rPr>
              <a:t>Breeding in captivity</a:t>
            </a:r>
          </a:p>
        </p:txBody>
      </p:sp>
    </p:spTree>
    <p:extLst>
      <p:ext uri="{BB962C8B-B14F-4D97-AF65-F5344CB8AC3E}">
        <p14:creationId xmlns:p14="http://schemas.microsoft.com/office/powerpoint/2010/main" val="3187059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113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Levenim MT</vt:lpstr>
      <vt:lpstr>Office Theme</vt:lpstr>
      <vt:lpstr>PowerPoint Presentation</vt:lpstr>
      <vt:lpstr>PowerPoint Presentation</vt:lpstr>
      <vt:lpstr>3 examples</vt:lpstr>
      <vt:lpstr>PowerPoint Presentation</vt:lpstr>
      <vt:lpstr>PowerPoint Presentation</vt:lpstr>
    </vt:vector>
  </TitlesOfParts>
  <Company>The University of Queensland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Luz Pascal</dc:creator>
  <cp:lastModifiedBy>Luz Pascal</cp:lastModifiedBy>
  <cp:revision>2</cp:revision>
  <dcterms:created xsi:type="dcterms:W3CDTF">2026-05-07T04:51:53Z</dcterms:created>
  <dcterms:modified xsi:type="dcterms:W3CDTF">2026-09-23T01:48:52Z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2026-05-07T04:51:54Z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9334ac3f-48f6-4fab-a1eb-da3f7025cd49</vt:lpwstr>
  </property>
  <property fmtid="{D5CDD505-2E9C-101B-9397-08002B2CF9AE}" pid="8" name="MSIP_Label_0f488380-630a-4f55-a077-a19445e3f360_ContentBits">
    <vt:lpwstr>0</vt:lpwstr>
  </property>
  <property fmtid="{D5CDD505-2E9C-101B-9397-08002B2CF9AE}" pid="9" name="MSIP_Label_0f488380-630a-4f55-a077-a19445e3f360_Tag">
    <vt:lpwstr>10, 3, 0, 1</vt:lpwstr>
  </property>
</Properties>
</file>