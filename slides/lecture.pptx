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258" r:id="rId2"/>
    <p:sldId id="321" r:id="rId3"/>
    <p:sldId id="439" r:id="rId4"/>
    <p:sldId id="433" r:id="rId5"/>
    <p:sldId id="328" r:id="rId6"/>
    <p:sldId id="288" r:id="rId7"/>
    <p:sldId id="292" r:id="rId8"/>
    <p:sldId id="425" r:id="rId9"/>
    <p:sldId id="293" r:id="rId10"/>
    <p:sldId id="305" r:id="rId11"/>
    <p:sldId id="308" r:id="rId12"/>
    <p:sldId id="306" r:id="rId13"/>
    <p:sldId id="309" r:id="rId14"/>
    <p:sldId id="307" r:id="rId15"/>
    <p:sldId id="310" r:id="rId16"/>
    <p:sldId id="426" r:id="rId17"/>
    <p:sldId id="435" r:id="rId18"/>
    <p:sldId id="436" r:id="rId19"/>
    <p:sldId id="304" r:id="rId20"/>
    <p:sldId id="424" r:id="rId21"/>
    <p:sldId id="389" r:id="rId22"/>
    <p:sldId id="431" r:id="rId23"/>
    <p:sldId id="427" r:id="rId24"/>
    <p:sldId id="438" r:id="rId25"/>
    <p:sldId id="318" r:id="rId26"/>
    <p:sldId id="320" r:id="rId27"/>
    <p:sldId id="390" r:id="rId28"/>
    <p:sldId id="449" r:id="rId29"/>
    <p:sldId id="441" r:id="rId30"/>
    <p:sldId id="440" r:id="rId31"/>
    <p:sldId id="442" r:id="rId32"/>
    <p:sldId id="443" r:id="rId33"/>
    <p:sldId id="445" r:id="rId34"/>
    <p:sldId id="446" r:id="rId35"/>
    <p:sldId id="447" r:id="rId36"/>
    <p:sldId id="451" r:id="rId37"/>
    <p:sldId id="450" r:id="rId38"/>
    <p:sldId id="322" r:id="rId39"/>
    <p:sldId id="448" r:id="rId40"/>
    <p:sldId id="429" r:id="rId41"/>
    <p:sldId id="316" r:id="rId42"/>
    <p:sldId id="319" r:id="rId43"/>
    <p:sldId id="414" r:id="rId44"/>
    <p:sldId id="415" r:id="rId45"/>
    <p:sldId id="416" r:id="rId46"/>
    <p:sldId id="417" r:id="rId47"/>
    <p:sldId id="418" r:id="rId48"/>
    <p:sldId id="419" r:id="rId49"/>
    <p:sldId id="420" r:id="rId50"/>
    <p:sldId id="391" r:id="rId51"/>
    <p:sldId id="432" r:id="rId52"/>
    <p:sldId id="294" r:id="rId53"/>
    <p:sldId id="344" r:id="rId54"/>
    <p:sldId id="345" r:id="rId55"/>
    <p:sldId id="346" r:id="rId56"/>
    <p:sldId id="347" r:id="rId57"/>
    <p:sldId id="348" r:id="rId58"/>
    <p:sldId id="349" r:id="rId59"/>
    <p:sldId id="350" r:id="rId60"/>
    <p:sldId id="351" r:id="rId61"/>
    <p:sldId id="352" r:id="rId62"/>
    <p:sldId id="353" r:id="rId63"/>
    <p:sldId id="354" r:id="rId64"/>
    <p:sldId id="355" r:id="rId65"/>
    <p:sldId id="357" r:id="rId66"/>
    <p:sldId id="356" r:id="rId67"/>
    <p:sldId id="421" r:id="rId68"/>
    <p:sldId id="358" r:id="rId69"/>
    <p:sldId id="359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206E"/>
    <a:srgbClr val="764A71"/>
    <a:srgbClr val="3B7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E86CE3-B6E3-4A1A-968F-4D070C0889E1}" v="573" dt="2026-09-24T02:11:22.3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88" autoAdjust="0"/>
    <p:restoredTop sz="94186" autoAdjust="0"/>
  </p:normalViewPr>
  <p:slideViewPr>
    <p:cSldViewPr snapToGrid="0">
      <p:cViewPr varScale="1">
        <p:scale>
          <a:sx n="104" d="100"/>
          <a:sy n="104" d="100"/>
        </p:scale>
        <p:origin x="10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z Pascal" userId="7fa5ceab-0349-4458-880b-7c4b9ec82b0a" providerId="ADAL" clId="{A49E9F3A-B52D-461E-ABF6-58A75CE30F76}"/>
    <pc:docChg chg="undo custSel addSld delSld modSld sldOrd">
      <pc:chgData name="Luz Pascal" userId="7fa5ceab-0349-4458-880b-7c4b9ec82b0a" providerId="ADAL" clId="{A49E9F3A-B52D-461E-ABF6-58A75CE30F76}" dt="2026-09-24T02:12:36.071" v="16615" actId="47"/>
      <pc:docMkLst>
        <pc:docMk/>
      </pc:docMkLst>
      <pc:sldChg chg="add del">
        <pc:chgData name="Luz Pascal" userId="7fa5ceab-0349-4458-880b-7c4b9ec82b0a" providerId="ADAL" clId="{A49E9F3A-B52D-461E-ABF6-58A75CE30F76}" dt="2026-09-22T22:21:46.585" v="16492"/>
        <pc:sldMkLst>
          <pc:docMk/>
          <pc:sldMk cId="0" sldId="258"/>
        </pc:sldMkLst>
      </pc:sldChg>
      <pc:sldChg chg="delSp modSp mod modShow">
        <pc:chgData name="Luz Pascal" userId="7fa5ceab-0349-4458-880b-7c4b9ec82b0a" providerId="ADAL" clId="{A49E9F3A-B52D-461E-ABF6-58A75CE30F76}" dt="2026-09-24T02:12:15.745" v="16612" actId="34476"/>
        <pc:sldMkLst>
          <pc:docMk/>
          <pc:sldMk cId="4030720380" sldId="288"/>
        </pc:sldMkLst>
        <pc:spChg chg="mod">
          <ac:chgData name="Luz Pascal" userId="7fa5ceab-0349-4458-880b-7c4b9ec82b0a" providerId="ADAL" clId="{A49E9F3A-B52D-461E-ABF6-58A75CE30F76}" dt="2026-09-02T03:36:17.246" v="12261" actId="2711"/>
          <ac:spMkLst>
            <pc:docMk/>
            <pc:sldMk cId="4030720380" sldId="288"/>
            <ac:spMk id="3" creationId="{302C3C02-8853-9B6C-09B1-0D9CF813B61D}"/>
          </ac:spMkLst>
        </pc:spChg>
        <pc:spChg chg="mod">
          <ac:chgData name="Luz Pascal" userId="7fa5ceab-0349-4458-880b-7c4b9ec82b0a" providerId="ADAL" clId="{A49E9F3A-B52D-461E-ABF6-58A75CE30F76}" dt="2026-09-02T03:36:17.246" v="12261" actId="2711"/>
          <ac:spMkLst>
            <pc:docMk/>
            <pc:sldMk cId="4030720380" sldId="288"/>
            <ac:spMk id="4" creationId="{5B08AF8A-160A-6FBA-FC0B-AD1267DAD0CB}"/>
          </ac:spMkLst>
        </pc:spChg>
        <pc:spChg chg="mod">
          <ac:chgData name="Luz Pascal" userId="7fa5ceab-0349-4458-880b-7c4b9ec82b0a" providerId="ADAL" clId="{A49E9F3A-B52D-461E-ABF6-58A75CE30F76}" dt="2026-09-02T03:36:17.246" v="12261" actId="2711"/>
          <ac:spMkLst>
            <pc:docMk/>
            <pc:sldMk cId="4030720380" sldId="288"/>
            <ac:spMk id="7" creationId="{FC4622B6-95DF-098F-28FC-DD231ABE51DC}"/>
          </ac:spMkLst>
        </pc:spChg>
        <pc:spChg chg="mod">
          <ac:chgData name="Luz Pascal" userId="7fa5ceab-0349-4458-880b-7c4b9ec82b0a" providerId="ADAL" clId="{A49E9F3A-B52D-461E-ABF6-58A75CE30F76}" dt="2026-09-02T03:36:17.246" v="12261" actId="2711"/>
          <ac:spMkLst>
            <pc:docMk/>
            <pc:sldMk cId="4030720380" sldId="288"/>
            <ac:spMk id="8" creationId="{D1AB880D-440F-29D0-460F-26AC6404BD72}"/>
          </ac:spMkLst>
        </pc:spChg>
        <pc:spChg chg="mod">
          <ac:chgData name="Luz Pascal" userId="7fa5ceab-0349-4458-880b-7c4b9ec82b0a" providerId="ADAL" clId="{A49E9F3A-B52D-461E-ABF6-58A75CE30F76}" dt="2026-09-02T03:36:17.246" v="12261" actId="2711"/>
          <ac:spMkLst>
            <pc:docMk/>
            <pc:sldMk cId="4030720380" sldId="288"/>
            <ac:spMk id="10" creationId="{2691F407-229B-4CA0-F949-11FB8AB175E9}"/>
          </ac:spMkLst>
        </pc:spChg>
        <pc:spChg chg="mod">
          <ac:chgData name="Luz Pascal" userId="7fa5ceab-0349-4458-880b-7c4b9ec82b0a" providerId="ADAL" clId="{A49E9F3A-B52D-461E-ABF6-58A75CE30F76}" dt="2026-09-02T03:36:17.246" v="12261" actId="2711"/>
          <ac:spMkLst>
            <pc:docMk/>
            <pc:sldMk cId="4030720380" sldId="288"/>
            <ac:spMk id="11" creationId="{0DDB2705-2FDE-F4D2-9D0C-4B36A9BAD73B}"/>
          </ac:spMkLst>
        </pc:spChg>
        <pc:grpChg chg="mod">
          <ac:chgData name="Luz Pascal" userId="7fa5ceab-0349-4458-880b-7c4b9ec82b0a" providerId="ADAL" clId="{A49E9F3A-B52D-461E-ABF6-58A75CE30F76}" dt="2026-09-02T03:36:20.740" v="12263" actId="1076"/>
          <ac:grpSpMkLst>
            <pc:docMk/>
            <pc:sldMk cId="4030720380" sldId="288"/>
            <ac:grpSpMk id="12" creationId="{B565D261-A450-666C-B0BB-E935A73C64F1}"/>
          </ac:grpSpMkLst>
        </pc:grpChg>
      </pc:sldChg>
      <pc:sldChg chg="addSp delSp modSp mod delAnim modAnim">
        <pc:chgData name="Luz Pascal" userId="7fa5ceab-0349-4458-880b-7c4b9ec82b0a" providerId="ADAL" clId="{A49E9F3A-B52D-461E-ABF6-58A75CE30F76}" dt="2026-09-14T01:59:51.109" v="12424"/>
        <pc:sldMkLst>
          <pc:docMk/>
          <pc:sldMk cId="1010126411" sldId="292"/>
        </pc:sldMkLst>
        <pc:picChg chg="add">
          <ac:chgData name="Luz Pascal" userId="7fa5ceab-0349-4458-880b-7c4b9ec82b0a" providerId="ADAL" clId="{A49E9F3A-B52D-461E-ABF6-58A75CE30F76}" dt="2026-09-14T01:59:47.728" v="12423" actId="22"/>
          <ac:picMkLst>
            <pc:docMk/>
            <pc:sldMk cId="1010126411" sldId="292"/>
            <ac:picMk id="7" creationId="{F19025C5-3D59-A87F-A7F4-F517716990D0}"/>
          </ac:picMkLst>
        </pc:picChg>
      </pc:sldChg>
      <pc:sldChg chg="delSp modSp mod modAnim">
        <pc:chgData name="Luz Pascal" userId="7fa5ceab-0349-4458-880b-7c4b9ec82b0a" providerId="ADAL" clId="{A49E9F3A-B52D-461E-ABF6-58A75CE30F76}" dt="2026-09-18T03:54:33.642" v="14514"/>
        <pc:sldMkLst>
          <pc:docMk/>
          <pc:sldMk cId="475272841" sldId="293"/>
        </pc:sldMkLst>
        <pc:spChg chg="mod">
          <ac:chgData name="Luz Pascal" userId="7fa5ceab-0349-4458-880b-7c4b9ec82b0a" providerId="ADAL" clId="{A49E9F3A-B52D-461E-ABF6-58A75CE30F76}" dt="2026-09-02T03:36:53.446" v="12264" actId="2711"/>
          <ac:spMkLst>
            <pc:docMk/>
            <pc:sldMk cId="475272841" sldId="293"/>
            <ac:spMk id="4" creationId="{5B08AF8A-160A-6FBA-FC0B-AD1267DAD0CB}"/>
          </ac:spMkLst>
        </pc:spChg>
        <pc:spChg chg="mod">
          <ac:chgData name="Luz Pascal" userId="7fa5ceab-0349-4458-880b-7c4b9ec82b0a" providerId="ADAL" clId="{A49E9F3A-B52D-461E-ABF6-58A75CE30F76}" dt="2026-09-02T03:36:53.446" v="12264" actId="2711"/>
          <ac:spMkLst>
            <pc:docMk/>
            <pc:sldMk cId="475272841" sldId="293"/>
            <ac:spMk id="11" creationId="{152A9316-750A-210C-3E53-B0916EDF0FF8}"/>
          </ac:spMkLst>
        </pc:spChg>
        <pc:spChg chg="mod">
          <ac:chgData name="Luz Pascal" userId="7fa5ceab-0349-4458-880b-7c4b9ec82b0a" providerId="ADAL" clId="{A49E9F3A-B52D-461E-ABF6-58A75CE30F76}" dt="2026-09-14T01:56:49.353" v="12402" actId="14100"/>
          <ac:spMkLst>
            <pc:docMk/>
            <pc:sldMk cId="475272841" sldId="293"/>
            <ac:spMk id="12" creationId="{E36DD046-65AA-A838-DEDB-AAF2FDAC4ADC}"/>
          </ac:spMkLst>
        </pc:spChg>
      </pc:sldChg>
      <pc:sldChg chg="delSp modSp mod">
        <pc:chgData name="Luz Pascal" userId="7fa5ceab-0349-4458-880b-7c4b9ec82b0a" providerId="ADAL" clId="{A49E9F3A-B52D-461E-ABF6-58A75CE30F76}" dt="2026-09-14T01:43:30.135" v="12377" actId="27636"/>
        <pc:sldMkLst>
          <pc:docMk/>
          <pc:sldMk cId="1365621564" sldId="294"/>
        </pc:sldMkLst>
        <pc:spChg chg="mod">
          <ac:chgData name="Luz Pascal" userId="7fa5ceab-0349-4458-880b-7c4b9ec82b0a" providerId="ADAL" clId="{A49E9F3A-B52D-461E-ABF6-58A75CE30F76}" dt="2026-09-14T01:43:30.135" v="12377" actId="27636"/>
          <ac:spMkLst>
            <pc:docMk/>
            <pc:sldMk cId="1365621564" sldId="294"/>
            <ac:spMk id="9" creationId="{185A8751-FA50-C281-946D-20C6C3A81915}"/>
          </ac:spMkLst>
        </pc:spChg>
      </pc:sldChg>
      <pc:sldChg chg="addSp delSp modSp mod">
        <pc:chgData name="Luz Pascal" userId="7fa5ceab-0349-4458-880b-7c4b9ec82b0a" providerId="ADAL" clId="{A49E9F3A-B52D-461E-ABF6-58A75CE30F76}" dt="2026-09-17T05:38:33.822" v="14059" actId="22"/>
        <pc:sldMkLst>
          <pc:docMk/>
          <pc:sldMk cId="1496636655" sldId="304"/>
        </pc:sldMkLst>
        <pc:spChg chg="mod">
          <ac:chgData name="Luz Pascal" userId="7fa5ceab-0349-4458-880b-7c4b9ec82b0a" providerId="ADAL" clId="{A49E9F3A-B52D-461E-ABF6-58A75CE30F76}" dt="2026-09-14T03:55:17.421" v="12474" actId="20577"/>
          <ac:spMkLst>
            <pc:docMk/>
            <pc:sldMk cId="1496636655" sldId="304"/>
            <ac:spMk id="5" creationId="{19D54F24-EF6C-E020-ECBC-F2FF8C169BD9}"/>
          </ac:spMkLst>
        </pc:spChg>
        <pc:spChg chg="add mod">
          <ac:chgData name="Luz Pascal" userId="7fa5ceab-0349-4458-880b-7c4b9ec82b0a" providerId="ADAL" clId="{A49E9F3A-B52D-461E-ABF6-58A75CE30F76}" dt="2026-09-17T05:38:31.751" v="14057" actId="1076"/>
          <ac:spMkLst>
            <pc:docMk/>
            <pc:sldMk cId="1496636655" sldId="304"/>
            <ac:spMk id="6" creationId="{07F4082A-2BA5-5670-925F-6EFE4E10A05D}"/>
          </ac:spMkLst>
        </pc:spChg>
        <pc:spChg chg="mod">
          <ac:chgData name="Luz Pascal" userId="7fa5ceab-0349-4458-880b-7c4b9ec82b0a" providerId="ADAL" clId="{A49E9F3A-B52D-461E-ABF6-58A75CE30F76}" dt="2026-09-17T05:38:26.644" v="14055" actId="1076"/>
          <ac:spMkLst>
            <pc:docMk/>
            <pc:sldMk cId="1496636655" sldId="304"/>
            <ac:spMk id="14" creationId="{26440423-254B-B52C-8162-676BD3316E97}"/>
          </ac:spMkLst>
        </pc:spChg>
        <pc:spChg chg="add mod">
          <ac:chgData name="Luz Pascal" userId="7fa5ceab-0349-4458-880b-7c4b9ec82b0a" providerId="ADAL" clId="{A49E9F3A-B52D-461E-ABF6-58A75CE30F76}" dt="2026-09-17T05:38:31.751" v="14057" actId="1076"/>
          <ac:spMkLst>
            <pc:docMk/>
            <pc:sldMk cId="1496636655" sldId="304"/>
            <ac:spMk id="18" creationId="{3ECF0962-319F-251C-9586-6C4FB5E257BF}"/>
          </ac:spMkLst>
        </pc:spChg>
      </pc:sldChg>
      <pc:sldChg chg="delSp modSp mod modAnim">
        <pc:chgData name="Luz Pascal" userId="7fa5ceab-0349-4458-880b-7c4b9ec82b0a" providerId="ADAL" clId="{A49E9F3A-B52D-461E-ABF6-58A75CE30F76}" dt="2026-09-18T03:54:45.666" v="14517"/>
        <pc:sldMkLst>
          <pc:docMk/>
          <pc:sldMk cId="2201677185" sldId="305"/>
        </pc:sldMkLst>
        <pc:spChg chg="mod">
          <ac:chgData name="Luz Pascal" userId="7fa5ceab-0349-4458-880b-7c4b9ec82b0a" providerId="ADAL" clId="{A49E9F3A-B52D-461E-ABF6-58A75CE30F76}" dt="2026-09-02T03:52:06.338" v="12266" actId="2711"/>
          <ac:spMkLst>
            <pc:docMk/>
            <pc:sldMk cId="2201677185" sldId="305"/>
            <ac:spMk id="2" creationId="{06FC1DF9-1180-1FF9-45CC-2AC3806CF73A}"/>
          </ac:spMkLst>
        </pc:spChg>
        <pc:spChg chg="mod">
          <ac:chgData name="Luz Pascal" userId="7fa5ceab-0349-4458-880b-7c4b9ec82b0a" providerId="ADAL" clId="{A49E9F3A-B52D-461E-ABF6-58A75CE30F76}" dt="2026-09-02T03:52:06.338" v="12266" actId="2711"/>
          <ac:spMkLst>
            <pc:docMk/>
            <pc:sldMk cId="2201677185" sldId="305"/>
            <ac:spMk id="4" creationId="{5B08AF8A-160A-6FBA-FC0B-AD1267DAD0CB}"/>
          </ac:spMkLst>
        </pc:spChg>
        <pc:spChg chg="mod">
          <ac:chgData name="Luz Pascal" userId="7fa5ceab-0349-4458-880b-7c4b9ec82b0a" providerId="ADAL" clId="{A49E9F3A-B52D-461E-ABF6-58A75CE30F76}" dt="2026-09-02T03:52:06.338" v="12266" actId="2711"/>
          <ac:spMkLst>
            <pc:docMk/>
            <pc:sldMk cId="2201677185" sldId="305"/>
            <ac:spMk id="7" creationId="{822EEC91-7472-F3E5-3AE4-2BFD9A072372}"/>
          </ac:spMkLst>
        </pc:spChg>
        <pc:spChg chg="mod">
          <ac:chgData name="Luz Pascal" userId="7fa5ceab-0349-4458-880b-7c4b9ec82b0a" providerId="ADAL" clId="{A49E9F3A-B52D-461E-ABF6-58A75CE30F76}" dt="2026-09-02T03:52:06.338" v="12266" actId="2711"/>
          <ac:spMkLst>
            <pc:docMk/>
            <pc:sldMk cId="2201677185" sldId="305"/>
            <ac:spMk id="9" creationId="{91D580AC-C155-FB62-63FF-8FA79D30AA27}"/>
          </ac:spMkLst>
        </pc:spChg>
        <pc:spChg chg="mod">
          <ac:chgData name="Luz Pascal" userId="7fa5ceab-0349-4458-880b-7c4b9ec82b0a" providerId="ADAL" clId="{A49E9F3A-B52D-461E-ABF6-58A75CE30F76}" dt="2026-09-02T03:52:50.630" v="12290" actId="1076"/>
          <ac:spMkLst>
            <pc:docMk/>
            <pc:sldMk cId="2201677185" sldId="305"/>
            <ac:spMk id="12" creationId="{E36DD046-65AA-A838-DEDB-AAF2FDAC4ADC}"/>
          </ac:spMkLst>
        </pc:spChg>
        <pc:spChg chg="mod">
          <ac:chgData name="Luz Pascal" userId="7fa5ceab-0349-4458-880b-7c4b9ec82b0a" providerId="ADAL" clId="{A49E9F3A-B52D-461E-ABF6-58A75CE30F76}" dt="2026-09-02T03:54:38.912" v="12306" actId="122"/>
          <ac:spMkLst>
            <pc:docMk/>
            <pc:sldMk cId="2201677185" sldId="305"/>
            <ac:spMk id="15" creationId="{7DD9652E-8921-38A8-BA0B-97F6F509B94E}"/>
          </ac:spMkLst>
        </pc:spChg>
        <pc:spChg chg="mod">
          <ac:chgData name="Luz Pascal" userId="7fa5ceab-0349-4458-880b-7c4b9ec82b0a" providerId="ADAL" clId="{A49E9F3A-B52D-461E-ABF6-58A75CE30F76}" dt="2026-09-02T03:52:37.349" v="12282" actId="1076"/>
          <ac:spMkLst>
            <pc:docMk/>
            <pc:sldMk cId="2201677185" sldId="305"/>
            <ac:spMk id="16" creationId="{22B7B2C8-577D-15D4-2FCA-DBAADB6C95E7}"/>
          </ac:spMkLst>
        </pc:spChg>
        <pc:spChg chg="mod">
          <ac:chgData name="Luz Pascal" userId="7fa5ceab-0349-4458-880b-7c4b9ec82b0a" providerId="ADAL" clId="{A49E9F3A-B52D-461E-ABF6-58A75CE30F76}" dt="2026-09-02T03:53:44.152" v="12297" actId="12789"/>
          <ac:spMkLst>
            <pc:docMk/>
            <pc:sldMk cId="2201677185" sldId="305"/>
            <ac:spMk id="17" creationId="{670BC4A0-9E54-6788-C68E-154818B6512F}"/>
          </ac:spMkLst>
        </pc:spChg>
        <pc:spChg chg="mod">
          <ac:chgData name="Luz Pascal" userId="7fa5ceab-0349-4458-880b-7c4b9ec82b0a" providerId="ADAL" clId="{A49E9F3A-B52D-461E-ABF6-58A75CE30F76}" dt="2026-09-02T03:54:38.912" v="12306" actId="122"/>
          <ac:spMkLst>
            <pc:docMk/>
            <pc:sldMk cId="2201677185" sldId="305"/>
            <ac:spMk id="21" creationId="{2E633335-9559-5BB9-C27E-457E59087826}"/>
          </ac:spMkLst>
        </pc:spChg>
        <pc:spChg chg="mod">
          <ac:chgData name="Luz Pascal" userId="7fa5ceab-0349-4458-880b-7c4b9ec82b0a" providerId="ADAL" clId="{A49E9F3A-B52D-461E-ABF6-58A75CE30F76}" dt="2026-09-02T03:53:37.580" v="12296" actId="12789"/>
          <ac:spMkLst>
            <pc:docMk/>
            <pc:sldMk cId="2201677185" sldId="305"/>
            <ac:spMk id="23" creationId="{05E93C32-32BB-3675-DB94-DA5A5474685D}"/>
          </ac:spMkLst>
        </pc:spChg>
      </pc:sldChg>
      <pc:sldChg chg="addSp delSp modSp mod delAnim modAnim">
        <pc:chgData name="Luz Pascal" userId="7fa5ceab-0349-4458-880b-7c4b9ec82b0a" providerId="ADAL" clId="{A49E9F3A-B52D-461E-ABF6-58A75CE30F76}" dt="2026-09-14T04:23:21.853" v="12618"/>
        <pc:sldMkLst>
          <pc:docMk/>
          <pc:sldMk cId="1380124307" sldId="306"/>
        </pc:sldMkLst>
        <pc:spChg chg="mod">
          <ac:chgData name="Luz Pascal" userId="7fa5ceab-0349-4458-880b-7c4b9ec82b0a" providerId="ADAL" clId="{A49E9F3A-B52D-461E-ABF6-58A75CE30F76}" dt="2026-09-02T03:55:54.338" v="12317" actId="2711"/>
          <ac:spMkLst>
            <pc:docMk/>
            <pc:sldMk cId="1380124307" sldId="306"/>
            <ac:spMk id="3" creationId="{F66885E1-4E6E-7D0A-C999-E9C4689BAAD3}"/>
          </ac:spMkLst>
        </pc:spChg>
        <pc:spChg chg="mod">
          <ac:chgData name="Luz Pascal" userId="7fa5ceab-0349-4458-880b-7c4b9ec82b0a" providerId="ADAL" clId="{A49E9F3A-B52D-461E-ABF6-58A75CE30F76}" dt="2026-09-02T03:55:54.338" v="12317" actId="2711"/>
          <ac:spMkLst>
            <pc:docMk/>
            <pc:sldMk cId="1380124307" sldId="306"/>
            <ac:spMk id="4" creationId="{5B08AF8A-160A-6FBA-FC0B-AD1267DAD0CB}"/>
          </ac:spMkLst>
        </pc:spChg>
        <pc:spChg chg="add mod">
          <ac:chgData name="Luz Pascal" userId="7fa5ceab-0349-4458-880b-7c4b9ec82b0a" providerId="ADAL" clId="{A49E9F3A-B52D-461E-ABF6-58A75CE30F76}" dt="2026-09-14T04:22:36.966" v="12613"/>
          <ac:spMkLst>
            <pc:docMk/>
            <pc:sldMk cId="1380124307" sldId="306"/>
            <ac:spMk id="6" creationId="{3D80F3CB-5E7D-9E1C-CA91-0797DF9663DB}"/>
          </ac:spMkLst>
        </pc:spChg>
        <pc:spChg chg="mod">
          <ac:chgData name="Luz Pascal" userId="7fa5ceab-0349-4458-880b-7c4b9ec82b0a" providerId="ADAL" clId="{A49E9F3A-B52D-461E-ABF6-58A75CE30F76}" dt="2026-09-02T03:55:54.338" v="12317" actId="2711"/>
          <ac:spMkLst>
            <pc:docMk/>
            <pc:sldMk cId="1380124307" sldId="306"/>
            <ac:spMk id="9" creationId="{E14B2F2D-6C20-CB9D-5C03-0037AE3CF912}"/>
          </ac:spMkLst>
        </pc:spChg>
        <pc:spChg chg="mod">
          <ac:chgData name="Luz Pascal" userId="7fa5ceab-0349-4458-880b-7c4b9ec82b0a" providerId="ADAL" clId="{A49E9F3A-B52D-461E-ABF6-58A75CE30F76}" dt="2026-09-02T03:55:54.338" v="12317" actId="2711"/>
          <ac:spMkLst>
            <pc:docMk/>
            <pc:sldMk cId="1380124307" sldId="306"/>
            <ac:spMk id="10" creationId="{2B6E1DCC-60A0-A897-B87F-3BB7F7BF7BAB}"/>
          </ac:spMkLst>
        </pc:spChg>
        <pc:spChg chg="mod">
          <ac:chgData name="Luz Pascal" userId="7fa5ceab-0349-4458-880b-7c4b9ec82b0a" providerId="ADAL" clId="{A49E9F3A-B52D-461E-ABF6-58A75CE30F76}" dt="2026-09-02T03:55:54.338" v="12317" actId="2711"/>
          <ac:spMkLst>
            <pc:docMk/>
            <pc:sldMk cId="1380124307" sldId="306"/>
            <ac:spMk id="13" creationId="{7A60F427-E980-70A5-B17F-8D208119C4A6}"/>
          </ac:spMkLst>
        </pc:spChg>
        <pc:spChg chg="mod">
          <ac:chgData name="Luz Pascal" userId="7fa5ceab-0349-4458-880b-7c4b9ec82b0a" providerId="ADAL" clId="{A49E9F3A-B52D-461E-ABF6-58A75CE30F76}" dt="2026-09-02T03:55:54.338" v="12317" actId="2711"/>
          <ac:spMkLst>
            <pc:docMk/>
            <pc:sldMk cId="1380124307" sldId="306"/>
            <ac:spMk id="22" creationId="{52C0E008-4F91-8E76-076B-3856E520E157}"/>
          </ac:spMkLst>
        </pc:spChg>
        <pc:spChg chg="add mod">
          <ac:chgData name="Luz Pascal" userId="7fa5ceab-0349-4458-880b-7c4b9ec82b0a" providerId="ADAL" clId="{A49E9F3A-B52D-461E-ABF6-58A75CE30F76}" dt="2026-09-02T03:55:43.463" v="12316" actId="1076"/>
          <ac:spMkLst>
            <pc:docMk/>
            <pc:sldMk cId="1380124307" sldId="306"/>
            <ac:spMk id="42" creationId="{29CC887D-428A-07DB-B7D6-2A16F06A737D}"/>
          </ac:spMkLst>
        </pc:spChg>
        <pc:spChg chg="add mod">
          <ac:chgData name="Luz Pascal" userId="7fa5ceab-0349-4458-880b-7c4b9ec82b0a" providerId="ADAL" clId="{A49E9F3A-B52D-461E-ABF6-58A75CE30F76}" dt="2026-09-02T03:55:43.463" v="12316" actId="1076"/>
          <ac:spMkLst>
            <pc:docMk/>
            <pc:sldMk cId="1380124307" sldId="306"/>
            <ac:spMk id="44" creationId="{2840D4B1-232E-F941-8DAC-29E2D87934D6}"/>
          </ac:spMkLst>
        </pc:spChg>
        <pc:spChg chg="mod">
          <ac:chgData name="Luz Pascal" userId="7fa5ceab-0349-4458-880b-7c4b9ec82b0a" providerId="ADAL" clId="{A49E9F3A-B52D-461E-ABF6-58A75CE30F76}" dt="2026-09-02T03:58:05.822" v="12322"/>
          <ac:spMkLst>
            <pc:docMk/>
            <pc:sldMk cId="1380124307" sldId="306"/>
            <ac:spMk id="46" creationId="{BA03F340-43E8-D312-C68B-D6CF49BB30AF}"/>
          </ac:spMkLst>
        </pc:spChg>
        <pc:spChg chg="mod">
          <ac:chgData name="Luz Pascal" userId="7fa5ceab-0349-4458-880b-7c4b9ec82b0a" providerId="ADAL" clId="{A49E9F3A-B52D-461E-ABF6-58A75CE30F76}" dt="2026-09-02T03:58:05.822" v="12322"/>
          <ac:spMkLst>
            <pc:docMk/>
            <pc:sldMk cId="1380124307" sldId="306"/>
            <ac:spMk id="51" creationId="{436BF500-FECE-0674-13BD-118B4B87DCD8}"/>
          </ac:spMkLst>
        </pc:spChg>
        <pc:spChg chg="mod">
          <ac:chgData name="Luz Pascal" userId="7fa5ceab-0349-4458-880b-7c4b9ec82b0a" providerId="ADAL" clId="{A49E9F3A-B52D-461E-ABF6-58A75CE30F76}" dt="2026-09-02T03:58:05.822" v="12322"/>
          <ac:spMkLst>
            <pc:docMk/>
            <pc:sldMk cId="1380124307" sldId="306"/>
            <ac:spMk id="52" creationId="{EBAE0190-8200-1132-C06C-C082FC39B6CA}"/>
          </ac:spMkLst>
        </pc:spChg>
        <pc:spChg chg="mod">
          <ac:chgData name="Luz Pascal" userId="7fa5ceab-0349-4458-880b-7c4b9ec82b0a" providerId="ADAL" clId="{A49E9F3A-B52D-461E-ABF6-58A75CE30F76}" dt="2026-09-02T03:58:05.822" v="12322"/>
          <ac:spMkLst>
            <pc:docMk/>
            <pc:sldMk cId="1380124307" sldId="306"/>
            <ac:spMk id="63" creationId="{67CFEC31-C48B-B234-AD6A-557CA7035C01}"/>
          </ac:spMkLst>
        </pc:spChg>
        <pc:spChg chg="mod">
          <ac:chgData name="Luz Pascal" userId="7fa5ceab-0349-4458-880b-7c4b9ec82b0a" providerId="ADAL" clId="{A49E9F3A-B52D-461E-ABF6-58A75CE30F76}" dt="2026-09-02T03:58:05.822" v="12322"/>
          <ac:spMkLst>
            <pc:docMk/>
            <pc:sldMk cId="1380124307" sldId="306"/>
            <ac:spMk id="65" creationId="{25053DEB-5CFA-A60B-A7B1-C24A853FAAF4}"/>
          </ac:spMkLst>
        </pc:spChg>
        <pc:spChg chg="mod">
          <ac:chgData name="Luz Pascal" userId="7fa5ceab-0349-4458-880b-7c4b9ec82b0a" providerId="ADAL" clId="{A49E9F3A-B52D-461E-ABF6-58A75CE30F76}" dt="2026-09-02T03:58:05.822" v="12322"/>
          <ac:spMkLst>
            <pc:docMk/>
            <pc:sldMk cId="1380124307" sldId="306"/>
            <ac:spMk id="66" creationId="{A62BF527-913B-A667-4DCB-06747920927D}"/>
          </ac:spMkLst>
        </pc:spChg>
        <pc:spChg chg="mod">
          <ac:chgData name="Luz Pascal" userId="7fa5ceab-0349-4458-880b-7c4b9ec82b0a" providerId="ADAL" clId="{A49E9F3A-B52D-461E-ABF6-58A75CE30F76}" dt="2026-09-02T03:58:05.822" v="12322"/>
          <ac:spMkLst>
            <pc:docMk/>
            <pc:sldMk cId="1380124307" sldId="306"/>
            <ac:spMk id="70" creationId="{98B53926-A523-F9DD-9AAB-43BC10CB9C61}"/>
          </ac:spMkLst>
        </pc:spChg>
        <pc:spChg chg="mod">
          <ac:chgData name="Luz Pascal" userId="7fa5ceab-0349-4458-880b-7c4b9ec82b0a" providerId="ADAL" clId="{A49E9F3A-B52D-461E-ABF6-58A75CE30F76}" dt="2026-09-02T03:58:05.822" v="12322"/>
          <ac:spMkLst>
            <pc:docMk/>
            <pc:sldMk cId="1380124307" sldId="306"/>
            <ac:spMk id="71" creationId="{6C494F46-B4F3-BC3E-8F03-ED4E225FF083}"/>
          </ac:spMkLst>
        </pc:spChg>
        <pc:picChg chg="mod">
          <ac:chgData name="Luz Pascal" userId="7fa5ceab-0349-4458-880b-7c4b9ec82b0a" providerId="ADAL" clId="{A49E9F3A-B52D-461E-ABF6-58A75CE30F76}" dt="2026-09-02T03:58:05.822" v="12322"/>
          <ac:picMkLst>
            <pc:docMk/>
            <pc:sldMk cId="1380124307" sldId="306"/>
            <ac:picMk id="48" creationId="{C39E0D24-6161-B782-4172-DFCA339AA112}"/>
          </ac:picMkLst>
        </pc:picChg>
        <pc:picChg chg="mod">
          <ac:chgData name="Luz Pascal" userId="7fa5ceab-0349-4458-880b-7c4b9ec82b0a" providerId="ADAL" clId="{A49E9F3A-B52D-461E-ABF6-58A75CE30F76}" dt="2026-09-02T03:58:05.822" v="12322"/>
          <ac:picMkLst>
            <pc:docMk/>
            <pc:sldMk cId="1380124307" sldId="306"/>
            <ac:picMk id="49" creationId="{D993C6EB-9245-593A-695C-1FF1C2D48223}"/>
          </ac:picMkLst>
        </pc:picChg>
      </pc:sldChg>
      <pc:sldChg chg="addSp delSp modSp mod delAnim modAnim">
        <pc:chgData name="Luz Pascal" userId="7fa5ceab-0349-4458-880b-7c4b9ec82b0a" providerId="ADAL" clId="{A49E9F3A-B52D-461E-ABF6-58A75CE30F76}" dt="2026-09-14T04:25:09.271" v="12630"/>
        <pc:sldMkLst>
          <pc:docMk/>
          <pc:sldMk cId="3733252146" sldId="307"/>
        </pc:sldMkLst>
        <pc:spChg chg="add mod">
          <ac:chgData name="Luz Pascal" userId="7fa5ceab-0349-4458-880b-7c4b9ec82b0a" providerId="ADAL" clId="{A49E9F3A-B52D-461E-ABF6-58A75CE30F76}" dt="2026-09-14T04:24:45.633" v="12625" actId="1076"/>
          <ac:spMkLst>
            <pc:docMk/>
            <pc:sldMk cId="3733252146" sldId="307"/>
            <ac:spMk id="6" creationId="{7BE243FC-235A-6140-549D-054F76176561}"/>
          </ac:spMkLst>
        </pc:spChg>
        <pc:spChg chg="mod">
          <ac:chgData name="Luz Pascal" userId="7fa5ceab-0349-4458-880b-7c4b9ec82b0a" providerId="ADAL" clId="{A49E9F3A-B52D-461E-ABF6-58A75CE30F76}" dt="2026-09-02T03:58:17.107" v="12326"/>
          <ac:spMkLst>
            <pc:docMk/>
            <pc:sldMk cId="3733252146" sldId="307"/>
            <ac:spMk id="20" creationId="{D93084D9-3412-4497-1D95-4EB30DB67D9D}"/>
          </ac:spMkLst>
        </pc:spChg>
        <pc:spChg chg="mod">
          <ac:chgData name="Luz Pascal" userId="7fa5ceab-0349-4458-880b-7c4b9ec82b0a" providerId="ADAL" clId="{A49E9F3A-B52D-461E-ABF6-58A75CE30F76}" dt="2026-09-02T03:58:17.107" v="12326"/>
          <ac:spMkLst>
            <pc:docMk/>
            <pc:sldMk cId="3733252146" sldId="307"/>
            <ac:spMk id="34" creationId="{CCDC2E8C-057A-B949-9F07-43721C6C5D1C}"/>
          </ac:spMkLst>
        </pc:spChg>
        <pc:spChg chg="mod">
          <ac:chgData name="Luz Pascal" userId="7fa5ceab-0349-4458-880b-7c4b9ec82b0a" providerId="ADAL" clId="{A49E9F3A-B52D-461E-ABF6-58A75CE30F76}" dt="2026-09-02T03:58:17.107" v="12326"/>
          <ac:spMkLst>
            <pc:docMk/>
            <pc:sldMk cId="3733252146" sldId="307"/>
            <ac:spMk id="39" creationId="{F9BDC677-9C88-D35D-57E5-06CFF58D99C5}"/>
          </ac:spMkLst>
        </pc:spChg>
        <pc:spChg chg="mod">
          <ac:chgData name="Luz Pascal" userId="7fa5ceab-0349-4458-880b-7c4b9ec82b0a" providerId="ADAL" clId="{A49E9F3A-B52D-461E-ABF6-58A75CE30F76}" dt="2026-09-02T03:58:17.107" v="12326"/>
          <ac:spMkLst>
            <pc:docMk/>
            <pc:sldMk cId="3733252146" sldId="307"/>
            <ac:spMk id="40" creationId="{1A1015FD-C077-0DEB-8149-3B4578D41DF8}"/>
          </ac:spMkLst>
        </pc:spChg>
        <pc:spChg chg="mod">
          <ac:chgData name="Luz Pascal" userId="7fa5ceab-0349-4458-880b-7c4b9ec82b0a" providerId="ADAL" clId="{A49E9F3A-B52D-461E-ABF6-58A75CE30F76}" dt="2026-09-02T03:58:17.107" v="12326"/>
          <ac:spMkLst>
            <pc:docMk/>
            <pc:sldMk cId="3733252146" sldId="307"/>
            <ac:spMk id="41" creationId="{47525683-D678-54A0-F73E-838F2BB976BF}"/>
          </ac:spMkLst>
        </pc:spChg>
        <pc:spChg chg="mod">
          <ac:chgData name="Luz Pascal" userId="7fa5ceab-0349-4458-880b-7c4b9ec82b0a" providerId="ADAL" clId="{A49E9F3A-B52D-461E-ABF6-58A75CE30F76}" dt="2026-09-02T03:58:17.107" v="12326"/>
          <ac:spMkLst>
            <pc:docMk/>
            <pc:sldMk cId="3733252146" sldId="307"/>
            <ac:spMk id="42" creationId="{261FCC03-3612-E038-BAA1-FDAFE306CA4A}"/>
          </ac:spMkLst>
        </pc:spChg>
        <pc:spChg chg="mod">
          <ac:chgData name="Luz Pascal" userId="7fa5ceab-0349-4458-880b-7c4b9ec82b0a" providerId="ADAL" clId="{A49E9F3A-B52D-461E-ABF6-58A75CE30F76}" dt="2026-09-02T03:58:17.107" v="12326"/>
          <ac:spMkLst>
            <pc:docMk/>
            <pc:sldMk cId="3733252146" sldId="307"/>
            <ac:spMk id="43" creationId="{09D26A52-A08B-CD55-9735-F0005344B577}"/>
          </ac:spMkLst>
        </pc:spChg>
        <pc:spChg chg="mod">
          <ac:chgData name="Luz Pascal" userId="7fa5ceab-0349-4458-880b-7c4b9ec82b0a" providerId="ADAL" clId="{A49E9F3A-B52D-461E-ABF6-58A75CE30F76}" dt="2026-09-02T03:58:17.107" v="12326"/>
          <ac:spMkLst>
            <pc:docMk/>
            <pc:sldMk cId="3733252146" sldId="307"/>
            <ac:spMk id="44" creationId="{E6A07F25-A05F-DF81-EF7D-F9F42B6C8661}"/>
          </ac:spMkLst>
        </pc:spChg>
        <pc:spChg chg="add mod">
          <ac:chgData name="Luz Pascal" userId="7fa5ceab-0349-4458-880b-7c4b9ec82b0a" providerId="ADAL" clId="{A49E9F3A-B52D-461E-ABF6-58A75CE30F76}" dt="2026-09-02T03:58:38.238" v="12331" actId="1076"/>
          <ac:spMkLst>
            <pc:docMk/>
            <pc:sldMk cId="3733252146" sldId="307"/>
            <ac:spMk id="46" creationId="{1BCCF37E-91C8-8EA7-97BA-928BFA150B77}"/>
          </ac:spMkLst>
        </pc:spChg>
        <pc:spChg chg="add mod">
          <ac:chgData name="Luz Pascal" userId="7fa5ceab-0349-4458-880b-7c4b9ec82b0a" providerId="ADAL" clId="{A49E9F3A-B52D-461E-ABF6-58A75CE30F76}" dt="2026-09-02T03:58:42.542" v="12334" actId="1076"/>
          <ac:spMkLst>
            <pc:docMk/>
            <pc:sldMk cId="3733252146" sldId="307"/>
            <ac:spMk id="48" creationId="{7CED3C16-4B09-FB7A-429F-238E5BBC89E3}"/>
          </ac:spMkLst>
        </pc:spChg>
        <pc:picChg chg="mod">
          <ac:chgData name="Luz Pascal" userId="7fa5ceab-0349-4458-880b-7c4b9ec82b0a" providerId="ADAL" clId="{A49E9F3A-B52D-461E-ABF6-58A75CE30F76}" dt="2026-09-02T03:58:17.107" v="12326"/>
          <ac:picMkLst>
            <pc:docMk/>
            <pc:sldMk cId="3733252146" sldId="307"/>
            <ac:picMk id="28" creationId="{812DE6DE-FFEE-8E70-2454-104BA7E31FE1}"/>
          </ac:picMkLst>
        </pc:picChg>
        <pc:picChg chg="mod">
          <ac:chgData name="Luz Pascal" userId="7fa5ceab-0349-4458-880b-7c4b9ec82b0a" providerId="ADAL" clId="{A49E9F3A-B52D-461E-ABF6-58A75CE30F76}" dt="2026-09-02T03:58:17.107" v="12326"/>
          <ac:picMkLst>
            <pc:docMk/>
            <pc:sldMk cId="3733252146" sldId="307"/>
            <ac:picMk id="30" creationId="{3CDE8A5E-A07E-E5A8-1124-DD6497597B57}"/>
          </ac:picMkLst>
        </pc:picChg>
      </pc:sldChg>
      <pc:sldChg chg="addSp delSp modSp mod delAnim modAnim">
        <pc:chgData name="Luz Pascal" userId="7fa5ceab-0349-4458-880b-7c4b9ec82b0a" providerId="ADAL" clId="{A49E9F3A-B52D-461E-ABF6-58A75CE30F76}" dt="2026-09-14T04:24:12.566" v="12623"/>
        <pc:sldMkLst>
          <pc:docMk/>
          <pc:sldMk cId="4142202943" sldId="308"/>
        </pc:sldMkLst>
        <pc:spChg chg="add mod">
          <ac:chgData name="Luz Pascal" userId="7fa5ceab-0349-4458-880b-7c4b9ec82b0a" providerId="ADAL" clId="{A49E9F3A-B52D-461E-ABF6-58A75CE30F76}" dt="2026-09-14T04:21:10.678" v="12608" actId="14100"/>
          <ac:spMkLst>
            <pc:docMk/>
            <pc:sldMk cId="4142202943" sldId="308"/>
            <ac:spMk id="6" creationId="{DD1B59AC-802C-494E-35E8-CD69BF87A333}"/>
          </ac:spMkLst>
        </pc:spChg>
        <pc:spChg chg="mod">
          <ac:chgData name="Luz Pascal" userId="7fa5ceab-0349-4458-880b-7c4b9ec82b0a" providerId="ADAL" clId="{A49E9F3A-B52D-461E-ABF6-58A75CE30F76}" dt="2026-09-02T03:55:09.403" v="12311" actId="2711"/>
          <ac:spMkLst>
            <pc:docMk/>
            <pc:sldMk cId="4142202943" sldId="308"/>
            <ac:spMk id="9" creationId="{E14B2F2D-6C20-CB9D-5C03-0037AE3CF912}"/>
          </ac:spMkLst>
        </pc:spChg>
        <pc:spChg chg="mod">
          <ac:chgData name="Luz Pascal" userId="7fa5ceab-0349-4458-880b-7c4b9ec82b0a" providerId="ADAL" clId="{A49E9F3A-B52D-461E-ABF6-58A75CE30F76}" dt="2026-09-02T03:55:09.403" v="12311" actId="2711"/>
          <ac:spMkLst>
            <pc:docMk/>
            <pc:sldMk cId="4142202943" sldId="308"/>
            <ac:spMk id="10" creationId="{2B6E1DCC-60A0-A897-B87F-3BB7F7BF7BAB}"/>
          </ac:spMkLst>
        </pc:spChg>
        <pc:spChg chg="mod">
          <ac:chgData name="Luz Pascal" userId="7fa5ceab-0349-4458-880b-7c4b9ec82b0a" providerId="ADAL" clId="{A49E9F3A-B52D-461E-ABF6-58A75CE30F76}" dt="2026-09-02T03:55:09.403" v="12311" actId="2711"/>
          <ac:spMkLst>
            <pc:docMk/>
            <pc:sldMk cId="4142202943" sldId="308"/>
            <ac:spMk id="13" creationId="{7A60F427-E980-70A5-B17F-8D208119C4A6}"/>
          </ac:spMkLst>
        </pc:spChg>
        <pc:spChg chg="mod">
          <ac:chgData name="Luz Pascal" userId="7fa5ceab-0349-4458-880b-7c4b9ec82b0a" providerId="ADAL" clId="{A49E9F3A-B52D-461E-ABF6-58A75CE30F76}" dt="2026-09-02T03:55:09.403" v="12311" actId="2711"/>
          <ac:spMkLst>
            <pc:docMk/>
            <pc:sldMk cId="4142202943" sldId="308"/>
            <ac:spMk id="15" creationId="{FE591036-7248-A351-A3CA-482F4AB4D9CE}"/>
          </ac:spMkLst>
        </pc:spChg>
        <pc:spChg chg="add mod">
          <ac:chgData name="Luz Pascal" userId="7fa5ceab-0349-4458-880b-7c4b9ec82b0a" providerId="ADAL" clId="{A49E9F3A-B52D-461E-ABF6-58A75CE30F76}" dt="2026-09-02T03:54:03.583" v="12300" actId="164"/>
          <ac:spMkLst>
            <pc:docMk/>
            <pc:sldMk cId="4142202943" sldId="308"/>
            <ac:spMk id="16" creationId="{76881501-51A1-D6ED-408F-AC9BCCAEE0CE}"/>
          </ac:spMkLst>
        </pc:spChg>
        <pc:spChg chg="add mod">
          <ac:chgData name="Luz Pascal" userId="7fa5ceab-0349-4458-880b-7c4b9ec82b0a" providerId="ADAL" clId="{A49E9F3A-B52D-461E-ABF6-58A75CE30F76}" dt="2026-09-02T03:54:03.583" v="12300" actId="164"/>
          <ac:spMkLst>
            <pc:docMk/>
            <pc:sldMk cId="4142202943" sldId="308"/>
            <ac:spMk id="24" creationId="{8B42C6D4-0437-054C-E0CE-0C9790BCD758}"/>
          </ac:spMkLst>
        </pc:spChg>
        <pc:spChg chg="add mod">
          <ac:chgData name="Luz Pascal" userId="7fa5ceab-0349-4458-880b-7c4b9ec82b0a" providerId="ADAL" clId="{A49E9F3A-B52D-461E-ABF6-58A75CE30F76}" dt="2026-09-02T03:54:03.583" v="12300" actId="164"/>
          <ac:spMkLst>
            <pc:docMk/>
            <pc:sldMk cId="4142202943" sldId="308"/>
            <ac:spMk id="25" creationId="{A5E50FB3-4F69-72F3-0804-25968603F787}"/>
          </ac:spMkLst>
        </pc:spChg>
        <pc:spChg chg="mod">
          <ac:chgData name="Luz Pascal" userId="7fa5ceab-0349-4458-880b-7c4b9ec82b0a" providerId="ADAL" clId="{A49E9F3A-B52D-461E-ABF6-58A75CE30F76}" dt="2026-09-02T03:55:09.403" v="12311" actId="2711"/>
          <ac:spMkLst>
            <pc:docMk/>
            <pc:sldMk cId="4142202943" sldId="308"/>
            <ac:spMk id="26" creationId="{EB4EE62E-0E1B-023C-83CB-15FAE158BC7E}"/>
          </ac:spMkLst>
        </pc:spChg>
        <pc:spChg chg="add mod">
          <ac:chgData name="Luz Pascal" userId="7fa5ceab-0349-4458-880b-7c4b9ec82b0a" providerId="ADAL" clId="{A49E9F3A-B52D-461E-ABF6-58A75CE30F76}" dt="2026-09-02T03:54:03.583" v="12300" actId="164"/>
          <ac:spMkLst>
            <pc:docMk/>
            <pc:sldMk cId="4142202943" sldId="308"/>
            <ac:spMk id="28" creationId="{9BA5C09D-5358-5398-5FA7-E6A306392CDB}"/>
          </ac:spMkLst>
        </pc:spChg>
        <pc:spChg chg="add mod">
          <ac:chgData name="Luz Pascal" userId="7fa5ceab-0349-4458-880b-7c4b9ec82b0a" providerId="ADAL" clId="{A49E9F3A-B52D-461E-ABF6-58A75CE30F76}" dt="2026-09-02T03:55:09.403" v="12311" actId="2711"/>
          <ac:spMkLst>
            <pc:docMk/>
            <pc:sldMk cId="4142202943" sldId="308"/>
            <ac:spMk id="29" creationId="{190C9010-4401-74E4-0B13-F0FB8CFC7A3B}"/>
          </ac:spMkLst>
        </pc:spChg>
        <pc:spChg chg="add mod">
          <ac:chgData name="Luz Pascal" userId="7fa5ceab-0349-4458-880b-7c4b9ec82b0a" providerId="ADAL" clId="{A49E9F3A-B52D-461E-ABF6-58A75CE30F76}" dt="2026-09-02T03:55:09.403" v="12311" actId="2711"/>
          <ac:spMkLst>
            <pc:docMk/>
            <pc:sldMk cId="4142202943" sldId="308"/>
            <ac:spMk id="30" creationId="{8C6938AA-674B-73DD-473F-59A7C2D762C5}"/>
          </ac:spMkLst>
        </pc:spChg>
        <pc:spChg chg="add mod">
          <ac:chgData name="Luz Pascal" userId="7fa5ceab-0349-4458-880b-7c4b9ec82b0a" providerId="ADAL" clId="{A49E9F3A-B52D-461E-ABF6-58A75CE30F76}" dt="2026-09-02T03:55:09.403" v="12311" actId="2711"/>
          <ac:spMkLst>
            <pc:docMk/>
            <pc:sldMk cId="4142202943" sldId="308"/>
            <ac:spMk id="34" creationId="{35E08B74-4E44-31CD-B384-F8FF65EC66A7}"/>
          </ac:spMkLst>
        </pc:spChg>
        <pc:spChg chg="add mod">
          <ac:chgData name="Luz Pascal" userId="7fa5ceab-0349-4458-880b-7c4b9ec82b0a" providerId="ADAL" clId="{A49E9F3A-B52D-461E-ABF6-58A75CE30F76}" dt="2026-09-02T03:55:09.403" v="12311" actId="2711"/>
          <ac:spMkLst>
            <pc:docMk/>
            <pc:sldMk cId="4142202943" sldId="308"/>
            <ac:spMk id="39" creationId="{3DAF38DC-57D7-6FBE-B86F-A3D0F1B7E5D1}"/>
          </ac:spMkLst>
        </pc:spChg>
        <pc:spChg chg="add mod">
          <ac:chgData name="Luz Pascal" userId="7fa5ceab-0349-4458-880b-7c4b9ec82b0a" providerId="ADAL" clId="{A49E9F3A-B52D-461E-ABF6-58A75CE30F76}" dt="2026-09-02T03:55:09.403" v="12311" actId="2711"/>
          <ac:spMkLst>
            <pc:docMk/>
            <pc:sldMk cId="4142202943" sldId="308"/>
            <ac:spMk id="42" creationId="{C9BA44CB-4E00-1C90-931A-4946A5B2A92C}"/>
          </ac:spMkLst>
        </pc:spChg>
        <pc:spChg chg="add mod">
          <ac:chgData name="Luz Pascal" userId="7fa5ceab-0349-4458-880b-7c4b9ec82b0a" providerId="ADAL" clId="{A49E9F3A-B52D-461E-ABF6-58A75CE30F76}" dt="2026-09-02T03:54:57.222" v="12310" actId="1076"/>
          <ac:spMkLst>
            <pc:docMk/>
            <pc:sldMk cId="4142202943" sldId="308"/>
            <ac:spMk id="44" creationId="{C8BB20A1-5D12-DDAE-87D6-A6DCDBD7BC22}"/>
          </ac:spMkLst>
        </pc:spChg>
        <pc:grpChg chg="mod">
          <ac:chgData name="Luz Pascal" userId="7fa5ceab-0349-4458-880b-7c4b9ec82b0a" providerId="ADAL" clId="{A49E9F3A-B52D-461E-ABF6-58A75CE30F76}" dt="2026-09-02T03:54:12.408" v="12301" actId="1076"/>
          <ac:grpSpMkLst>
            <pc:docMk/>
            <pc:sldMk cId="4142202943" sldId="308"/>
            <ac:grpSpMk id="40" creationId="{ECDD8A2E-5F06-4D33-59C0-661801D0F848}"/>
          </ac:grpSpMkLst>
        </pc:grpChg>
        <pc:picChg chg="add mod">
          <ac:chgData name="Luz Pascal" userId="7fa5ceab-0349-4458-880b-7c4b9ec82b0a" providerId="ADAL" clId="{A49E9F3A-B52D-461E-ABF6-58A75CE30F76}" dt="2026-09-02T03:54:03.583" v="12300" actId="164"/>
          <ac:picMkLst>
            <pc:docMk/>
            <pc:sldMk cId="4142202943" sldId="308"/>
            <ac:picMk id="17" creationId="{2E59A121-07D7-B5F2-E293-8FFB90EA5B5D}"/>
          </ac:picMkLst>
        </pc:picChg>
        <pc:picChg chg="add mod">
          <ac:chgData name="Luz Pascal" userId="7fa5ceab-0349-4458-880b-7c4b9ec82b0a" providerId="ADAL" clId="{A49E9F3A-B52D-461E-ABF6-58A75CE30F76}" dt="2026-09-02T03:54:03.583" v="12300" actId="164"/>
          <ac:picMkLst>
            <pc:docMk/>
            <pc:sldMk cId="4142202943" sldId="308"/>
            <ac:picMk id="19" creationId="{975E21D7-D5E3-4F6D-9ACE-C10F4294C053}"/>
          </ac:picMkLst>
        </pc:picChg>
      </pc:sldChg>
      <pc:sldChg chg="addSp delSp modSp mod modAnim">
        <pc:chgData name="Luz Pascal" userId="7fa5ceab-0349-4458-880b-7c4b9ec82b0a" providerId="ADAL" clId="{A49E9F3A-B52D-461E-ABF6-58A75CE30F76}" dt="2026-09-14T04:22:53.277" v="12616"/>
        <pc:sldMkLst>
          <pc:docMk/>
          <pc:sldMk cId="2581446740" sldId="309"/>
        </pc:sldMkLst>
        <pc:spChg chg="add mod">
          <ac:chgData name="Luz Pascal" userId="7fa5ceab-0349-4458-880b-7c4b9ec82b0a" providerId="ADAL" clId="{A49E9F3A-B52D-461E-ABF6-58A75CE30F76}" dt="2026-09-14T04:22:50.473" v="12615"/>
          <ac:spMkLst>
            <pc:docMk/>
            <pc:sldMk cId="2581446740" sldId="309"/>
            <ac:spMk id="6" creationId="{A8664A1B-2965-9105-F397-A7A723C56230}"/>
          </ac:spMkLst>
        </pc:spChg>
        <pc:spChg chg="mod">
          <ac:chgData name="Luz Pascal" userId="7fa5ceab-0349-4458-880b-7c4b9ec82b0a" providerId="ADAL" clId="{A49E9F3A-B52D-461E-ABF6-58A75CE30F76}" dt="2026-09-02T03:58:10.454" v="12324"/>
          <ac:spMkLst>
            <pc:docMk/>
            <pc:sldMk cId="2581446740" sldId="309"/>
            <ac:spMk id="28" creationId="{13834EE1-7E59-9F4C-9771-BD7211B83DCD}"/>
          </ac:spMkLst>
        </pc:spChg>
        <pc:spChg chg="mod">
          <ac:chgData name="Luz Pascal" userId="7fa5ceab-0349-4458-880b-7c4b9ec82b0a" providerId="ADAL" clId="{A49E9F3A-B52D-461E-ABF6-58A75CE30F76}" dt="2026-09-02T03:58:10.454" v="12324"/>
          <ac:spMkLst>
            <pc:docMk/>
            <pc:sldMk cId="2581446740" sldId="309"/>
            <ac:spMk id="40" creationId="{4D8DAF22-DA57-4E15-5751-7D17D23BC08B}"/>
          </ac:spMkLst>
        </pc:spChg>
        <pc:spChg chg="mod">
          <ac:chgData name="Luz Pascal" userId="7fa5ceab-0349-4458-880b-7c4b9ec82b0a" providerId="ADAL" clId="{A49E9F3A-B52D-461E-ABF6-58A75CE30F76}" dt="2026-09-02T03:58:10.454" v="12324"/>
          <ac:spMkLst>
            <pc:docMk/>
            <pc:sldMk cId="2581446740" sldId="309"/>
            <ac:spMk id="41" creationId="{CE131F03-337B-45A2-F1F4-D1450B5B4730}"/>
          </ac:spMkLst>
        </pc:spChg>
        <pc:spChg chg="mod">
          <ac:chgData name="Luz Pascal" userId="7fa5ceab-0349-4458-880b-7c4b9ec82b0a" providerId="ADAL" clId="{A49E9F3A-B52D-461E-ABF6-58A75CE30F76}" dt="2026-09-02T03:58:10.454" v="12324"/>
          <ac:spMkLst>
            <pc:docMk/>
            <pc:sldMk cId="2581446740" sldId="309"/>
            <ac:spMk id="42" creationId="{18939AB5-E711-207C-3B19-1CD8FB0420B8}"/>
          </ac:spMkLst>
        </pc:spChg>
        <pc:spChg chg="mod">
          <ac:chgData name="Luz Pascal" userId="7fa5ceab-0349-4458-880b-7c4b9ec82b0a" providerId="ADAL" clId="{A49E9F3A-B52D-461E-ABF6-58A75CE30F76}" dt="2026-09-02T03:58:10.454" v="12324"/>
          <ac:spMkLst>
            <pc:docMk/>
            <pc:sldMk cId="2581446740" sldId="309"/>
            <ac:spMk id="43" creationId="{6DB674AF-02E0-A344-C584-248D155BC778}"/>
          </ac:spMkLst>
        </pc:spChg>
        <pc:spChg chg="mod">
          <ac:chgData name="Luz Pascal" userId="7fa5ceab-0349-4458-880b-7c4b9ec82b0a" providerId="ADAL" clId="{A49E9F3A-B52D-461E-ABF6-58A75CE30F76}" dt="2026-09-02T03:58:10.454" v="12324"/>
          <ac:spMkLst>
            <pc:docMk/>
            <pc:sldMk cId="2581446740" sldId="309"/>
            <ac:spMk id="44" creationId="{62953ABC-C66B-6EFC-B924-690024266BA6}"/>
          </ac:spMkLst>
        </pc:spChg>
        <pc:spChg chg="mod">
          <ac:chgData name="Luz Pascal" userId="7fa5ceab-0349-4458-880b-7c4b9ec82b0a" providerId="ADAL" clId="{A49E9F3A-B52D-461E-ABF6-58A75CE30F76}" dt="2026-09-02T03:58:10.454" v="12324"/>
          <ac:spMkLst>
            <pc:docMk/>
            <pc:sldMk cId="2581446740" sldId="309"/>
            <ac:spMk id="45" creationId="{12739488-DEC2-530F-B671-3BB65A2128FC}"/>
          </ac:spMkLst>
        </pc:spChg>
        <pc:spChg chg="mod">
          <ac:chgData name="Luz Pascal" userId="7fa5ceab-0349-4458-880b-7c4b9ec82b0a" providerId="ADAL" clId="{A49E9F3A-B52D-461E-ABF6-58A75CE30F76}" dt="2026-09-02T03:58:10.454" v="12324"/>
          <ac:spMkLst>
            <pc:docMk/>
            <pc:sldMk cId="2581446740" sldId="309"/>
            <ac:spMk id="46" creationId="{1BC6D189-131F-13B6-C3B3-5D9F0D7ADF58}"/>
          </ac:spMkLst>
        </pc:spChg>
        <pc:picChg chg="mod">
          <ac:chgData name="Luz Pascal" userId="7fa5ceab-0349-4458-880b-7c4b9ec82b0a" providerId="ADAL" clId="{A49E9F3A-B52D-461E-ABF6-58A75CE30F76}" dt="2026-09-02T03:58:10.454" v="12324"/>
          <ac:picMkLst>
            <pc:docMk/>
            <pc:sldMk cId="2581446740" sldId="309"/>
            <ac:picMk id="29" creationId="{515B94FE-A83D-1E80-3F19-328A9D1E1DEA}"/>
          </ac:picMkLst>
        </pc:picChg>
        <pc:picChg chg="mod">
          <ac:chgData name="Luz Pascal" userId="7fa5ceab-0349-4458-880b-7c4b9ec82b0a" providerId="ADAL" clId="{A49E9F3A-B52D-461E-ABF6-58A75CE30F76}" dt="2026-09-02T03:58:10.454" v="12324"/>
          <ac:picMkLst>
            <pc:docMk/>
            <pc:sldMk cId="2581446740" sldId="309"/>
            <ac:picMk id="30" creationId="{19427C0F-12B3-2E1D-2F8F-21317489CBCD}"/>
          </ac:picMkLst>
        </pc:picChg>
      </pc:sldChg>
      <pc:sldChg chg="addSp delSp modSp mod">
        <pc:chgData name="Luz Pascal" userId="7fa5ceab-0349-4458-880b-7c4b9ec82b0a" providerId="ADAL" clId="{A49E9F3A-B52D-461E-ABF6-58A75CE30F76}" dt="2026-09-14T04:25:30.416" v="12632" actId="478"/>
        <pc:sldMkLst>
          <pc:docMk/>
          <pc:sldMk cId="2999666076" sldId="310"/>
        </pc:sldMkLst>
        <pc:spChg chg="mod">
          <ac:chgData name="Luz Pascal" userId="7fa5ceab-0349-4458-880b-7c4b9ec82b0a" providerId="ADAL" clId="{A49E9F3A-B52D-461E-ABF6-58A75CE30F76}" dt="2026-09-02T03:58:23.879" v="12328"/>
          <ac:spMkLst>
            <pc:docMk/>
            <pc:sldMk cId="2999666076" sldId="310"/>
            <ac:spMk id="27" creationId="{8DE567C1-E976-58C7-4C0B-6EC1C65E517C}"/>
          </ac:spMkLst>
        </pc:spChg>
        <pc:spChg chg="mod">
          <ac:chgData name="Luz Pascal" userId="7fa5ceab-0349-4458-880b-7c4b9ec82b0a" providerId="ADAL" clId="{A49E9F3A-B52D-461E-ABF6-58A75CE30F76}" dt="2026-09-02T03:58:23.879" v="12328"/>
          <ac:spMkLst>
            <pc:docMk/>
            <pc:sldMk cId="2999666076" sldId="310"/>
            <ac:spMk id="42" creationId="{712A4F8D-1990-5918-ECED-55031DACBCF3}"/>
          </ac:spMkLst>
        </pc:spChg>
        <pc:spChg chg="mod">
          <ac:chgData name="Luz Pascal" userId="7fa5ceab-0349-4458-880b-7c4b9ec82b0a" providerId="ADAL" clId="{A49E9F3A-B52D-461E-ABF6-58A75CE30F76}" dt="2026-09-02T03:58:23.879" v="12328"/>
          <ac:spMkLst>
            <pc:docMk/>
            <pc:sldMk cId="2999666076" sldId="310"/>
            <ac:spMk id="43" creationId="{D5CF73F7-6B97-D546-4691-9D4037CFDC09}"/>
          </ac:spMkLst>
        </pc:spChg>
        <pc:spChg chg="mod">
          <ac:chgData name="Luz Pascal" userId="7fa5ceab-0349-4458-880b-7c4b9ec82b0a" providerId="ADAL" clId="{A49E9F3A-B52D-461E-ABF6-58A75CE30F76}" dt="2026-09-02T03:58:23.879" v="12328"/>
          <ac:spMkLst>
            <pc:docMk/>
            <pc:sldMk cId="2999666076" sldId="310"/>
            <ac:spMk id="44" creationId="{FCA066CD-A9C5-A292-A8C3-CDACCD9785A8}"/>
          </ac:spMkLst>
        </pc:spChg>
        <pc:spChg chg="mod">
          <ac:chgData name="Luz Pascal" userId="7fa5ceab-0349-4458-880b-7c4b9ec82b0a" providerId="ADAL" clId="{A49E9F3A-B52D-461E-ABF6-58A75CE30F76}" dt="2026-09-02T03:58:23.879" v="12328"/>
          <ac:spMkLst>
            <pc:docMk/>
            <pc:sldMk cId="2999666076" sldId="310"/>
            <ac:spMk id="45" creationId="{AE3DC564-7EFE-5DB4-A7C8-3ED6A07BF396}"/>
          </ac:spMkLst>
        </pc:spChg>
        <pc:spChg chg="mod">
          <ac:chgData name="Luz Pascal" userId="7fa5ceab-0349-4458-880b-7c4b9ec82b0a" providerId="ADAL" clId="{A49E9F3A-B52D-461E-ABF6-58A75CE30F76}" dt="2026-09-02T03:58:23.879" v="12328"/>
          <ac:spMkLst>
            <pc:docMk/>
            <pc:sldMk cId="2999666076" sldId="310"/>
            <ac:spMk id="46" creationId="{3A5AD87D-81FC-1E84-19B8-D940E548BD54}"/>
          </ac:spMkLst>
        </pc:spChg>
        <pc:spChg chg="mod">
          <ac:chgData name="Luz Pascal" userId="7fa5ceab-0349-4458-880b-7c4b9ec82b0a" providerId="ADAL" clId="{A49E9F3A-B52D-461E-ABF6-58A75CE30F76}" dt="2026-09-02T03:58:23.879" v="12328"/>
          <ac:spMkLst>
            <pc:docMk/>
            <pc:sldMk cId="2999666076" sldId="310"/>
            <ac:spMk id="47" creationId="{DB8F5019-D8AA-5445-7995-5655B32ED6F5}"/>
          </ac:spMkLst>
        </pc:spChg>
        <pc:spChg chg="mod">
          <ac:chgData name="Luz Pascal" userId="7fa5ceab-0349-4458-880b-7c4b9ec82b0a" providerId="ADAL" clId="{A49E9F3A-B52D-461E-ABF6-58A75CE30F76}" dt="2026-09-02T03:58:23.879" v="12328"/>
          <ac:spMkLst>
            <pc:docMk/>
            <pc:sldMk cId="2999666076" sldId="310"/>
            <ac:spMk id="48" creationId="{CC0FC0E1-3A32-41DE-E000-3600A94A7EFA}"/>
          </ac:spMkLst>
        </pc:spChg>
        <pc:picChg chg="mod">
          <ac:chgData name="Luz Pascal" userId="7fa5ceab-0349-4458-880b-7c4b9ec82b0a" providerId="ADAL" clId="{A49E9F3A-B52D-461E-ABF6-58A75CE30F76}" dt="2026-09-02T03:58:23.879" v="12328"/>
          <ac:picMkLst>
            <pc:docMk/>
            <pc:sldMk cId="2999666076" sldId="310"/>
            <ac:picMk id="28" creationId="{F868E8D7-C6D3-BC94-50C1-3D13A1364B7F}"/>
          </ac:picMkLst>
        </pc:picChg>
        <pc:picChg chg="mod">
          <ac:chgData name="Luz Pascal" userId="7fa5ceab-0349-4458-880b-7c4b9ec82b0a" providerId="ADAL" clId="{A49E9F3A-B52D-461E-ABF6-58A75CE30F76}" dt="2026-09-02T03:58:23.879" v="12328"/>
          <ac:picMkLst>
            <pc:docMk/>
            <pc:sldMk cId="2999666076" sldId="310"/>
            <ac:picMk id="39" creationId="{2B647D94-57C8-B4F5-1B86-EAF1ADE2A2C6}"/>
          </ac:picMkLst>
        </pc:picChg>
      </pc:sldChg>
      <pc:sldChg chg="add del mod ord modShow">
        <pc:chgData name="Luz Pascal" userId="7fa5ceab-0349-4458-880b-7c4b9ec82b0a" providerId="ADAL" clId="{A49E9F3A-B52D-461E-ABF6-58A75CE30F76}" dt="2026-09-24T02:12:36.071" v="16615" actId="47"/>
        <pc:sldMkLst>
          <pc:docMk/>
          <pc:sldMk cId="1097121906" sldId="315"/>
        </pc:sldMkLst>
      </pc:sldChg>
      <pc:sldChg chg="modSp add mod ord">
        <pc:chgData name="Luz Pascal" userId="7fa5ceab-0349-4458-880b-7c4b9ec82b0a" providerId="ADAL" clId="{A49E9F3A-B52D-461E-ABF6-58A75CE30F76}" dt="2026-09-22T05:30:10.504" v="16485"/>
        <pc:sldMkLst>
          <pc:docMk/>
          <pc:sldMk cId="1548624755" sldId="316"/>
        </pc:sldMkLst>
        <pc:spChg chg="mod">
          <ac:chgData name="Luz Pascal" userId="7fa5ceab-0349-4458-880b-7c4b9ec82b0a" providerId="ADAL" clId="{A49E9F3A-B52D-461E-ABF6-58A75CE30F76}" dt="2026-09-14T05:35:09.133" v="13417"/>
          <ac:spMkLst>
            <pc:docMk/>
            <pc:sldMk cId="1548624755" sldId="316"/>
            <ac:spMk id="4" creationId="{5B08AF8A-160A-6FBA-FC0B-AD1267DAD0CB}"/>
          </ac:spMkLst>
        </pc:spChg>
        <pc:spChg chg="mod">
          <ac:chgData name="Luz Pascal" userId="7fa5ceab-0349-4458-880b-7c4b9ec82b0a" providerId="ADAL" clId="{A49E9F3A-B52D-461E-ABF6-58A75CE30F76}" dt="2026-09-14T05:35:19.527" v="13442" actId="1036"/>
          <ac:spMkLst>
            <pc:docMk/>
            <pc:sldMk cId="1548624755" sldId="316"/>
            <ac:spMk id="5" creationId="{110AE89F-E102-AB38-C53F-2BF24392DE16}"/>
          </ac:spMkLst>
        </pc:spChg>
        <pc:spChg chg="mod">
          <ac:chgData name="Luz Pascal" userId="7fa5ceab-0349-4458-880b-7c4b9ec82b0a" providerId="ADAL" clId="{A49E9F3A-B52D-461E-ABF6-58A75CE30F76}" dt="2026-09-14T05:35:19.527" v="13442" actId="1036"/>
          <ac:spMkLst>
            <pc:docMk/>
            <pc:sldMk cId="1548624755" sldId="316"/>
            <ac:spMk id="6" creationId="{D3E0B388-E5B9-D0DB-897D-4CBA5017D144}"/>
          </ac:spMkLst>
        </pc:spChg>
        <pc:spChg chg="mod">
          <ac:chgData name="Luz Pascal" userId="7fa5ceab-0349-4458-880b-7c4b9ec82b0a" providerId="ADAL" clId="{A49E9F3A-B52D-461E-ABF6-58A75CE30F76}" dt="2026-09-14T05:35:05.003" v="13415" actId="21"/>
          <ac:spMkLst>
            <pc:docMk/>
            <pc:sldMk cId="1548624755" sldId="316"/>
            <ac:spMk id="7" creationId="{845110DA-8DC7-E154-F7D7-4F0CE7CFF0BE}"/>
          </ac:spMkLst>
        </pc:spChg>
        <pc:spChg chg="mod">
          <ac:chgData name="Luz Pascal" userId="7fa5ceab-0349-4458-880b-7c4b9ec82b0a" providerId="ADAL" clId="{A49E9F3A-B52D-461E-ABF6-58A75CE30F76}" dt="2026-09-14T05:35:19.527" v="13442" actId="1036"/>
          <ac:spMkLst>
            <pc:docMk/>
            <pc:sldMk cId="1548624755" sldId="316"/>
            <ac:spMk id="8" creationId="{3A6A3EDF-FC4E-9E71-ECE9-FDCF73E76219}"/>
          </ac:spMkLst>
        </pc:spChg>
        <pc:spChg chg="mod">
          <ac:chgData name="Luz Pascal" userId="7fa5ceab-0349-4458-880b-7c4b9ec82b0a" providerId="ADAL" clId="{A49E9F3A-B52D-461E-ABF6-58A75CE30F76}" dt="2026-09-14T05:35:19.527" v="13442" actId="1036"/>
          <ac:spMkLst>
            <pc:docMk/>
            <pc:sldMk cId="1548624755" sldId="316"/>
            <ac:spMk id="9" creationId="{8B9FE459-179F-ED93-1428-CEA95F627751}"/>
          </ac:spMkLst>
        </pc:spChg>
        <pc:spChg chg="mod">
          <ac:chgData name="Luz Pascal" userId="7fa5ceab-0349-4458-880b-7c4b9ec82b0a" providerId="ADAL" clId="{A49E9F3A-B52D-461E-ABF6-58A75CE30F76}" dt="2026-09-14T05:35:19.527" v="13442" actId="1036"/>
          <ac:spMkLst>
            <pc:docMk/>
            <pc:sldMk cId="1548624755" sldId="316"/>
            <ac:spMk id="10" creationId="{5607D4E6-27D4-0833-785C-B0FC6E5C2D0C}"/>
          </ac:spMkLst>
        </pc:spChg>
        <pc:spChg chg="mod">
          <ac:chgData name="Luz Pascal" userId="7fa5ceab-0349-4458-880b-7c4b9ec82b0a" providerId="ADAL" clId="{A49E9F3A-B52D-461E-ABF6-58A75CE30F76}" dt="2026-09-14T05:35:19.527" v="13442" actId="1036"/>
          <ac:spMkLst>
            <pc:docMk/>
            <pc:sldMk cId="1548624755" sldId="316"/>
            <ac:spMk id="11" creationId="{31671BD4-2680-FF03-49C3-AD4A12AFF587}"/>
          </ac:spMkLst>
        </pc:spChg>
        <pc:spChg chg="mod">
          <ac:chgData name="Luz Pascal" userId="7fa5ceab-0349-4458-880b-7c4b9ec82b0a" providerId="ADAL" clId="{A49E9F3A-B52D-461E-ABF6-58A75CE30F76}" dt="2026-09-14T05:35:19.527" v="13442" actId="1036"/>
          <ac:spMkLst>
            <pc:docMk/>
            <pc:sldMk cId="1548624755" sldId="316"/>
            <ac:spMk id="12" creationId="{4CF0671A-AF77-F7D8-3967-403E74775B4F}"/>
          </ac:spMkLst>
        </pc:spChg>
        <pc:spChg chg="mod">
          <ac:chgData name="Luz Pascal" userId="7fa5ceab-0349-4458-880b-7c4b9ec82b0a" providerId="ADAL" clId="{A49E9F3A-B52D-461E-ABF6-58A75CE30F76}" dt="2026-09-14T05:35:19.527" v="13442" actId="1036"/>
          <ac:spMkLst>
            <pc:docMk/>
            <pc:sldMk cId="1548624755" sldId="316"/>
            <ac:spMk id="14" creationId="{8385655C-4207-64CF-7297-D7E05E210267}"/>
          </ac:spMkLst>
        </pc:spChg>
      </pc:sldChg>
      <pc:sldChg chg="modSp add">
        <pc:chgData name="Luz Pascal" userId="7fa5ceab-0349-4458-880b-7c4b9ec82b0a" providerId="ADAL" clId="{A49E9F3A-B52D-461E-ABF6-58A75CE30F76}" dt="2026-09-18T04:21:31.289" v="14736" actId="20577"/>
        <pc:sldMkLst>
          <pc:docMk/>
          <pc:sldMk cId="1145409891" sldId="318"/>
        </pc:sldMkLst>
        <pc:spChg chg="mod">
          <ac:chgData name="Luz Pascal" userId="7fa5ceab-0349-4458-880b-7c4b9ec82b0a" providerId="ADAL" clId="{A49E9F3A-B52D-461E-ABF6-58A75CE30F76}" dt="2026-09-18T04:21:31.289" v="14736" actId="20577"/>
          <ac:spMkLst>
            <pc:docMk/>
            <pc:sldMk cId="1145409891" sldId="318"/>
            <ac:spMk id="25" creationId="{30906160-0AB6-85EC-972F-817D32E87428}"/>
          </ac:spMkLst>
        </pc:spChg>
      </pc:sldChg>
      <pc:sldChg chg="modSp add mod">
        <pc:chgData name="Luz Pascal" userId="7fa5ceab-0349-4458-880b-7c4b9ec82b0a" providerId="ADAL" clId="{A49E9F3A-B52D-461E-ABF6-58A75CE30F76}" dt="2026-09-18T04:21:29.484" v="14735" actId="20577"/>
        <pc:sldMkLst>
          <pc:docMk/>
          <pc:sldMk cId="324126592" sldId="320"/>
        </pc:sldMkLst>
        <pc:spChg chg="mod">
          <ac:chgData name="Luz Pascal" userId="7fa5ceab-0349-4458-880b-7c4b9ec82b0a" providerId="ADAL" clId="{A49E9F3A-B52D-461E-ABF6-58A75CE30F76}" dt="2026-09-18T04:21:29.484" v="14735" actId="20577"/>
          <ac:spMkLst>
            <pc:docMk/>
            <pc:sldMk cId="324126592" sldId="320"/>
            <ac:spMk id="15" creationId="{1B815029-F12D-C3AC-F801-7F6B2FFD8EE9}"/>
          </ac:spMkLst>
        </pc:spChg>
        <pc:spChg chg="mod">
          <ac:chgData name="Luz Pascal" userId="7fa5ceab-0349-4458-880b-7c4b9ec82b0a" providerId="ADAL" clId="{A49E9F3A-B52D-461E-ABF6-58A75CE30F76}" dt="2026-09-18T04:00:05.322" v="14531" actId="1076"/>
          <ac:spMkLst>
            <pc:docMk/>
            <pc:sldMk cId="324126592" sldId="320"/>
            <ac:spMk id="27" creationId="{E34BA8A6-34F6-2352-C8AC-2868AB2C8E6A}"/>
          </ac:spMkLst>
        </pc:spChg>
        <pc:cxnChg chg="mod">
          <ac:chgData name="Luz Pascal" userId="7fa5ceab-0349-4458-880b-7c4b9ec82b0a" providerId="ADAL" clId="{A49E9F3A-B52D-461E-ABF6-58A75CE30F76}" dt="2026-09-18T04:00:32.700" v="14532" actId="14100"/>
          <ac:cxnSpMkLst>
            <pc:docMk/>
            <pc:sldMk cId="324126592" sldId="320"/>
            <ac:cxnSpMk id="26" creationId="{5A89A01F-40B0-45BD-3788-37BA59549C4C}"/>
          </ac:cxnSpMkLst>
        </pc:cxnChg>
        <pc:cxnChg chg="mod">
          <ac:chgData name="Luz Pascal" userId="7fa5ceab-0349-4458-880b-7c4b9ec82b0a" providerId="ADAL" clId="{A49E9F3A-B52D-461E-ABF6-58A75CE30F76}" dt="2026-09-18T04:00:05.322" v="14531" actId="1076"/>
          <ac:cxnSpMkLst>
            <pc:docMk/>
            <pc:sldMk cId="324126592" sldId="320"/>
            <ac:cxnSpMk id="29" creationId="{41A3595C-2284-E21C-1470-72DBD69F85BF}"/>
          </ac:cxnSpMkLst>
        </pc:cxnChg>
      </pc:sldChg>
      <pc:sldChg chg="addSp delSp modSp mod modTransition modClrScheme chgLayout">
        <pc:chgData name="Luz Pascal" userId="7fa5ceab-0349-4458-880b-7c4b9ec82b0a" providerId="ADAL" clId="{A49E9F3A-B52D-461E-ABF6-58A75CE30F76}" dt="2026-09-22T22:19:59.945" v="16489" actId="22"/>
        <pc:sldMkLst>
          <pc:docMk/>
          <pc:sldMk cId="1190953413" sldId="321"/>
        </pc:sldMkLst>
        <pc:spChg chg="add mod ord">
          <ac:chgData name="Luz Pascal" userId="7fa5ceab-0349-4458-880b-7c4b9ec82b0a" providerId="ADAL" clId="{A49E9F3A-B52D-461E-ABF6-58A75CE30F76}" dt="2026-09-17T05:05:57.774" v="13942" actId="20577"/>
          <ac:spMkLst>
            <pc:docMk/>
            <pc:sldMk cId="1190953413" sldId="321"/>
            <ac:spMk id="3" creationId="{1B7175F8-FA29-2A3B-8DB7-2C8DD6BA0D67}"/>
          </ac:spMkLst>
        </pc:spChg>
        <pc:spChg chg="add mod">
          <ac:chgData name="Luz Pascal" userId="7fa5ceab-0349-4458-880b-7c4b9ec82b0a" providerId="ADAL" clId="{A49E9F3A-B52D-461E-ABF6-58A75CE30F76}" dt="2026-09-18T04:58:22.091" v="14837" actId="20577"/>
          <ac:spMkLst>
            <pc:docMk/>
            <pc:sldMk cId="1190953413" sldId="321"/>
            <ac:spMk id="7" creationId="{9F478DD5-672C-1923-B92C-7D25924EE4CD}"/>
          </ac:spMkLst>
        </pc:spChg>
      </pc:sldChg>
      <pc:sldChg chg="addSp delSp modSp add mod ord delAnim modAnim">
        <pc:chgData name="Luz Pascal" userId="7fa5ceab-0349-4458-880b-7c4b9ec82b0a" providerId="ADAL" clId="{A49E9F3A-B52D-461E-ABF6-58A75CE30F76}" dt="2026-09-22T05:28:56.543" v="16481"/>
        <pc:sldMkLst>
          <pc:docMk/>
          <pc:sldMk cId="4170057562" sldId="322"/>
        </pc:sldMkLst>
        <pc:spChg chg="mod">
          <ac:chgData name="Luz Pascal" userId="7fa5ceab-0349-4458-880b-7c4b9ec82b0a" providerId="ADAL" clId="{A49E9F3A-B52D-461E-ABF6-58A75CE30F76}" dt="2026-09-22T05:23:21.120" v="16425" actId="1076"/>
          <ac:spMkLst>
            <pc:docMk/>
            <pc:sldMk cId="4170057562" sldId="322"/>
            <ac:spMk id="5" creationId="{63C9A1C1-EC7E-70B9-F90C-62A9271DF3BA}"/>
          </ac:spMkLst>
        </pc:spChg>
        <pc:spChg chg="mod">
          <ac:chgData name="Luz Pascal" userId="7fa5ceab-0349-4458-880b-7c4b9ec82b0a" providerId="ADAL" clId="{A49E9F3A-B52D-461E-ABF6-58A75CE30F76}" dt="2026-09-22T05:23:25.103" v="16426" actId="14100"/>
          <ac:spMkLst>
            <pc:docMk/>
            <pc:sldMk cId="4170057562" sldId="322"/>
            <ac:spMk id="7" creationId="{88148189-4102-EC67-AF18-C8E7CD218712}"/>
          </ac:spMkLst>
        </pc:spChg>
        <pc:spChg chg="add mod">
          <ac:chgData name="Luz Pascal" userId="7fa5ceab-0349-4458-880b-7c4b9ec82b0a" providerId="ADAL" clId="{A49E9F3A-B52D-461E-ABF6-58A75CE30F76}" dt="2026-09-22T05:23:21.120" v="16425" actId="1076"/>
          <ac:spMkLst>
            <pc:docMk/>
            <pc:sldMk cId="4170057562" sldId="322"/>
            <ac:spMk id="13" creationId="{5EB302B8-E6A2-ECF0-339A-966F42E6D4B9}"/>
          </ac:spMkLst>
        </pc:spChg>
        <pc:spChg chg="add mod">
          <ac:chgData name="Luz Pascal" userId="7fa5ceab-0349-4458-880b-7c4b9ec82b0a" providerId="ADAL" clId="{A49E9F3A-B52D-461E-ABF6-58A75CE30F76}" dt="2026-09-22T05:28:45.817" v="16480" actId="14100"/>
          <ac:spMkLst>
            <pc:docMk/>
            <pc:sldMk cId="4170057562" sldId="322"/>
            <ac:spMk id="15" creationId="{60576116-EBF0-9867-CE0E-452D3537A9D6}"/>
          </ac:spMkLst>
        </pc:spChg>
        <pc:spChg chg="mod">
          <ac:chgData name="Luz Pascal" userId="7fa5ceab-0349-4458-880b-7c4b9ec82b0a" providerId="ADAL" clId="{A49E9F3A-B52D-461E-ABF6-58A75CE30F76}" dt="2026-09-22T05:23:43.860" v="16428" actId="20577"/>
          <ac:spMkLst>
            <pc:docMk/>
            <pc:sldMk cId="4170057562" sldId="322"/>
            <ac:spMk id="21" creationId="{9EC56073-89F4-1433-2225-5CCA5FA16B55}"/>
          </ac:spMkLst>
        </pc:spChg>
      </pc:sldChg>
      <pc:sldChg chg="addSp delSp modSp mod delAnim modAnim">
        <pc:chgData name="Luz Pascal" userId="7fa5ceab-0349-4458-880b-7c4b9ec82b0a" providerId="ADAL" clId="{A49E9F3A-B52D-461E-ABF6-58A75CE30F76}" dt="2026-09-18T03:53:37.928" v="14512" actId="1076"/>
        <pc:sldMkLst>
          <pc:docMk/>
          <pc:sldMk cId="1475820316" sldId="328"/>
        </pc:sldMkLst>
        <pc:spChg chg="mod">
          <ac:chgData name="Luz Pascal" userId="7fa5ceab-0349-4458-880b-7c4b9ec82b0a" providerId="ADAL" clId="{A49E9F3A-B52D-461E-ABF6-58A75CE30F76}" dt="2026-09-18T03:53:37.928" v="14512" actId="1076"/>
          <ac:spMkLst>
            <pc:docMk/>
            <pc:sldMk cId="1475820316" sldId="328"/>
            <ac:spMk id="5" creationId="{E84AA8D5-3FF3-034D-03B1-8D133F7D3A9D}"/>
          </ac:spMkLst>
        </pc:spChg>
        <pc:spChg chg="mod topLvl">
          <ac:chgData name="Luz Pascal" userId="7fa5ceab-0349-4458-880b-7c4b9ec82b0a" providerId="ADAL" clId="{A49E9F3A-B52D-461E-ABF6-58A75CE30F76}" dt="2026-09-18T03:53:22.515" v="14509" actId="1076"/>
          <ac:spMkLst>
            <pc:docMk/>
            <pc:sldMk cId="1475820316" sldId="328"/>
            <ac:spMk id="15" creationId="{2DF657D6-0D76-B872-CEC8-EFA7290851E5}"/>
          </ac:spMkLst>
        </pc:spChg>
        <pc:spChg chg="mod topLvl">
          <ac:chgData name="Luz Pascal" userId="7fa5ceab-0349-4458-880b-7c4b9ec82b0a" providerId="ADAL" clId="{A49E9F3A-B52D-461E-ABF6-58A75CE30F76}" dt="2026-09-18T03:53:33.723" v="14511" actId="1076"/>
          <ac:spMkLst>
            <pc:docMk/>
            <pc:sldMk cId="1475820316" sldId="328"/>
            <ac:spMk id="16" creationId="{9AA12447-E11E-F5F4-675F-D2CF02446FE1}"/>
          </ac:spMkLst>
        </pc:spChg>
      </pc:sldChg>
      <pc:sldChg chg="delSp mod">
        <pc:chgData name="Luz Pascal" userId="7fa5ceab-0349-4458-880b-7c4b9ec82b0a" providerId="ADAL" clId="{A49E9F3A-B52D-461E-ABF6-58A75CE30F76}" dt="2026-09-02T04:35:53.505" v="12356" actId="478"/>
        <pc:sldMkLst>
          <pc:docMk/>
          <pc:sldMk cId="2343260496" sldId="344"/>
        </pc:sldMkLst>
      </pc:sldChg>
      <pc:sldChg chg="delSp mod">
        <pc:chgData name="Luz Pascal" userId="7fa5ceab-0349-4458-880b-7c4b9ec82b0a" providerId="ADAL" clId="{A49E9F3A-B52D-461E-ABF6-58A75CE30F76}" dt="2026-09-02T04:35:55.634" v="12357" actId="478"/>
        <pc:sldMkLst>
          <pc:docMk/>
          <pc:sldMk cId="313715187" sldId="345"/>
        </pc:sldMkLst>
      </pc:sldChg>
      <pc:sldChg chg="delSp mod">
        <pc:chgData name="Luz Pascal" userId="7fa5ceab-0349-4458-880b-7c4b9ec82b0a" providerId="ADAL" clId="{A49E9F3A-B52D-461E-ABF6-58A75CE30F76}" dt="2026-09-02T04:35:57.712" v="12358" actId="478"/>
        <pc:sldMkLst>
          <pc:docMk/>
          <pc:sldMk cId="854837354" sldId="346"/>
        </pc:sldMkLst>
      </pc:sldChg>
      <pc:sldChg chg="delSp mod">
        <pc:chgData name="Luz Pascal" userId="7fa5ceab-0349-4458-880b-7c4b9ec82b0a" providerId="ADAL" clId="{A49E9F3A-B52D-461E-ABF6-58A75CE30F76}" dt="2026-09-02T04:35:59.792" v="12359" actId="478"/>
        <pc:sldMkLst>
          <pc:docMk/>
          <pc:sldMk cId="1897094259" sldId="347"/>
        </pc:sldMkLst>
      </pc:sldChg>
      <pc:sldChg chg="delSp mod">
        <pc:chgData name="Luz Pascal" userId="7fa5ceab-0349-4458-880b-7c4b9ec82b0a" providerId="ADAL" clId="{A49E9F3A-B52D-461E-ABF6-58A75CE30F76}" dt="2026-09-02T04:36:02.673" v="12360" actId="478"/>
        <pc:sldMkLst>
          <pc:docMk/>
          <pc:sldMk cId="1712241841" sldId="348"/>
        </pc:sldMkLst>
      </pc:sldChg>
      <pc:sldChg chg="delSp mod">
        <pc:chgData name="Luz Pascal" userId="7fa5ceab-0349-4458-880b-7c4b9ec82b0a" providerId="ADAL" clId="{A49E9F3A-B52D-461E-ABF6-58A75CE30F76}" dt="2026-09-02T04:36:04.447" v="12361" actId="478"/>
        <pc:sldMkLst>
          <pc:docMk/>
          <pc:sldMk cId="3751091958" sldId="349"/>
        </pc:sldMkLst>
      </pc:sldChg>
      <pc:sldChg chg="delSp mod">
        <pc:chgData name="Luz Pascal" userId="7fa5ceab-0349-4458-880b-7c4b9ec82b0a" providerId="ADAL" clId="{A49E9F3A-B52D-461E-ABF6-58A75CE30F76}" dt="2026-09-02T04:36:06.097" v="12362" actId="478"/>
        <pc:sldMkLst>
          <pc:docMk/>
          <pc:sldMk cId="629831884" sldId="350"/>
        </pc:sldMkLst>
      </pc:sldChg>
      <pc:sldChg chg="delSp mod">
        <pc:chgData name="Luz Pascal" userId="7fa5ceab-0349-4458-880b-7c4b9ec82b0a" providerId="ADAL" clId="{A49E9F3A-B52D-461E-ABF6-58A75CE30F76}" dt="2026-09-02T04:36:08.177" v="12363" actId="478"/>
        <pc:sldMkLst>
          <pc:docMk/>
          <pc:sldMk cId="352943743" sldId="351"/>
        </pc:sldMkLst>
      </pc:sldChg>
      <pc:sldChg chg="delSp mod">
        <pc:chgData name="Luz Pascal" userId="7fa5ceab-0349-4458-880b-7c4b9ec82b0a" providerId="ADAL" clId="{A49E9F3A-B52D-461E-ABF6-58A75CE30F76}" dt="2026-09-02T04:36:09.922" v="12364" actId="478"/>
        <pc:sldMkLst>
          <pc:docMk/>
          <pc:sldMk cId="3244902258" sldId="352"/>
        </pc:sldMkLst>
      </pc:sldChg>
      <pc:sldChg chg="delSp mod">
        <pc:chgData name="Luz Pascal" userId="7fa5ceab-0349-4458-880b-7c4b9ec82b0a" providerId="ADAL" clId="{A49E9F3A-B52D-461E-ABF6-58A75CE30F76}" dt="2026-09-02T04:36:12.463" v="12365" actId="478"/>
        <pc:sldMkLst>
          <pc:docMk/>
          <pc:sldMk cId="364802829" sldId="353"/>
        </pc:sldMkLst>
      </pc:sldChg>
      <pc:sldChg chg="delSp modSp mod">
        <pc:chgData name="Luz Pascal" userId="7fa5ceab-0349-4458-880b-7c4b9ec82b0a" providerId="ADAL" clId="{A49E9F3A-B52D-461E-ABF6-58A75CE30F76}" dt="2026-09-14T01:43:30.151" v="12379" actId="27636"/>
        <pc:sldMkLst>
          <pc:docMk/>
          <pc:sldMk cId="1567458049" sldId="354"/>
        </pc:sldMkLst>
        <pc:spChg chg="mod">
          <ac:chgData name="Luz Pascal" userId="7fa5ceab-0349-4458-880b-7c4b9ec82b0a" providerId="ADAL" clId="{A49E9F3A-B52D-461E-ABF6-58A75CE30F76}" dt="2026-09-14T01:43:30.149" v="12378" actId="27636"/>
          <ac:spMkLst>
            <pc:docMk/>
            <pc:sldMk cId="1567458049" sldId="354"/>
            <ac:spMk id="6" creationId="{3C60B0E0-C3C5-D1C8-A608-CC5812CF5280}"/>
          </ac:spMkLst>
        </pc:spChg>
        <pc:spChg chg="mod">
          <ac:chgData name="Luz Pascal" userId="7fa5ceab-0349-4458-880b-7c4b9ec82b0a" providerId="ADAL" clId="{A49E9F3A-B52D-461E-ABF6-58A75CE30F76}" dt="2026-09-14T01:43:30.151" v="12379" actId="27636"/>
          <ac:spMkLst>
            <pc:docMk/>
            <pc:sldMk cId="1567458049" sldId="354"/>
            <ac:spMk id="8" creationId="{6DEB4601-7C92-E296-1CB6-946313B6B57D}"/>
          </ac:spMkLst>
        </pc:spChg>
      </pc:sldChg>
      <pc:sldChg chg="delSp modSp mod">
        <pc:chgData name="Luz Pascal" userId="7fa5ceab-0349-4458-880b-7c4b9ec82b0a" providerId="ADAL" clId="{A49E9F3A-B52D-461E-ABF6-58A75CE30F76}" dt="2026-09-14T01:43:30.157" v="12382" actId="27636"/>
        <pc:sldMkLst>
          <pc:docMk/>
          <pc:sldMk cId="3474205199" sldId="355"/>
        </pc:sldMkLst>
        <pc:spChg chg="mod">
          <ac:chgData name="Luz Pascal" userId="7fa5ceab-0349-4458-880b-7c4b9ec82b0a" providerId="ADAL" clId="{A49E9F3A-B52D-461E-ABF6-58A75CE30F76}" dt="2026-09-14T01:43:30.157" v="12382" actId="27636"/>
          <ac:spMkLst>
            <pc:docMk/>
            <pc:sldMk cId="3474205199" sldId="355"/>
            <ac:spMk id="6" creationId="{970850EA-2DC1-9DB9-9FF1-8E49D5E0E65D}"/>
          </ac:spMkLst>
        </pc:spChg>
        <pc:spChg chg="mod">
          <ac:chgData name="Luz Pascal" userId="7fa5ceab-0349-4458-880b-7c4b9ec82b0a" providerId="ADAL" clId="{A49E9F3A-B52D-461E-ABF6-58A75CE30F76}" dt="2026-09-14T01:43:30.156" v="12381" actId="27636"/>
          <ac:spMkLst>
            <pc:docMk/>
            <pc:sldMk cId="3474205199" sldId="355"/>
            <ac:spMk id="8" creationId="{BC2BBB3F-3CB0-35A7-167C-1DDC4D2D8BCA}"/>
          </ac:spMkLst>
        </pc:spChg>
        <pc:spChg chg="mod">
          <ac:chgData name="Luz Pascal" userId="7fa5ceab-0349-4458-880b-7c4b9ec82b0a" providerId="ADAL" clId="{A49E9F3A-B52D-461E-ABF6-58A75CE30F76}" dt="2026-09-14T01:43:30.155" v="12380" actId="27636"/>
          <ac:spMkLst>
            <pc:docMk/>
            <pc:sldMk cId="3474205199" sldId="355"/>
            <ac:spMk id="10" creationId="{0ABEA9D8-E33D-37C4-490F-0A2B73535948}"/>
          </ac:spMkLst>
        </pc:spChg>
      </pc:sldChg>
      <pc:sldChg chg="delSp mod">
        <pc:chgData name="Luz Pascal" userId="7fa5ceab-0349-4458-880b-7c4b9ec82b0a" providerId="ADAL" clId="{A49E9F3A-B52D-461E-ABF6-58A75CE30F76}" dt="2026-09-02T04:36:21.713" v="12369" actId="478"/>
        <pc:sldMkLst>
          <pc:docMk/>
          <pc:sldMk cId="2918327386" sldId="356"/>
        </pc:sldMkLst>
      </pc:sldChg>
      <pc:sldChg chg="delSp modSp mod">
        <pc:chgData name="Luz Pascal" userId="7fa5ceab-0349-4458-880b-7c4b9ec82b0a" providerId="ADAL" clId="{A49E9F3A-B52D-461E-ABF6-58A75CE30F76}" dt="2026-09-14T01:43:30.165" v="12386" actId="27636"/>
        <pc:sldMkLst>
          <pc:docMk/>
          <pc:sldMk cId="2753791173" sldId="357"/>
        </pc:sldMkLst>
        <pc:spChg chg="mod">
          <ac:chgData name="Luz Pascal" userId="7fa5ceab-0349-4458-880b-7c4b9ec82b0a" providerId="ADAL" clId="{A49E9F3A-B52D-461E-ABF6-58A75CE30F76}" dt="2026-09-14T01:43:30.162" v="12383" actId="27636"/>
          <ac:spMkLst>
            <pc:docMk/>
            <pc:sldMk cId="2753791173" sldId="357"/>
            <ac:spMk id="6" creationId="{02B04F03-334C-8687-8C47-7CA9BD4F6ED4}"/>
          </ac:spMkLst>
        </pc:spChg>
        <pc:spChg chg="mod">
          <ac:chgData name="Luz Pascal" userId="7fa5ceab-0349-4458-880b-7c4b9ec82b0a" providerId="ADAL" clId="{A49E9F3A-B52D-461E-ABF6-58A75CE30F76}" dt="2026-09-14T01:43:30.164" v="12385" actId="27636"/>
          <ac:spMkLst>
            <pc:docMk/>
            <pc:sldMk cId="2753791173" sldId="357"/>
            <ac:spMk id="8" creationId="{0EEDC432-B83C-7633-1EC2-F6297B496514}"/>
          </ac:spMkLst>
        </pc:spChg>
        <pc:spChg chg="mod">
          <ac:chgData name="Luz Pascal" userId="7fa5ceab-0349-4458-880b-7c4b9ec82b0a" providerId="ADAL" clId="{A49E9F3A-B52D-461E-ABF6-58A75CE30F76}" dt="2026-09-14T01:43:30.165" v="12386" actId="27636"/>
          <ac:spMkLst>
            <pc:docMk/>
            <pc:sldMk cId="2753791173" sldId="357"/>
            <ac:spMk id="10" creationId="{CD2BA2C4-218F-3F20-2885-D50F434E990F}"/>
          </ac:spMkLst>
        </pc:spChg>
        <pc:spChg chg="mod">
          <ac:chgData name="Luz Pascal" userId="7fa5ceab-0349-4458-880b-7c4b9ec82b0a" providerId="ADAL" clId="{A49E9F3A-B52D-461E-ABF6-58A75CE30F76}" dt="2026-09-14T01:43:30.163" v="12384" actId="27636"/>
          <ac:spMkLst>
            <pc:docMk/>
            <pc:sldMk cId="2753791173" sldId="357"/>
            <ac:spMk id="11" creationId="{7F6470C4-E66F-4049-C5DD-BE84ED42E814}"/>
          </ac:spMkLst>
        </pc:spChg>
      </pc:sldChg>
      <pc:sldChg chg="delSp mod">
        <pc:chgData name="Luz Pascal" userId="7fa5ceab-0349-4458-880b-7c4b9ec82b0a" providerId="ADAL" clId="{A49E9F3A-B52D-461E-ABF6-58A75CE30F76}" dt="2026-09-02T04:36:25.794" v="12371" actId="478"/>
        <pc:sldMkLst>
          <pc:docMk/>
          <pc:sldMk cId="3598359623" sldId="358"/>
        </pc:sldMkLst>
      </pc:sldChg>
      <pc:sldChg chg="delSp mod">
        <pc:chgData name="Luz Pascal" userId="7fa5ceab-0349-4458-880b-7c4b9ec82b0a" providerId="ADAL" clId="{A49E9F3A-B52D-461E-ABF6-58A75CE30F76}" dt="2026-09-02T04:36:27.378" v="12372" actId="478"/>
        <pc:sldMkLst>
          <pc:docMk/>
          <pc:sldMk cId="2395006457" sldId="359"/>
        </pc:sldMkLst>
      </pc:sldChg>
      <pc:sldChg chg="add ord">
        <pc:chgData name="Luz Pascal" userId="7fa5ceab-0349-4458-880b-7c4b9ec82b0a" providerId="ADAL" clId="{A49E9F3A-B52D-461E-ABF6-58A75CE30F76}" dt="2026-09-14T05:13:04.588" v="12965"/>
        <pc:sldMkLst>
          <pc:docMk/>
          <pc:sldMk cId="817395720" sldId="389"/>
        </pc:sldMkLst>
      </pc:sldChg>
      <pc:sldChg chg="modSp add mod">
        <pc:chgData name="Luz Pascal" userId="7fa5ceab-0349-4458-880b-7c4b9ec82b0a" providerId="ADAL" clId="{A49E9F3A-B52D-461E-ABF6-58A75CE30F76}" dt="2026-09-18T04:21:27.706" v="14734" actId="20577"/>
        <pc:sldMkLst>
          <pc:docMk/>
          <pc:sldMk cId="3311533079" sldId="390"/>
        </pc:sldMkLst>
        <pc:spChg chg="mod">
          <ac:chgData name="Luz Pascal" userId="7fa5ceab-0349-4458-880b-7c4b9ec82b0a" providerId="ADAL" clId="{A49E9F3A-B52D-461E-ABF6-58A75CE30F76}" dt="2026-09-18T04:21:27.706" v="14734" actId="20577"/>
          <ac:spMkLst>
            <pc:docMk/>
            <pc:sldMk cId="3311533079" sldId="390"/>
            <ac:spMk id="15" creationId="{3D9B8FE4-85DA-907C-EAE1-A825DF272E64}"/>
          </ac:spMkLst>
        </pc:spChg>
        <pc:spChg chg="mod">
          <ac:chgData name="Luz Pascal" userId="7fa5ceab-0349-4458-880b-7c4b9ec82b0a" providerId="ADAL" clId="{A49E9F3A-B52D-461E-ABF6-58A75CE30F76}" dt="2026-09-18T03:59:47.711" v="14529" actId="1076"/>
          <ac:spMkLst>
            <pc:docMk/>
            <pc:sldMk cId="3311533079" sldId="390"/>
            <ac:spMk id="27" creationId="{D5432A90-44A4-4F97-6F5C-BABB748C0DB7}"/>
          </ac:spMkLst>
        </pc:spChg>
        <pc:cxnChg chg="mod">
          <ac:chgData name="Luz Pascal" userId="7fa5ceab-0349-4458-880b-7c4b9ec82b0a" providerId="ADAL" clId="{A49E9F3A-B52D-461E-ABF6-58A75CE30F76}" dt="2026-09-18T04:00:44.618" v="14533" actId="14100"/>
          <ac:cxnSpMkLst>
            <pc:docMk/>
            <pc:sldMk cId="3311533079" sldId="390"/>
            <ac:cxnSpMk id="26" creationId="{BBE4E784-3BFF-34E7-07BA-9C500F1799B3}"/>
          </ac:cxnSpMkLst>
        </pc:cxnChg>
        <pc:cxnChg chg="mod">
          <ac:chgData name="Luz Pascal" userId="7fa5ceab-0349-4458-880b-7c4b9ec82b0a" providerId="ADAL" clId="{A49E9F3A-B52D-461E-ABF6-58A75CE30F76}" dt="2026-09-18T03:59:47.711" v="14529" actId="1076"/>
          <ac:cxnSpMkLst>
            <pc:docMk/>
            <pc:sldMk cId="3311533079" sldId="390"/>
            <ac:cxnSpMk id="29" creationId="{3CD70A70-95DA-84D1-0FEA-97816EE33F66}"/>
          </ac:cxnSpMkLst>
        </pc:cxnChg>
      </pc:sldChg>
      <pc:sldChg chg="ord">
        <pc:chgData name="Luz Pascal" userId="7fa5ceab-0349-4458-880b-7c4b9ec82b0a" providerId="ADAL" clId="{A49E9F3A-B52D-461E-ABF6-58A75CE30F76}" dt="2026-09-17T08:28:11.069" v="14072"/>
        <pc:sldMkLst>
          <pc:docMk/>
          <pc:sldMk cId="3247960662" sldId="391"/>
        </pc:sldMkLst>
      </pc:sldChg>
      <pc:sldChg chg="addSp delSp modSp mod delAnim">
        <pc:chgData name="Luz Pascal" userId="7fa5ceab-0349-4458-880b-7c4b9ec82b0a" providerId="ADAL" clId="{A49E9F3A-B52D-461E-ABF6-58A75CE30F76}" dt="2026-09-02T04:33:54.951" v="12350" actId="21"/>
        <pc:sldMkLst>
          <pc:docMk/>
          <pc:sldMk cId="1090818067" sldId="416"/>
        </pc:sldMkLst>
        <pc:grpChg chg="mod">
          <ac:chgData name="Luz Pascal" userId="7fa5ceab-0349-4458-880b-7c4b9ec82b0a" providerId="ADAL" clId="{A49E9F3A-B52D-461E-ABF6-58A75CE30F76}" dt="2026-09-02T04:32:08.458" v="12341" actId="1076"/>
          <ac:grpSpMkLst>
            <pc:docMk/>
            <pc:sldMk cId="1090818067" sldId="416"/>
            <ac:grpSpMk id="65" creationId="{7C66D532-9329-E188-44FA-2F7359F7B8AD}"/>
          </ac:grpSpMkLst>
        </pc:grpChg>
        <pc:picChg chg="mod">
          <ac:chgData name="Luz Pascal" userId="7fa5ceab-0349-4458-880b-7c4b9ec82b0a" providerId="ADAL" clId="{A49E9F3A-B52D-461E-ABF6-58A75CE30F76}" dt="2026-09-02T04:32:34.474" v="12345" actId="1076"/>
          <ac:picMkLst>
            <pc:docMk/>
            <pc:sldMk cId="1090818067" sldId="416"/>
            <ac:picMk id="45" creationId="{F029B01C-7278-1AAA-8853-F0D6B4607952}"/>
          </ac:picMkLst>
        </pc:picChg>
        <pc:picChg chg="mod">
          <ac:chgData name="Luz Pascal" userId="7fa5ceab-0349-4458-880b-7c4b9ec82b0a" providerId="ADAL" clId="{A49E9F3A-B52D-461E-ABF6-58A75CE30F76}" dt="2026-09-02T04:32:42.937" v="12348" actId="1076"/>
          <ac:picMkLst>
            <pc:docMk/>
            <pc:sldMk cId="1090818067" sldId="416"/>
            <ac:picMk id="53" creationId="{417235E0-ACA9-F055-6F28-275D987C02DE}"/>
          </ac:picMkLst>
        </pc:picChg>
        <pc:picChg chg="mod">
          <ac:chgData name="Luz Pascal" userId="7fa5ceab-0349-4458-880b-7c4b9ec82b0a" providerId="ADAL" clId="{A49E9F3A-B52D-461E-ABF6-58A75CE30F76}" dt="2026-09-02T04:32:42.937" v="12348" actId="1076"/>
          <ac:picMkLst>
            <pc:docMk/>
            <pc:sldMk cId="1090818067" sldId="416"/>
            <ac:picMk id="55" creationId="{E9A56533-27B1-2DC0-02A8-FF430BAECEDD}"/>
          </ac:picMkLst>
        </pc:picChg>
      </pc:sldChg>
      <pc:sldChg chg="modSp mod modAnim">
        <pc:chgData name="Luz Pascal" userId="7fa5ceab-0349-4458-880b-7c4b9ec82b0a" providerId="ADAL" clId="{A49E9F3A-B52D-461E-ABF6-58A75CE30F76}" dt="2026-09-02T04:33:41.419" v="12349"/>
        <pc:sldMkLst>
          <pc:docMk/>
          <pc:sldMk cId="489786870" sldId="417"/>
        </pc:sldMkLst>
        <pc:picChg chg="mod">
          <ac:chgData name="Luz Pascal" userId="7fa5ceab-0349-4458-880b-7c4b9ec82b0a" providerId="ADAL" clId="{A49E9F3A-B52D-461E-ABF6-58A75CE30F76}" dt="2026-09-02T04:32:14.448" v="12342" actId="1076"/>
          <ac:picMkLst>
            <pc:docMk/>
            <pc:sldMk cId="489786870" sldId="417"/>
            <ac:picMk id="8" creationId="{0E24BF17-D88E-8501-C5F5-E2666628406E}"/>
          </ac:picMkLst>
        </pc:picChg>
      </pc:sldChg>
      <pc:sldChg chg="addSp modSp mod">
        <pc:chgData name="Luz Pascal" userId="7fa5ceab-0349-4458-880b-7c4b9ec82b0a" providerId="ADAL" clId="{A49E9F3A-B52D-461E-ABF6-58A75CE30F76}" dt="2026-09-02T04:34:49.010" v="12354" actId="1076"/>
        <pc:sldMkLst>
          <pc:docMk/>
          <pc:sldMk cId="3004560678" sldId="418"/>
        </pc:sldMkLst>
        <pc:spChg chg="mod">
          <ac:chgData name="Luz Pascal" userId="7fa5ceab-0349-4458-880b-7c4b9ec82b0a" providerId="ADAL" clId="{A49E9F3A-B52D-461E-ABF6-58A75CE30F76}" dt="2026-09-02T04:34:33.765" v="12352" actId="571"/>
          <ac:spMkLst>
            <pc:docMk/>
            <pc:sldMk cId="3004560678" sldId="418"/>
            <ac:spMk id="44" creationId="{23C93720-0277-D086-AD0E-B68A32C3DD5E}"/>
          </ac:spMkLst>
        </pc:spChg>
        <pc:spChg chg="mod">
          <ac:chgData name="Luz Pascal" userId="7fa5ceab-0349-4458-880b-7c4b9ec82b0a" providerId="ADAL" clId="{A49E9F3A-B52D-461E-ABF6-58A75CE30F76}" dt="2026-09-02T04:34:33.765" v="12352" actId="571"/>
          <ac:spMkLst>
            <pc:docMk/>
            <pc:sldMk cId="3004560678" sldId="418"/>
            <ac:spMk id="66" creationId="{8ACA4B2F-B586-A5BD-8205-CB0828CCC3C1}"/>
          </ac:spMkLst>
        </pc:spChg>
        <pc:grpChg chg="mod">
          <ac:chgData name="Luz Pascal" userId="7fa5ceab-0349-4458-880b-7c4b9ec82b0a" providerId="ADAL" clId="{A49E9F3A-B52D-461E-ABF6-58A75CE30F76}" dt="2026-09-02T04:34:33.765" v="12352" actId="571"/>
          <ac:grpSpMkLst>
            <pc:docMk/>
            <pc:sldMk cId="3004560678" sldId="418"/>
            <ac:grpSpMk id="28" creationId="{A0500BDC-3154-476B-1C82-5D9798F6820D}"/>
          </ac:grpSpMkLst>
        </pc:grpChg>
        <pc:grpChg chg="mod">
          <ac:chgData name="Luz Pascal" userId="7fa5ceab-0349-4458-880b-7c4b9ec82b0a" providerId="ADAL" clId="{A49E9F3A-B52D-461E-ABF6-58A75CE30F76}" dt="2026-09-02T04:34:49.010" v="12354" actId="1076"/>
          <ac:grpSpMkLst>
            <pc:docMk/>
            <pc:sldMk cId="3004560678" sldId="418"/>
            <ac:grpSpMk id="47" creationId="{8F59D33F-0390-6127-9477-070B76B3D1B9}"/>
          </ac:grpSpMkLst>
        </pc:grpChg>
        <pc:grpChg chg="mod">
          <ac:chgData name="Luz Pascal" userId="7fa5ceab-0349-4458-880b-7c4b9ec82b0a" providerId="ADAL" clId="{A49E9F3A-B52D-461E-ABF6-58A75CE30F76}" dt="2026-09-02T04:34:33.765" v="12352" actId="571"/>
          <ac:grpSpMkLst>
            <pc:docMk/>
            <pc:sldMk cId="3004560678" sldId="418"/>
            <ac:grpSpMk id="59" creationId="{44D9D239-6FB5-3800-EB4B-0B423201832E}"/>
          </ac:grpSpMkLst>
        </pc:grpChg>
        <pc:grpChg chg="mod">
          <ac:chgData name="Luz Pascal" userId="7fa5ceab-0349-4458-880b-7c4b9ec82b0a" providerId="ADAL" clId="{A49E9F3A-B52D-461E-ABF6-58A75CE30F76}" dt="2026-09-02T04:34:33.765" v="12352" actId="571"/>
          <ac:grpSpMkLst>
            <pc:docMk/>
            <pc:sldMk cId="3004560678" sldId="418"/>
            <ac:grpSpMk id="67" creationId="{4F8545F0-C6A3-B9F6-A9BB-A389FA3FD3B4}"/>
          </ac:grpSpMkLst>
        </pc:grpChg>
        <pc:picChg chg="mod">
          <ac:chgData name="Luz Pascal" userId="7fa5ceab-0349-4458-880b-7c4b9ec82b0a" providerId="ADAL" clId="{A49E9F3A-B52D-461E-ABF6-58A75CE30F76}" dt="2026-09-02T04:34:33.765" v="12352" actId="571"/>
          <ac:picMkLst>
            <pc:docMk/>
            <pc:sldMk cId="3004560678" sldId="418"/>
            <ac:picMk id="57" creationId="{1A7F72F2-6373-A67C-1CA7-4CC03C08496F}"/>
          </ac:picMkLst>
        </pc:picChg>
        <pc:picChg chg="mod">
          <ac:chgData name="Luz Pascal" userId="7fa5ceab-0349-4458-880b-7c4b9ec82b0a" providerId="ADAL" clId="{A49E9F3A-B52D-461E-ABF6-58A75CE30F76}" dt="2026-09-02T04:34:38.323" v="12353" actId="1076"/>
          <ac:picMkLst>
            <pc:docMk/>
            <pc:sldMk cId="3004560678" sldId="418"/>
            <ac:picMk id="68" creationId="{A2FB0031-2056-8E18-6A79-140B76C90BB1}"/>
          </ac:picMkLst>
        </pc:picChg>
        <pc:picChg chg="mod">
          <ac:chgData name="Luz Pascal" userId="7fa5ceab-0349-4458-880b-7c4b9ec82b0a" providerId="ADAL" clId="{A49E9F3A-B52D-461E-ABF6-58A75CE30F76}" dt="2026-09-02T04:34:38.323" v="12353" actId="1076"/>
          <ac:picMkLst>
            <pc:docMk/>
            <pc:sldMk cId="3004560678" sldId="418"/>
            <ac:picMk id="69" creationId="{31A63D44-8A60-F0C9-FA1E-4843EA6FD39D}"/>
          </ac:picMkLst>
        </pc:picChg>
        <pc:cxnChg chg="mod">
          <ac:chgData name="Luz Pascal" userId="7fa5ceab-0349-4458-880b-7c4b9ec82b0a" providerId="ADAL" clId="{A49E9F3A-B52D-461E-ABF6-58A75CE30F76}" dt="2026-09-02T04:34:33.765" v="12352" actId="571"/>
          <ac:cxnSpMkLst>
            <pc:docMk/>
            <pc:sldMk cId="3004560678" sldId="418"/>
            <ac:cxnSpMk id="36" creationId="{7DAAAD33-B146-7DE7-C967-967906ABE570}"/>
          </ac:cxnSpMkLst>
        </pc:cxnChg>
      </pc:sldChg>
      <pc:sldChg chg="modSp mod">
        <pc:chgData name="Luz Pascal" userId="7fa5ceab-0349-4458-880b-7c4b9ec82b0a" providerId="ADAL" clId="{A49E9F3A-B52D-461E-ABF6-58A75CE30F76}" dt="2026-09-23T04:44:44.811" v="16532" actId="1076"/>
        <pc:sldMkLst>
          <pc:docMk/>
          <pc:sldMk cId="2367696365" sldId="420"/>
        </pc:sldMkLst>
        <pc:spChg chg="mod">
          <ac:chgData name="Luz Pascal" userId="7fa5ceab-0349-4458-880b-7c4b9ec82b0a" providerId="ADAL" clId="{A49E9F3A-B52D-461E-ABF6-58A75CE30F76}" dt="2026-09-23T04:44:44.811" v="16532" actId="1076"/>
          <ac:spMkLst>
            <pc:docMk/>
            <pc:sldMk cId="2367696365" sldId="420"/>
            <ac:spMk id="2" creationId="{A5D712E0-4FA4-6C8C-3EF7-E40EA73D3F76}"/>
          </ac:spMkLst>
        </pc:spChg>
      </pc:sldChg>
      <pc:sldChg chg="delSp mod">
        <pc:chgData name="Luz Pascal" userId="7fa5ceab-0349-4458-880b-7c4b9ec82b0a" providerId="ADAL" clId="{A49E9F3A-B52D-461E-ABF6-58A75CE30F76}" dt="2026-09-02T04:36:23.583" v="12370" actId="478"/>
        <pc:sldMkLst>
          <pc:docMk/>
          <pc:sldMk cId="3034414840" sldId="421"/>
        </pc:sldMkLst>
      </pc:sldChg>
      <pc:sldChg chg="modSp add mod">
        <pc:chgData name="Luz Pascal" userId="7fa5ceab-0349-4458-880b-7c4b9ec82b0a" providerId="ADAL" clId="{A49E9F3A-B52D-461E-ABF6-58A75CE30F76}" dt="2026-09-14T04:25:55.125" v="12633" actId="14100"/>
        <pc:sldMkLst>
          <pc:docMk/>
          <pc:sldMk cId="3243734200" sldId="424"/>
        </pc:sldMkLst>
        <pc:grpChg chg="mod">
          <ac:chgData name="Luz Pascal" userId="7fa5ceab-0349-4458-880b-7c4b9ec82b0a" providerId="ADAL" clId="{A49E9F3A-B52D-461E-ABF6-58A75CE30F76}" dt="2026-09-14T04:25:55.125" v="12633" actId="14100"/>
          <ac:grpSpMkLst>
            <pc:docMk/>
            <pc:sldMk cId="3243734200" sldId="424"/>
            <ac:grpSpMk id="2" creationId="{F5AC768F-B93D-5021-E40A-A39C4B93B44A}"/>
          </ac:grpSpMkLst>
        </pc:grpChg>
      </pc:sldChg>
      <pc:sldChg chg="addSp delSp modSp add mod modAnim">
        <pc:chgData name="Luz Pascal" userId="7fa5ceab-0349-4458-880b-7c4b9ec82b0a" providerId="ADAL" clId="{A49E9F3A-B52D-461E-ABF6-58A75CE30F76}" dt="2026-09-14T04:16:16.154" v="12568"/>
        <pc:sldMkLst>
          <pc:docMk/>
          <pc:sldMk cId="2400900898" sldId="425"/>
        </pc:sldMkLst>
        <pc:spChg chg="add mod">
          <ac:chgData name="Luz Pascal" userId="7fa5ceab-0349-4458-880b-7c4b9ec82b0a" providerId="ADAL" clId="{A49E9F3A-B52D-461E-ABF6-58A75CE30F76}" dt="2026-09-14T04:16:03.985" v="12566" actId="1076"/>
          <ac:spMkLst>
            <pc:docMk/>
            <pc:sldMk cId="2400900898" sldId="425"/>
            <ac:spMk id="18" creationId="{8BAAEC78-49D6-8D9F-C024-B26E19F0246F}"/>
          </ac:spMkLst>
        </pc:spChg>
        <pc:picChg chg="add del">
          <ac:chgData name="Luz Pascal" userId="7fa5ceab-0349-4458-880b-7c4b9ec82b0a" providerId="ADAL" clId="{A49E9F3A-B52D-461E-ABF6-58A75CE30F76}" dt="2026-09-14T01:59:44.994" v="12422" actId="21"/>
          <ac:picMkLst>
            <pc:docMk/>
            <pc:sldMk cId="2400900898" sldId="425"/>
            <ac:picMk id="5" creationId="{2ED96C3A-C28C-1772-5947-1037C8BD0327}"/>
          </ac:picMkLst>
        </pc:picChg>
        <pc:picChg chg="add mod modCrop">
          <ac:chgData name="Luz Pascal" userId="7fa5ceab-0349-4458-880b-7c4b9ec82b0a" providerId="ADAL" clId="{A49E9F3A-B52D-461E-ABF6-58A75CE30F76}" dt="2026-09-14T03:13:21.111" v="12454" actId="732"/>
          <ac:picMkLst>
            <pc:docMk/>
            <pc:sldMk cId="2400900898" sldId="425"/>
            <ac:picMk id="8" creationId="{1A36D744-DB62-C4BE-FA18-5A59DB1ACA95}"/>
          </ac:picMkLst>
        </pc:picChg>
        <pc:picChg chg="mod">
          <ac:chgData name="Luz Pascal" userId="7fa5ceab-0349-4458-880b-7c4b9ec82b0a" providerId="ADAL" clId="{A49E9F3A-B52D-461E-ABF6-58A75CE30F76}" dt="2026-09-14T02:00:08.302" v="12425" actId="29295"/>
          <ac:picMkLst>
            <pc:docMk/>
            <pc:sldMk cId="2400900898" sldId="425"/>
            <ac:picMk id="10" creationId="{33A113AD-DD5D-4194-4BBC-8301CB74C181}"/>
          </ac:picMkLst>
        </pc:picChg>
        <pc:picChg chg="add mod modCrop">
          <ac:chgData name="Luz Pascal" userId="7fa5ceab-0349-4458-880b-7c4b9ec82b0a" providerId="ADAL" clId="{A49E9F3A-B52D-461E-ABF6-58A75CE30F76}" dt="2026-09-14T03:13:56.064" v="12463" actId="1076"/>
          <ac:picMkLst>
            <pc:docMk/>
            <pc:sldMk cId="2400900898" sldId="425"/>
            <ac:picMk id="13" creationId="{CA44E77C-2C92-04C1-6A83-9AE9D2BD0F8B}"/>
          </ac:picMkLst>
        </pc:picChg>
        <pc:picChg chg="add mod modCrop">
          <ac:chgData name="Luz Pascal" userId="7fa5ceab-0349-4458-880b-7c4b9ec82b0a" providerId="ADAL" clId="{A49E9F3A-B52D-461E-ABF6-58A75CE30F76}" dt="2026-09-14T03:14:37.873" v="12472" actId="1076"/>
          <ac:picMkLst>
            <pc:docMk/>
            <pc:sldMk cId="2400900898" sldId="425"/>
            <ac:picMk id="17" creationId="{7E69E23F-6114-FAA3-0AC2-C7188129C6C4}"/>
          </ac:picMkLst>
        </pc:picChg>
      </pc:sldChg>
      <pc:sldChg chg="add">
        <pc:chgData name="Luz Pascal" userId="7fa5ceab-0349-4458-880b-7c4b9ec82b0a" providerId="ADAL" clId="{A49E9F3A-B52D-461E-ABF6-58A75CE30F76}" dt="2026-09-14T04:25:23.256" v="12631"/>
        <pc:sldMkLst>
          <pc:docMk/>
          <pc:sldMk cId="1029107125" sldId="426"/>
        </pc:sldMkLst>
      </pc:sldChg>
      <pc:sldChg chg="addSp delSp modSp add mod delAnim modAnim">
        <pc:chgData name="Luz Pascal" userId="7fa5ceab-0349-4458-880b-7c4b9ec82b0a" providerId="ADAL" clId="{A49E9F3A-B52D-461E-ABF6-58A75CE30F76}" dt="2026-09-18T03:57:19.178" v="14528"/>
        <pc:sldMkLst>
          <pc:docMk/>
          <pc:sldMk cId="4043454983" sldId="427"/>
        </pc:sldMkLst>
        <pc:spChg chg="mod">
          <ac:chgData name="Luz Pascal" userId="7fa5ceab-0349-4458-880b-7c4b9ec82b0a" providerId="ADAL" clId="{A49E9F3A-B52D-461E-ABF6-58A75CE30F76}" dt="2026-09-17T05:38:40.230" v="14062" actId="1076"/>
          <ac:spMkLst>
            <pc:docMk/>
            <pc:sldMk cId="4043454983" sldId="427"/>
            <ac:spMk id="4" creationId="{A1A741E2-29A8-2C31-9234-116D97496F32}"/>
          </ac:spMkLst>
        </pc:spChg>
        <pc:spChg chg="mod">
          <ac:chgData name="Luz Pascal" userId="7fa5ceab-0349-4458-880b-7c4b9ec82b0a" providerId="ADAL" clId="{A49E9F3A-B52D-461E-ABF6-58A75CE30F76}" dt="2026-09-18T03:57:03.008" v="14524" actId="1076"/>
          <ac:spMkLst>
            <pc:docMk/>
            <pc:sldMk cId="4043454983" sldId="427"/>
            <ac:spMk id="5" creationId="{AD4C7ACA-72C6-FD35-FD88-C7216C681637}"/>
          </ac:spMkLst>
        </pc:spChg>
        <pc:spChg chg="add mod">
          <ac:chgData name="Luz Pascal" userId="7fa5ceab-0349-4458-880b-7c4b9ec82b0a" providerId="ADAL" clId="{A49E9F3A-B52D-461E-ABF6-58A75CE30F76}" dt="2026-09-18T03:57:03.008" v="14524" actId="1076"/>
          <ac:spMkLst>
            <pc:docMk/>
            <pc:sldMk cId="4043454983" sldId="427"/>
            <ac:spMk id="10" creationId="{C04FB761-1647-397E-2BC4-24B20099852B}"/>
          </ac:spMkLst>
        </pc:spChg>
        <pc:spChg chg="add mod">
          <ac:chgData name="Luz Pascal" userId="7fa5ceab-0349-4458-880b-7c4b9ec82b0a" providerId="ADAL" clId="{A49E9F3A-B52D-461E-ABF6-58A75CE30F76}" dt="2026-09-18T03:57:03.008" v="14524" actId="1076"/>
          <ac:spMkLst>
            <pc:docMk/>
            <pc:sldMk cId="4043454983" sldId="427"/>
            <ac:spMk id="12" creationId="{A449F0FA-2BBA-FB6B-C52A-494FE357FF97}"/>
          </ac:spMkLst>
        </pc:spChg>
        <pc:spChg chg="mod">
          <ac:chgData name="Luz Pascal" userId="7fa5ceab-0349-4458-880b-7c4b9ec82b0a" providerId="ADAL" clId="{A49E9F3A-B52D-461E-ABF6-58A75CE30F76}" dt="2026-09-14T05:43:49.566" v="13858" actId="1035"/>
          <ac:spMkLst>
            <pc:docMk/>
            <pc:sldMk cId="4043454983" sldId="427"/>
            <ac:spMk id="14" creationId="{D7D2546F-471A-11CB-F491-499E644F3C5B}"/>
          </ac:spMkLst>
        </pc:spChg>
        <pc:spChg chg="mod">
          <ac:chgData name="Luz Pascal" userId="7fa5ceab-0349-4458-880b-7c4b9ec82b0a" providerId="ADAL" clId="{A49E9F3A-B52D-461E-ABF6-58A75CE30F76}" dt="2026-09-17T05:37:24.861" v="14047" actId="1076"/>
          <ac:spMkLst>
            <pc:docMk/>
            <pc:sldMk cId="4043454983" sldId="427"/>
            <ac:spMk id="15" creationId="{AE87E98C-1584-AED1-2FA7-C5DF55ECCC86}"/>
          </ac:spMkLst>
        </pc:spChg>
        <pc:spChg chg="add mod">
          <ac:chgData name="Luz Pascal" userId="7fa5ceab-0349-4458-880b-7c4b9ec82b0a" providerId="ADAL" clId="{A49E9F3A-B52D-461E-ABF6-58A75CE30F76}" dt="2026-09-18T03:57:03.008" v="14524" actId="1076"/>
          <ac:spMkLst>
            <pc:docMk/>
            <pc:sldMk cId="4043454983" sldId="427"/>
            <ac:spMk id="16" creationId="{C7627BAA-BF0B-AE56-EFCF-A1C1DDC91FA2}"/>
          </ac:spMkLst>
        </pc:spChg>
        <pc:spChg chg="mod">
          <ac:chgData name="Luz Pascal" userId="7fa5ceab-0349-4458-880b-7c4b9ec82b0a" providerId="ADAL" clId="{A49E9F3A-B52D-461E-ABF6-58A75CE30F76}" dt="2026-09-14T05:43:49.566" v="13858" actId="1035"/>
          <ac:spMkLst>
            <pc:docMk/>
            <pc:sldMk cId="4043454983" sldId="427"/>
            <ac:spMk id="18" creationId="{9D7E8C4E-8642-6324-199C-D9514A0AA422}"/>
          </ac:spMkLst>
        </pc:spChg>
        <pc:spChg chg="add mod">
          <ac:chgData name="Luz Pascal" userId="7fa5ceab-0349-4458-880b-7c4b9ec82b0a" providerId="ADAL" clId="{A49E9F3A-B52D-461E-ABF6-58A75CE30F76}" dt="2026-09-18T03:57:03.008" v="14524" actId="1076"/>
          <ac:spMkLst>
            <pc:docMk/>
            <pc:sldMk cId="4043454983" sldId="427"/>
            <ac:spMk id="20" creationId="{006F1C79-2409-1010-CE96-5EE27DDD0574}"/>
          </ac:spMkLst>
        </pc:spChg>
        <pc:spChg chg="mod">
          <ac:chgData name="Luz Pascal" userId="7fa5ceab-0349-4458-880b-7c4b9ec82b0a" providerId="ADAL" clId="{A49E9F3A-B52D-461E-ABF6-58A75CE30F76}" dt="2026-09-18T03:57:03.008" v="14524" actId="1076"/>
          <ac:spMkLst>
            <pc:docMk/>
            <pc:sldMk cId="4043454983" sldId="427"/>
            <ac:spMk id="26" creationId="{9B5520C0-4228-CD82-0FE9-3E36925B7653}"/>
          </ac:spMkLst>
        </pc:spChg>
        <pc:spChg chg="mod">
          <ac:chgData name="Luz Pascal" userId="7fa5ceab-0349-4458-880b-7c4b9ec82b0a" providerId="ADAL" clId="{A49E9F3A-B52D-461E-ABF6-58A75CE30F76}" dt="2026-09-14T05:43:49.566" v="13858" actId="1035"/>
          <ac:spMkLst>
            <pc:docMk/>
            <pc:sldMk cId="4043454983" sldId="427"/>
            <ac:spMk id="73" creationId="{28A57B57-7DDE-0100-F0F0-D89FCFD27988}"/>
          </ac:spMkLst>
        </pc:spChg>
        <pc:spChg chg="mod">
          <ac:chgData name="Luz Pascal" userId="7fa5ceab-0349-4458-880b-7c4b9ec82b0a" providerId="ADAL" clId="{A49E9F3A-B52D-461E-ABF6-58A75CE30F76}" dt="2026-09-14T05:43:49.566" v="13858" actId="1035"/>
          <ac:spMkLst>
            <pc:docMk/>
            <pc:sldMk cId="4043454983" sldId="427"/>
            <ac:spMk id="74" creationId="{37E5C998-B8F0-C821-C3D4-96DCBF51530B}"/>
          </ac:spMkLst>
        </pc:spChg>
        <pc:grpChg chg="mod">
          <ac:chgData name="Luz Pascal" userId="7fa5ceab-0349-4458-880b-7c4b9ec82b0a" providerId="ADAL" clId="{A49E9F3A-B52D-461E-ABF6-58A75CE30F76}" dt="2026-09-14T05:43:49.566" v="13858" actId="1035"/>
          <ac:grpSpMkLst>
            <pc:docMk/>
            <pc:sldMk cId="4043454983" sldId="427"/>
            <ac:grpSpMk id="39" creationId="{B311792D-FB7B-2AF5-7CB0-34EE2BE86051}"/>
          </ac:grpSpMkLst>
        </pc:grpChg>
        <pc:grpChg chg="mod">
          <ac:chgData name="Luz Pascal" userId="7fa5ceab-0349-4458-880b-7c4b9ec82b0a" providerId="ADAL" clId="{A49E9F3A-B52D-461E-ABF6-58A75CE30F76}" dt="2026-09-18T03:57:03.008" v="14524" actId="1076"/>
          <ac:grpSpMkLst>
            <pc:docMk/>
            <pc:sldMk cId="4043454983" sldId="427"/>
            <ac:grpSpMk id="40" creationId="{06D967A7-5B45-E77B-6FB0-DC7512F36C2B}"/>
          </ac:grpSpMkLst>
        </pc:grpChg>
        <pc:grpChg chg="mod">
          <ac:chgData name="Luz Pascal" userId="7fa5ceab-0349-4458-880b-7c4b9ec82b0a" providerId="ADAL" clId="{A49E9F3A-B52D-461E-ABF6-58A75CE30F76}" dt="2026-09-17T05:37:30.695" v="14048" actId="1076"/>
          <ac:grpSpMkLst>
            <pc:docMk/>
            <pc:sldMk cId="4043454983" sldId="427"/>
            <ac:grpSpMk id="52" creationId="{83E48E09-F261-64C0-734F-45F6A5854646}"/>
          </ac:grpSpMkLst>
        </pc:grpChg>
        <pc:grpChg chg="mod">
          <ac:chgData name="Luz Pascal" userId="7fa5ceab-0349-4458-880b-7c4b9ec82b0a" providerId="ADAL" clId="{A49E9F3A-B52D-461E-ABF6-58A75CE30F76}" dt="2026-09-18T03:57:03.008" v="14524" actId="1076"/>
          <ac:grpSpMkLst>
            <pc:docMk/>
            <pc:sldMk cId="4043454983" sldId="427"/>
            <ac:grpSpMk id="64" creationId="{F3E9490C-68EE-80CB-BDEB-B5CE5B394275}"/>
          </ac:grpSpMkLst>
        </pc:grpChg>
        <pc:grpChg chg="mod">
          <ac:chgData name="Luz Pascal" userId="7fa5ceab-0349-4458-880b-7c4b9ec82b0a" providerId="ADAL" clId="{A49E9F3A-B52D-461E-ABF6-58A75CE30F76}" dt="2026-09-17T05:37:30.695" v="14048" actId="1076"/>
          <ac:grpSpMkLst>
            <pc:docMk/>
            <pc:sldMk cId="4043454983" sldId="427"/>
            <ac:grpSpMk id="65" creationId="{14DE29C7-4865-0B9B-F63E-ADD0C8B415C1}"/>
          </ac:grpSpMkLst>
        </pc:grpChg>
        <pc:picChg chg="mod">
          <ac:chgData name="Luz Pascal" userId="7fa5ceab-0349-4458-880b-7c4b9ec82b0a" providerId="ADAL" clId="{A49E9F3A-B52D-461E-ABF6-58A75CE30F76}" dt="2026-09-14T05:43:49.566" v="13858" actId="1035"/>
          <ac:picMkLst>
            <pc:docMk/>
            <pc:sldMk cId="4043454983" sldId="427"/>
            <ac:picMk id="41" creationId="{0A443B46-01D2-5609-4F12-D44734ED4E31}"/>
          </ac:picMkLst>
        </pc:picChg>
        <pc:picChg chg="mod">
          <ac:chgData name="Luz Pascal" userId="7fa5ceab-0349-4458-880b-7c4b9ec82b0a" providerId="ADAL" clId="{A49E9F3A-B52D-461E-ABF6-58A75CE30F76}" dt="2026-09-18T03:57:03.008" v="14524" actId="1076"/>
          <ac:picMkLst>
            <pc:docMk/>
            <pc:sldMk cId="4043454983" sldId="427"/>
            <ac:picMk id="44" creationId="{E2674A3D-5FDF-6D30-2BEE-B134A7EC9088}"/>
          </ac:picMkLst>
        </pc:picChg>
        <pc:picChg chg="mod">
          <ac:chgData name="Luz Pascal" userId="7fa5ceab-0349-4458-880b-7c4b9ec82b0a" providerId="ADAL" clId="{A49E9F3A-B52D-461E-ABF6-58A75CE30F76}" dt="2026-09-18T03:57:03.008" v="14524" actId="1076"/>
          <ac:picMkLst>
            <pc:docMk/>
            <pc:sldMk cId="4043454983" sldId="427"/>
            <ac:picMk id="45" creationId="{E7858432-ADBC-8530-444D-601BC5E41962}"/>
          </ac:picMkLst>
        </pc:picChg>
        <pc:picChg chg="mod">
          <ac:chgData name="Luz Pascal" userId="7fa5ceab-0349-4458-880b-7c4b9ec82b0a" providerId="ADAL" clId="{A49E9F3A-B52D-461E-ABF6-58A75CE30F76}" dt="2026-09-14T05:43:49.566" v="13858" actId="1035"/>
          <ac:picMkLst>
            <pc:docMk/>
            <pc:sldMk cId="4043454983" sldId="427"/>
            <ac:picMk id="50" creationId="{AC5D3B56-BEA6-40B8-0F57-D59D7FE496E6}"/>
          </ac:picMkLst>
        </pc:picChg>
      </pc:sldChg>
      <pc:sldChg chg="add">
        <pc:chgData name="Luz Pascal" userId="7fa5ceab-0349-4458-880b-7c4b9ec82b0a" providerId="ADAL" clId="{A49E9F3A-B52D-461E-ABF6-58A75CE30F76}" dt="2026-09-14T05:12:52.694" v="12961"/>
        <pc:sldMkLst>
          <pc:docMk/>
          <pc:sldMk cId="279658880" sldId="429"/>
        </pc:sldMkLst>
      </pc:sldChg>
      <pc:sldChg chg="addSp delSp modSp add mod delAnim modAnim">
        <pc:chgData name="Luz Pascal" userId="7fa5ceab-0349-4458-880b-7c4b9ec82b0a" providerId="ADAL" clId="{A49E9F3A-B52D-461E-ABF6-58A75CE30F76}" dt="2026-09-17T05:36:23.783" v="14045" actId="20577"/>
        <pc:sldMkLst>
          <pc:docMk/>
          <pc:sldMk cId="3600709160" sldId="431"/>
        </pc:sldMkLst>
        <pc:spChg chg="mod">
          <ac:chgData name="Luz Pascal" userId="7fa5ceab-0349-4458-880b-7c4b9ec82b0a" providerId="ADAL" clId="{A49E9F3A-B52D-461E-ABF6-58A75CE30F76}" dt="2026-09-14T05:29:25.987" v="13406" actId="1076"/>
          <ac:spMkLst>
            <pc:docMk/>
            <pc:sldMk cId="3600709160" sldId="431"/>
            <ac:spMk id="3" creationId="{D187D1E0-6722-BFAA-5978-3F421B4CEA72}"/>
          </ac:spMkLst>
        </pc:spChg>
        <pc:spChg chg="add del mod">
          <ac:chgData name="Luz Pascal" userId="7fa5ceab-0349-4458-880b-7c4b9ec82b0a" providerId="ADAL" clId="{A49E9F3A-B52D-461E-ABF6-58A75CE30F76}" dt="2026-09-14T05:29:20.443" v="13405" actId="1076"/>
          <ac:spMkLst>
            <pc:docMk/>
            <pc:sldMk cId="3600709160" sldId="431"/>
            <ac:spMk id="14" creationId="{720A8EBD-8337-1719-F136-6DD8893EAF97}"/>
          </ac:spMkLst>
        </pc:spChg>
        <pc:spChg chg="add del mod">
          <ac:chgData name="Luz Pascal" userId="7fa5ceab-0349-4458-880b-7c4b9ec82b0a" providerId="ADAL" clId="{A49E9F3A-B52D-461E-ABF6-58A75CE30F76}" dt="2026-09-14T05:37:03.181" v="13475" actId="1038"/>
          <ac:spMkLst>
            <pc:docMk/>
            <pc:sldMk cId="3600709160" sldId="431"/>
            <ac:spMk id="18" creationId="{76E098DB-83AF-D0D6-A47A-8DB01F688425}"/>
          </ac:spMkLst>
        </pc:spChg>
        <pc:spChg chg="add mod">
          <ac:chgData name="Luz Pascal" userId="7fa5ceab-0349-4458-880b-7c4b9ec82b0a" providerId="ADAL" clId="{A49E9F3A-B52D-461E-ABF6-58A75CE30F76}" dt="2026-09-14T05:37:15.338" v="13497" actId="1076"/>
          <ac:spMkLst>
            <pc:docMk/>
            <pc:sldMk cId="3600709160" sldId="431"/>
            <ac:spMk id="37" creationId="{D5F1AC9E-0962-2FD3-0C77-773851777F9E}"/>
          </ac:spMkLst>
        </pc:spChg>
        <pc:spChg chg="add mod">
          <ac:chgData name="Luz Pascal" userId="7fa5ceab-0349-4458-880b-7c4b9ec82b0a" providerId="ADAL" clId="{A49E9F3A-B52D-461E-ABF6-58A75CE30F76}" dt="2026-09-17T05:36:23.783" v="14045" actId="20577"/>
          <ac:spMkLst>
            <pc:docMk/>
            <pc:sldMk cId="3600709160" sldId="431"/>
            <ac:spMk id="38" creationId="{F67134D6-080F-AA6F-8178-5C6E873594FF}"/>
          </ac:spMkLst>
        </pc:spChg>
        <pc:spChg chg="add mod">
          <ac:chgData name="Luz Pascal" userId="7fa5ceab-0349-4458-880b-7c4b9ec82b0a" providerId="ADAL" clId="{A49E9F3A-B52D-461E-ABF6-58A75CE30F76}" dt="2026-09-14T05:37:03.181" v="13475" actId="1038"/>
          <ac:spMkLst>
            <pc:docMk/>
            <pc:sldMk cId="3600709160" sldId="431"/>
            <ac:spMk id="43" creationId="{DB965DBF-92DB-BF73-B6F0-6706C47E9A5D}"/>
          </ac:spMkLst>
        </pc:spChg>
        <pc:spChg chg="add del mod">
          <ac:chgData name="Luz Pascal" userId="7fa5ceab-0349-4458-880b-7c4b9ec82b0a" providerId="ADAL" clId="{A49E9F3A-B52D-461E-ABF6-58A75CE30F76}" dt="2026-09-14T05:37:03.181" v="13475" actId="1038"/>
          <ac:spMkLst>
            <pc:docMk/>
            <pc:sldMk cId="3600709160" sldId="431"/>
            <ac:spMk id="73" creationId="{3D1232FB-05B3-24FF-7642-1558D884AE77}"/>
          </ac:spMkLst>
        </pc:spChg>
        <pc:spChg chg="add del mod">
          <ac:chgData name="Luz Pascal" userId="7fa5ceab-0349-4458-880b-7c4b9ec82b0a" providerId="ADAL" clId="{A49E9F3A-B52D-461E-ABF6-58A75CE30F76}" dt="2026-09-14T05:29:20.443" v="13405" actId="1076"/>
          <ac:spMkLst>
            <pc:docMk/>
            <pc:sldMk cId="3600709160" sldId="431"/>
            <ac:spMk id="74" creationId="{BE5A0A3D-A798-E319-BA18-B215CF01C823}"/>
          </ac:spMkLst>
        </pc:spChg>
        <pc:grpChg chg="add mod">
          <ac:chgData name="Luz Pascal" userId="7fa5ceab-0349-4458-880b-7c4b9ec82b0a" providerId="ADAL" clId="{A49E9F3A-B52D-461E-ABF6-58A75CE30F76}" dt="2026-09-14T05:25:23.236" v="13231" actId="164"/>
          <ac:grpSpMkLst>
            <pc:docMk/>
            <pc:sldMk cId="3600709160" sldId="431"/>
            <ac:grpSpMk id="27" creationId="{98AD1275-1511-961C-4A31-3609E0A716B3}"/>
          </ac:grpSpMkLst>
        </pc:grpChg>
        <pc:grpChg chg="add mod">
          <ac:chgData name="Luz Pascal" userId="7fa5ceab-0349-4458-880b-7c4b9ec82b0a" providerId="ADAL" clId="{A49E9F3A-B52D-461E-ABF6-58A75CE30F76}" dt="2026-09-14T05:41:22.686" v="13788" actId="164"/>
          <ac:grpSpMkLst>
            <pc:docMk/>
            <pc:sldMk cId="3600709160" sldId="431"/>
            <ac:grpSpMk id="44" creationId="{08B2E228-BC4C-362B-9AE8-8BF0F911979B}"/>
          </ac:grpSpMkLst>
        </pc:grpChg>
        <pc:picChg chg="add mod">
          <ac:chgData name="Luz Pascal" userId="7fa5ceab-0349-4458-880b-7c4b9ec82b0a" providerId="ADAL" clId="{A49E9F3A-B52D-461E-ABF6-58A75CE30F76}" dt="2026-09-14T05:25:23.236" v="13231" actId="164"/>
          <ac:picMkLst>
            <pc:docMk/>
            <pc:sldMk cId="3600709160" sldId="431"/>
            <ac:picMk id="11" creationId="{72E0953C-EB38-6861-BC1D-79421356ABEF}"/>
          </ac:picMkLst>
        </pc:picChg>
        <pc:picChg chg="mod topLvl">
          <ac:chgData name="Luz Pascal" userId="7fa5ceab-0349-4458-880b-7c4b9ec82b0a" providerId="ADAL" clId="{A49E9F3A-B52D-461E-ABF6-58A75CE30F76}" dt="2026-09-14T05:41:22.686" v="13788" actId="164"/>
          <ac:picMkLst>
            <pc:docMk/>
            <pc:sldMk cId="3600709160" sldId="431"/>
            <ac:picMk id="17" creationId="{AFCECDDE-9427-AD53-7BCE-3474B3D1D411}"/>
          </ac:picMkLst>
        </pc:picChg>
        <pc:picChg chg="add mod">
          <ac:chgData name="Luz Pascal" userId="7fa5ceab-0349-4458-880b-7c4b9ec82b0a" providerId="ADAL" clId="{A49E9F3A-B52D-461E-ABF6-58A75CE30F76}" dt="2026-09-14T05:25:23.236" v="13231" actId="164"/>
          <ac:picMkLst>
            <pc:docMk/>
            <pc:sldMk cId="3600709160" sldId="431"/>
            <ac:picMk id="21" creationId="{4AE643D4-F6DA-E617-2C26-F3AF3B87F4EC}"/>
          </ac:picMkLst>
        </pc:picChg>
        <pc:picChg chg="add mod">
          <ac:chgData name="Luz Pascal" userId="7fa5ceab-0349-4458-880b-7c4b9ec82b0a" providerId="ADAL" clId="{A49E9F3A-B52D-461E-ABF6-58A75CE30F76}" dt="2026-09-14T05:25:23.236" v="13231" actId="164"/>
          <ac:picMkLst>
            <pc:docMk/>
            <pc:sldMk cId="3600709160" sldId="431"/>
            <ac:picMk id="23" creationId="{AACE5260-C4A3-45AF-5EA7-89A842B6E037}"/>
          </ac:picMkLst>
        </pc:picChg>
        <pc:picChg chg="mod topLvl">
          <ac:chgData name="Luz Pascal" userId="7fa5ceab-0349-4458-880b-7c4b9ec82b0a" providerId="ADAL" clId="{A49E9F3A-B52D-461E-ABF6-58A75CE30F76}" dt="2026-09-14T05:41:22.686" v="13788" actId="164"/>
          <ac:picMkLst>
            <pc:docMk/>
            <pc:sldMk cId="3600709160" sldId="431"/>
            <ac:picMk id="24" creationId="{A364A4FE-DEA5-C51C-F267-A7B5E2368B81}"/>
          </ac:picMkLst>
        </pc:picChg>
        <pc:picChg chg="add mod">
          <ac:chgData name="Luz Pascal" userId="7fa5ceab-0349-4458-880b-7c4b9ec82b0a" providerId="ADAL" clId="{A49E9F3A-B52D-461E-ABF6-58A75CE30F76}" dt="2026-09-14T05:25:23.236" v="13231" actId="164"/>
          <ac:picMkLst>
            <pc:docMk/>
            <pc:sldMk cId="3600709160" sldId="431"/>
            <ac:picMk id="26" creationId="{6E4D0DD5-1889-E35A-2A0A-65C2E0376D2A}"/>
          </ac:picMkLst>
        </pc:picChg>
        <pc:picChg chg="add mod">
          <ac:chgData name="Luz Pascal" userId="7fa5ceab-0349-4458-880b-7c4b9ec82b0a" providerId="ADAL" clId="{A49E9F3A-B52D-461E-ABF6-58A75CE30F76}" dt="2026-09-14T05:37:03.181" v="13475" actId="1038"/>
          <ac:picMkLst>
            <pc:docMk/>
            <pc:sldMk cId="3600709160" sldId="431"/>
            <ac:picMk id="35" creationId="{C7986255-E1B2-AF8A-8B66-3A38B12C9053}"/>
          </ac:picMkLst>
        </pc:picChg>
        <pc:picChg chg="mod topLvl">
          <ac:chgData name="Luz Pascal" userId="7fa5ceab-0349-4458-880b-7c4b9ec82b0a" providerId="ADAL" clId="{A49E9F3A-B52D-461E-ABF6-58A75CE30F76}" dt="2026-09-14T05:41:22.686" v="13788" actId="164"/>
          <ac:picMkLst>
            <pc:docMk/>
            <pc:sldMk cId="3600709160" sldId="431"/>
            <ac:picMk id="36" creationId="{77DD5AB7-D9F5-FFC7-275B-7B007BC24D3A}"/>
          </ac:picMkLst>
        </pc:picChg>
        <pc:picChg chg="add del mod">
          <ac:chgData name="Luz Pascal" userId="7fa5ceab-0349-4458-880b-7c4b9ec82b0a" providerId="ADAL" clId="{A49E9F3A-B52D-461E-ABF6-58A75CE30F76}" dt="2026-09-14T05:37:15.338" v="13497" actId="1076"/>
          <ac:picMkLst>
            <pc:docMk/>
            <pc:sldMk cId="3600709160" sldId="431"/>
            <ac:picMk id="41" creationId="{F3BCA129-240A-49D1-D8A8-E9FD0892047C}"/>
          </ac:picMkLst>
        </pc:picChg>
        <pc:picChg chg="add del mod">
          <ac:chgData name="Luz Pascal" userId="7fa5ceab-0349-4458-880b-7c4b9ec82b0a" providerId="ADAL" clId="{A49E9F3A-B52D-461E-ABF6-58A75CE30F76}" dt="2026-09-14T05:37:15.338" v="13497" actId="1076"/>
          <ac:picMkLst>
            <pc:docMk/>
            <pc:sldMk cId="3600709160" sldId="431"/>
            <ac:picMk id="50" creationId="{59BD15F2-A90D-AC5F-5FEE-7A0BABB90E33}"/>
          </ac:picMkLst>
        </pc:picChg>
        <pc:cxnChg chg="add mod">
          <ac:chgData name="Luz Pascal" userId="7fa5ceab-0349-4458-880b-7c4b9ec82b0a" providerId="ADAL" clId="{A49E9F3A-B52D-461E-ABF6-58A75CE30F76}" dt="2026-09-14T05:25:23.236" v="13231" actId="164"/>
          <ac:cxnSpMkLst>
            <pc:docMk/>
            <pc:sldMk cId="3600709160" sldId="431"/>
            <ac:cxnSpMk id="16" creationId="{299C84FF-A5CF-D890-213A-033F655A4CA8}"/>
          </ac:cxnSpMkLst>
        </pc:cxnChg>
        <pc:cxnChg chg="mod topLvl">
          <ac:chgData name="Luz Pascal" userId="7fa5ceab-0349-4458-880b-7c4b9ec82b0a" providerId="ADAL" clId="{A49E9F3A-B52D-461E-ABF6-58A75CE30F76}" dt="2026-09-14T05:37:03.181" v="13475" actId="1038"/>
          <ac:cxnSpMkLst>
            <pc:docMk/>
            <pc:sldMk cId="3600709160" sldId="431"/>
            <ac:cxnSpMk id="30" creationId="{CB2E4421-528F-0764-1F81-B2AB44923E71}"/>
          </ac:cxnSpMkLst>
        </pc:cxnChg>
      </pc:sldChg>
      <pc:sldChg chg="addSp delSp modSp add mod ord addAnim delAnim modAnim">
        <pc:chgData name="Luz Pascal" userId="7fa5ceab-0349-4458-880b-7c4b9ec82b0a" providerId="ADAL" clId="{A49E9F3A-B52D-461E-ABF6-58A75CE30F76}" dt="2026-09-23T01:26:20.031" v="16531" actId="20577"/>
        <pc:sldMkLst>
          <pc:docMk/>
          <pc:sldMk cId="2882369969" sldId="432"/>
        </pc:sldMkLst>
        <pc:spChg chg="mod">
          <ac:chgData name="Luz Pascal" userId="7fa5ceab-0349-4458-880b-7c4b9ec82b0a" providerId="ADAL" clId="{A49E9F3A-B52D-461E-ABF6-58A75CE30F76}" dt="2026-09-23T01:26:20.031" v="16531" actId="20577"/>
          <ac:spMkLst>
            <pc:docMk/>
            <pc:sldMk cId="2882369969" sldId="432"/>
            <ac:spMk id="3" creationId="{68EA4B29-8DF8-1CFE-D2DD-3640589308F1}"/>
          </ac:spMkLst>
        </pc:spChg>
        <pc:grpChg chg="add mod">
          <ac:chgData name="Luz Pascal" userId="7fa5ceab-0349-4458-880b-7c4b9ec82b0a" providerId="ADAL" clId="{A49E9F3A-B52D-461E-ABF6-58A75CE30F76}" dt="2026-09-14T05:42:22.903" v="13803" actId="1076"/>
          <ac:grpSpMkLst>
            <pc:docMk/>
            <pc:sldMk cId="2882369969" sldId="432"/>
            <ac:grpSpMk id="6" creationId="{71C52BED-EB70-915C-DD64-D4FD1F0FE58D}"/>
          </ac:grpSpMkLst>
        </pc:grpChg>
        <pc:picChg chg="mod">
          <ac:chgData name="Luz Pascal" userId="7fa5ceab-0349-4458-880b-7c4b9ec82b0a" providerId="ADAL" clId="{A49E9F3A-B52D-461E-ABF6-58A75CE30F76}" dt="2026-09-14T05:41:28.071" v="13791"/>
          <ac:picMkLst>
            <pc:docMk/>
            <pc:sldMk cId="2882369969" sldId="432"/>
            <ac:picMk id="7" creationId="{0B028BBF-F309-2997-8FD6-7F3840AF011D}"/>
          </ac:picMkLst>
        </pc:picChg>
        <pc:picChg chg="mod">
          <ac:chgData name="Luz Pascal" userId="7fa5ceab-0349-4458-880b-7c4b9ec82b0a" providerId="ADAL" clId="{A49E9F3A-B52D-461E-ABF6-58A75CE30F76}" dt="2026-09-14T05:41:40.402" v="13793" actId="1076"/>
          <ac:picMkLst>
            <pc:docMk/>
            <pc:sldMk cId="2882369969" sldId="432"/>
            <ac:picMk id="8" creationId="{41F64B3C-7718-83A7-DF90-03A18AD7FA0A}"/>
          </ac:picMkLst>
        </pc:picChg>
        <pc:picChg chg="mod">
          <ac:chgData name="Luz Pascal" userId="7fa5ceab-0349-4458-880b-7c4b9ec82b0a" providerId="ADAL" clId="{A49E9F3A-B52D-461E-ABF6-58A75CE30F76}" dt="2026-09-14T05:41:40.402" v="13793" actId="1076"/>
          <ac:picMkLst>
            <pc:docMk/>
            <pc:sldMk cId="2882369969" sldId="432"/>
            <ac:picMk id="9" creationId="{EEC2535C-CD13-68DD-2BD5-4AE4FEBDB733}"/>
          </ac:picMkLst>
        </pc:picChg>
        <pc:picChg chg="add mod">
          <ac:chgData name="Luz Pascal" userId="7fa5ceab-0349-4458-880b-7c4b9ec82b0a" providerId="ADAL" clId="{A49E9F3A-B52D-461E-ABF6-58A75CE30F76}" dt="2026-09-14T05:42:04.546" v="13798" actId="1076"/>
          <ac:picMkLst>
            <pc:docMk/>
            <pc:sldMk cId="2882369969" sldId="432"/>
            <ac:picMk id="10" creationId="{62DB5072-E170-EF43-B63E-F23D5351A537}"/>
          </ac:picMkLst>
        </pc:picChg>
        <pc:picChg chg="add mod">
          <ac:chgData name="Luz Pascal" userId="7fa5ceab-0349-4458-880b-7c4b9ec82b0a" providerId="ADAL" clId="{A49E9F3A-B52D-461E-ABF6-58A75CE30F76}" dt="2026-09-14T05:42:36.391" v="13825" actId="1037"/>
          <ac:picMkLst>
            <pc:docMk/>
            <pc:sldMk cId="2882369969" sldId="432"/>
            <ac:picMk id="12" creationId="{E80DE66E-5C61-B485-597F-AAC4EBCF9C3B}"/>
          </ac:picMkLst>
        </pc:picChg>
      </pc:sldChg>
      <pc:sldChg chg="add">
        <pc:chgData name="Luz Pascal" userId="7fa5ceab-0349-4458-880b-7c4b9ec82b0a" providerId="ADAL" clId="{A49E9F3A-B52D-461E-ABF6-58A75CE30F76}" dt="2026-09-17T05:05:17.991" v="13878"/>
        <pc:sldMkLst>
          <pc:docMk/>
          <pc:sldMk cId="556798956" sldId="433"/>
        </pc:sldMkLst>
      </pc:sldChg>
      <pc:sldChg chg="addSp delSp modSp new del mod">
        <pc:chgData name="Luz Pascal" userId="7fa5ceab-0349-4458-880b-7c4b9ec82b0a" providerId="ADAL" clId="{A49E9F3A-B52D-461E-ABF6-58A75CE30F76}" dt="2026-09-24T02:12:24.672" v="16613" actId="47"/>
        <pc:sldMkLst>
          <pc:docMk/>
          <pc:sldMk cId="3782292165" sldId="434"/>
        </pc:sldMkLst>
        <pc:picChg chg="add mod">
          <ac:chgData name="Luz Pascal" userId="7fa5ceab-0349-4458-880b-7c4b9ec82b0a" providerId="ADAL" clId="{A49E9F3A-B52D-461E-ABF6-58A75CE30F76}" dt="2026-09-17T05:31:50.303" v="14006" actId="1076"/>
          <ac:picMkLst>
            <pc:docMk/>
            <pc:sldMk cId="3782292165" sldId="434"/>
            <ac:picMk id="5" creationId="{C102F476-8CEB-4D25-E909-7983FE2C886E}"/>
          </ac:picMkLst>
        </pc:picChg>
      </pc:sldChg>
      <pc:sldChg chg="addSp delSp modSp new mod modClrScheme chgLayout">
        <pc:chgData name="Luz Pascal" userId="7fa5ceab-0349-4458-880b-7c4b9ec82b0a" providerId="ADAL" clId="{A49E9F3A-B52D-461E-ABF6-58A75CE30F76}" dt="2026-09-17T05:29:32.539" v="13995" actId="20577"/>
        <pc:sldMkLst>
          <pc:docMk/>
          <pc:sldMk cId="1786553344" sldId="435"/>
        </pc:sldMkLst>
        <pc:spChg chg="add mod ord">
          <ac:chgData name="Luz Pascal" userId="7fa5ceab-0349-4458-880b-7c4b9ec82b0a" providerId="ADAL" clId="{A49E9F3A-B52D-461E-ABF6-58A75CE30F76}" dt="2026-09-17T05:29:32.539" v="13995" actId="20577"/>
          <ac:spMkLst>
            <pc:docMk/>
            <pc:sldMk cId="1786553344" sldId="435"/>
            <ac:spMk id="7" creationId="{76968143-6B98-7440-ED48-3AD0CE16FA33}"/>
          </ac:spMkLst>
        </pc:spChg>
        <pc:picChg chg="add mod">
          <ac:chgData name="Luz Pascal" userId="7fa5ceab-0349-4458-880b-7c4b9ec82b0a" providerId="ADAL" clId="{A49E9F3A-B52D-461E-ABF6-58A75CE30F76}" dt="2026-09-17T05:28:34.576" v="13948" actId="1076"/>
          <ac:picMkLst>
            <pc:docMk/>
            <pc:sldMk cId="1786553344" sldId="435"/>
            <ac:picMk id="6" creationId="{8DABD20C-2A41-9084-4614-6CB7B6095143}"/>
          </ac:picMkLst>
        </pc:picChg>
      </pc:sldChg>
      <pc:sldChg chg="addSp delSp modSp add mod">
        <pc:chgData name="Luz Pascal" userId="7fa5ceab-0349-4458-880b-7c4b9ec82b0a" providerId="ADAL" clId="{A49E9F3A-B52D-461E-ABF6-58A75CE30F76}" dt="2026-09-17T05:31:04.295" v="14004" actId="14861"/>
        <pc:sldMkLst>
          <pc:docMk/>
          <pc:sldMk cId="894479053" sldId="436"/>
        </pc:sldMkLst>
        <pc:picChg chg="add mod">
          <ac:chgData name="Luz Pascal" userId="7fa5ceab-0349-4458-880b-7c4b9ec82b0a" providerId="ADAL" clId="{A49E9F3A-B52D-461E-ABF6-58A75CE30F76}" dt="2026-09-17T05:31:04.295" v="14004" actId="14861"/>
          <ac:picMkLst>
            <pc:docMk/>
            <pc:sldMk cId="894479053" sldId="436"/>
            <ac:picMk id="3" creationId="{757F7B74-0DB6-80D3-F886-0B9746EEBC97}"/>
          </ac:picMkLst>
        </pc:picChg>
      </pc:sldChg>
      <pc:sldChg chg="addSp delSp modSp new del mod">
        <pc:chgData name="Luz Pascal" userId="7fa5ceab-0349-4458-880b-7c4b9ec82b0a" providerId="ADAL" clId="{A49E9F3A-B52D-461E-ABF6-58A75CE30F76}" dt="2026-09-24T02:12:27.590" v="16614" actId="47"/>
        <pc:sldMkLst>
          <pc:docMk/>
          <pc:sldMk cId="2867713153" sldId="437"/>
        </pc:sldMkLst>
        <pc:picChg chg="add mod">
          <ac:chgData name="Luz Pascal" userId="7fa5ceab-0349-4458-880b-7c4b9ec82b0a" providerId="ADAL" clId="{A49E9F3A-B52D-461E-ABF6-58A75CE30F76}" dt="2026-09-17T05:35:30.419" v="14012" actId="14861"/>
          <ac:picMkLst>
            <pc:docMk/>
            <pc:sldMk cId="2867713153" sldId="437"/>
            <ac:picMk id="5" creationId="{4611ABFB-0F61-B427-EBCF-2B469905ADE5}"/>
          </ac:picMkLst>
        </pc:picChg>
        <pc:picChg chg="add mod">
          <ac:chgData name="Luz Pascal" userId="7fa5ceab-0349-4458-880b-7c4b9ec82b0a" providerId="ADAL" clId="{A49E9F3A-B52D-461E-ABF6-58A75CE30F76}" dt="2026-09-18T03:37:15.086" v="14073" actId="1076"/>
          <ac:picMkLst>
            <pc:docMk/>
            <pc:sldMk cId="2867713153" sldId="437"/>
            <ac:picMk id="7" creationId="{3518E2A5-1F55-5229-55FC-5A080410E8D2}"/>
          </ac:picMkLst>
        </pc:picChg>
        <pc:picChg chg="add mod">
          <ac:chgData name="Luz Pascal" userId="7fa5ceab-0349-4458-880b-7c4b9ec82b0a" providerId="ADAL" clId="{A49E9F3A-B52D-461E-ABF6-58A75CE30F76}" dt="2026-09-17T05:35:46.549" v="14015" actId="1076"/>
          <ac:picMkLst>
            <pc:docMk/>
            <pc:sldMk cId="2867713153" sldId="437"/>
            <ac:picMk id="9" creationId="{58028BBC-AAE8-CB39-828E-FC6500534E5C}"/>
          </ac:picMkLst>
        </pc:picChg>
      </pc:sldChg>
      <pc:sldChg chg="addSp delSp modSp add mod delAnim modAnim">
        <pc:chgData name="Luz Pascal" userId="7fa5ceab-0349-4458-880b-7c4b9ec82b0a" providerId="ADAL" clId="{A49E9F3A-B52D-461E-ABF6-58A75CE30F76}" dt="2026-09-18T03:38:54.260" v="14081"/>
        <pc:sldMkLst>
          <pc:docMk/>
          <pc:sldMk cId="1816391886" sldId="438"/>
        </pc:sldMkLst>
        <pc:spChg chg="add mod">
          <ac:chgData name="Luz Pascal" userId="7fa5ceab-0349-4458-880b-7c4b9ec82b0a" providerId="ADAL" clId="{A49E9F3A-B52D-461E-ABF6-58A75CE30F76}" dt="2026-09-17T05:37:55.520" v="14054" actId="1076"/>
          <ac:spMkLst>
            <pc:docMk/>
            <pc:sldMk cId="1816391886" sldId="438"/>
            <ac:spMk id="31" creationId="{E24AEFF4-42F2-0914-CB30-7DBDB844A5C7}"/>
          </ac:spMkLst>
        </pc:spChg>
        <pc:spChg chg="add mod">
          <ac:chgData name="Luz Pascal" userId="7fa5ceab-0349-4458-880b-7c4b9ec82b0a" providerId="ADAL" clId="{A49E9F3A-B52D-461E-ABF6-58A75CE30F76}" dt="2026-09-17T05:37:55.520" v="14054" actId="1076"/>
          <ac:spMkLst>
            <pc:docMk/>
            <pc:sldMk cId="1816391886" sldId="438"/>
            <ac:spMk id="33" creationId="{9FFB65EB-4BDB-491E-AD23-D2E2D4FF921A}"/>
          </ac:spMkLst>
        </pc:spChg>
        <pc:grpChg chg="add mod">
          <ac:chgData name="Luz Pascal" userId="7fa5ceab-0349-4458-880b-7c4b9ec82b0a" providerId="ADAL" clId="{A49E9F3A-B52D-461E-ABF6-58A75CE30F76}" dt="2026-09-17T05:37:55.520" v="14054" actId="1076"/>
          <ac:grpSpMkLst>
            <pc:docMk/>
            <pc:sldMk cId="1816391886" sldId="438"/>
            <ac:grpSpMk id="69" creationId="{A3A349DD-83A3-6099-6712-0AF8160ADED0}"/>
          </ac:grpSpMkLst>
        </pc:grpChg>
        <pc:picChg chg="add mod">
          <ac:chgData name="Luz Pascal" userId="7fa5ceab-0349-4458-880b-7c4b9ec82b0a" providerId="ADAL" clId="{A49E9F3A-B52D-461E-ABF6-58A75CE30F76}" dt="2026-09-17T05:37:55.520" v="14054" actId="1076"/>
          <ac:picMkLst>
            <pc:docMk/>
            <pc:sldMk cId="1816391886" sldId="438"/>
            <ac:picMk id="43" creationId="{4E44F84D-3101-34B6-EC9B-5C472957126A}"/>
          </ac:picMkLst>
        </pc:picChg>
        <pc:picChg chg="add mod">
          <ac:chgData name="Luz Pascal" userId="7fa5ceab-0349-4458-880b-7c4b9ec82b0a" providerId="ADAL" clId="{A49E9F3A-B52D-461E-ABF6-58A75CE30F76}" dt="2026-09-17T05:37:55.520" v="14054" actId="1076"/>
          <ac:picMkLst>
            <pc:docMk/>
            <pc:sldMk cId="1816391886" sldId="438"/>
            <ac:picMk id="49" creationId="{5F63B7F3-BF53-0874-38C2-5083ABEDF7A3}"/>
          </ac:picMkLst>
        </pc:picChg>
        <pc:picChg chg="mod">
          <ac:chgData name="Luz Pascal" userId="7fa5ceab-0349-4458-880b-7c4b9ec82b0a" providerId="ADAL" clId="{A49E9F3A-B52D-461E-ABF6-58A75CE30F76}" dt="2026-09-17T05:37:40.080" v="14052"/>
          <ac:picMkLst>
            <pc:docMk/>
            <pc:sldMk cId="1816391886" sldId="438"/>
            <ac:picMk id="70" creationId="{B6918BDB-72CF-DFD8-B092-3B9BF219CD4D}"/>
          </ac:picMkLst>
        </pc:picChg>
        <pc:picChg chg="mod">
          <ac:chgData name="Luz Pascal" userId="7fa5ceab-0349-4458-880b-7c4b9ec82b0a" providerId="ADAL" clId="{A49E9F3A-B52D-461E-ABF6-58A75CE30F76}" dt="2026-09-17T05:37:40.080" v="14052"/>
          <ac:picMkLst>
            <pc:docMk/>
            <pc:sldMk cId="1816391886" sldId="438"/>
            <ac:picMk id="71" creationId="{A2993B16-C53A-EB06-5C95-F92DABEC1E77}"/>
          </ac:picMkLst>
        </pc:picChg>
        <pc:picChg chg="mod">
          <ac:chgData name="Luz Pascal" userId="7fa5ceab-0349-4458-880b-7c4b9ec82b0a" providerId="ADAL" clId="{A49E9F3A-B52D-461E-ABF6-58A75CE30F76}" dt="2026-09-17T05:37:40.080" v="14052"/>
          <ac:picMkLst>
            <pc:docMk/>
            <pc:sldMk cId="1816391886" sldId="438"/>
            <ac:picMk id="72" creationId="{B0D9F27B-BDAE-2089-1092-EAEC06164E43}"/>
          </ac:picMkLst>
        </pc:picChg>
      </pc:sldChg>
      <pc:sldChg chg="addSp delSp modSp add mod ord">
        <pc:chgData name="Luz Pascal" userId="7fa5ceab-0349-4458-880b-7c4b9ec82b0a" providerId="ADAL" clId="{A49E9F3A-B52D-461E-ABF6-58A75CE30F76}" dt="2026-09-24T02:12:05.445" v="16611" actId="14100"/>
        <pc:sldMkLst>
          <pc:docMk/>
          <pc:sldMk cId="1056693510" sldId="439"/>
        </pc:sldMkLst>
        <pc:spChg chg="mod">
          <ac:chgData name="Luz Pascal" userId="7fa5ceab-0349-4458-880b-7c4b9ec82b0a" providerId="ADAL" clId="{A49E9F3A-B52D-461E-ABF6-58A75CE30F76}" dt="2026-09-18T04:57:47.659" v="14808" actId="1076"/>
          <ac:spMkLst>
            <pc:docMk/>
            <pc:sldMk cId="1056693510" sldId="439"/>
            <ac:spMk id="7" creationId="{FFE6139E-1157-C001-8054-BEA03F3235E3}"/>
          </ac:spMkLst>
        </pc:spChg>
        <pc:graphicFrameChg chg="add mod modGraphic">
          <ac:chgData name="Luz Pascal" userId="7fa5ceab-0349-4458-880b-7c4b9ec82b0a" providerId="ADAL" clId="{A49E9F3A-B52D-461E-ABF6-58A75CE30F76}" dt="2026-09-24T02:12:05.445" v="16611" actId="14100"/>
          <ac:graphicFrameMkLst>
            <pc:docMk/>
            <pc:sldMk cId="1056693510" sldId="439"/>
            <ac:graphicFrameMk id="2" creationId="{9411EACC-B6EA-E81F-2A87-EC8905BDD929}"/>
          </ac:graphicFrameMkLst>
        </pc:graphicFrameChg>
      </pc:sldChg>
      <pc:sldChg chg="addSp delSp modSp add mod addAnim delAnim modAnim">
        <pc:chgData name="Luz Pascal" userId="7fa5ceab-0349-4458-880b-7c4b9ec82b0a" providerId="ADAL" clId="{A49E9F3A-B52D-461E-ABF6-58A75CE30F76}" dt="2026-09-18T04:22:06.193" v="14742" actId="22"/>
        <pc:sldMkLst>
          <pc:docMk/>
          <pc:sldMk cId="705843960" sldId="440"/>
        </pc:sldMkLst>
        <pc:spChg chg="add mod">
          <ac:chgData name="Luz Pascal" userId="7fa5ceab-0349-4458-880b-7c4b9ec82b0a" providerId="ADAL" clId="{A49E9F3A-B52D-461E-ABF6-58A75CE30F76}" dt="2026-09-18T04:05:39.531" v="14543" actId="1076"/>
          <ac:spMkLst>
            <pc:docMk/>
            <pc:sldMk cId="705843960" sldId="440"/>
            <ac:spMk id="14" creationId="{018EB39E-5C6C-B11F-13D9-609DF3BD8490}"/>
          </ac:spMkLst>
        </pc:spChg>
        <pc:spChg chg="mod">
          <ac:chgData name="Luz Pascal" userId="7fa5ceab-0349-4458-880b-7c4b9ec82b0a" providerId="ADAL" clId="{A49E9F3A-B52D-461E-ABF6-58A75CE30F76}" dt="2026-09-18T04:06:07.923" v="14550"/>
          <ac:spMkLst>
            <pc:docMk/>
            <pc:sldMk cId="705843960" sldId="440"/>
            <ac:spMk id="15" creationId="{8773371F-7D81-A1DE-CC97-164136449A02}"/>
          </ac:spMkLst>
        </pc:spChg>
        <pc:spChg chg="mod">
          <ac:chgData name="Luz Pascal" userId="7fa5ceab-0349-4458-880b-7c4b9ec82b0a" providerId="ADAL" clId="{A49E9F3A-B52D-461E-ABF6-58A75CE30F76}" dt="2026-09-18T04:05:59.672" v="14549" actId="207"/>
          <ac:spMkLst>
            <pc:docMk/>
            <pc:sldMk cId="705843960" sldId="440"/>
            <ac:spMk id="27" creationId="{B8C1B6FA-4A43-43DC-C059-62603A4BC889}"/>
          </ac:spMkLst>
        </pc:spChg>
        <pc:spChg chg="add mod">
          <ac:chgData name="Luz Pascal" userId="7fa5ceab-0349-4458-880b-7c4b9ec82b0a" providerId="ADAL" clId="{A49E9F3A-B52D-461E-ABF6-58A75CE30F76}" dt="2026-09-18T04:05:39.531" v="14543" actId="1076"/>
          <ac:spMkLst>
            <pc:docMk/>
            <pc:sldMk cId="705843960" sldId="440"/>
            <ac:spMk id="28" creationId="{7DDFA082-6746-F834-E15F-D336BEC123EE}"/>
          </ac:spMkLst>
        </pc:spChg>
        <pc:spChg chg="add mod">
          <ac:chgData name="Luz Pascal" userId="7fa5ceab-0349-4458-880b-7c4b9ec82b0a" providerId="ADAL" clId="{A49E9F3A-B52D-461E-ABF6-58A75CE30F76}" dt="2026-09-18T04:05:39.531" v="14543" actId="1076"/>
          <ac:spMkLst>
            <pc:docMk/>
            <pc:sldMk cId="705843960" sldId="440"/>
            <ac:spMk id="41" creationId="{FD576CF8-D4A2-F3B0-182E-74CD82A56573}"/>
          </ac:spMkLst>
        </pc:spChg>
        <pc:spChg chg="add mod">
          <ac:chgData name="Luz Pascal" userId="7fa5ceab-0349-4458-880b-7c4b9ec82b0a" providerId="ADAL" clId="{A49E9F3A-B52D-461E-ABF6-58A75CE30F76}" dt="2026-09-18T04:05:39.531" v="14543" actId="1076"/>
          <ac:spMkLst>
            <pc:docMk/>
            <pc:sldMk cId="705843960" sldId="440"/>
            <ac:spMk id="42" creationId="{CD0B7204-990F-DCEE-08FC-54416D2C3265}"/>
          </ac:spMkLst>
        </pc:spChg>
        <pc:spChg chg="add mod">
          <ac:chgData name="Luz Pascal" userId="7fa5ceab-0349-4458-880b-7c4b9ec82b0a" providerId="ADAL" clId="{A49E9F3A-B52D-461E-ABF6-58A75CE30F76}" dt="2026-09-18T04:12:13.197" v="14665" actId="20577"/>
          <ac:spMkLst>
            <pc:docMk/>
            <pc:sldMk cId="705843960" sldId="440"/>
            <ac:spMk id="44" creationId="{D02827CC-16A1-8D5A-C819-B635E0CAEA7B}"/>
          </ac:spMkLst>
        </pc:spChg>
        <pc:spChg chg="add">
          <ac:chgData name="Luz Pascal" userId="7fa5ceab-0349-4458-880b-7c4b9ec82b0a" providerId="ADAL" clId="{A49E9F3A-B52D-461E-ABF6-58A75CE30F76}" dt="2026-09-18T04:08:34.105" v="14634" actId="22"/>
          <ac:spMkLst>
            <pc:docMk/>
            <pc:sldMk cId="705843960" sldId="440"/>
            <ac:spMk id="46" creationId="{64ABAF66-7855-DC14-C42E-FF41E36852ED}"/>
          </ac:spMkLst>
        </pc:spChg>
        <pc:spChg chg="add del mod">
          <ac:chgData name="Luz Pascal" userId="7fa5ceab-0349-4458-880b-7c4b9ec82b0a" providerId="ADAL" clId="{A49E9F3A-B52D-461E-ABF6-58A75CE30F76}" dt="2026-09-18T04:13:03.399" v="14675" actId="478"/>
          <ac:spMkLst>
            <pc:docMk/>
            <pc:sldMk cId="705843960" sldId="440"/>
            <ac:spMk id="53" creationId="{8E1D0F0E-39E7-A3F8-C207-C77356DEC72C}"/>
          </ac:spMkLst>
        </pc:spChg>
        <pc:spChg chg="add mod">
          <ac:chgData name="Luz Pascal" userId="7fa5ceab-0349-4458-880b-7c4b9ec82b0a" providerId="ADAL" clId="{A49E9F3A-B52D-461E-ABF6-58A75CE30F76}" dt="2026-09-18T04:10:39.951" v="14654" actId="1076"/>
          <ac:spMkLst>
            <pc:docMk/>
            <pc:sldMk cId="705843960" sldId="440"/>
            <ac:spMk id="54" creationId="{53C7C804-6214-021A-09B1-CFAC151E40E2}"/>
          </ac:spMkLst>
        </pc:spChg>
        <pc:spChg chg="add mod">
          <ac:chgData name="Luz Pascal" userId="7fa5ceab-0349-4458-880b-7c4b9ec82b0a" providerId="ADAL" clId="{A49E9F3A-B52D-461E-ABF6-58A75CE30F76}" dt="2026-09-18T04:13:40.490" v="14677" actId="207"/>
          <ac:spMkLst>
            <pc:docMk/>
            <pc:sldMk cId="705843960" sldId="440"/>
            <ac:spMk id="56" creationId="{05A3CE70-2C6B-9628-A125-438320EB25A0}"/>
          </ac:spMkLst>
        </pc:spChg>
        <pc:spChg chg="add">
          <ac:chgData name="Luz Pascal" userId="7fa5ceab-0349-4458-880b-7c4b9ec82b0a" providerId="ADAL" clId="{A49E9F3A-B52D-461E-ABF6-58A75CE30F76}" dt="2026-09-18T04:22:06.193" v="14742" actId="22"/>
          <ac:spMkLst>
            <pc:docMk/>
            <pc:sldMk cId="705843960" sldId="440"/>
            <ac:spMk id="58" creationId="{60A5FF01-F6E8-615A-9AEC-74C5E4CA420C}"/>
          </ac:spMkLst>
        </pc:spChg>
        <pc:picChg chg="add">
          <ac:chgData name="Luz Pascal" userId="7fa5ceab-0349-4458-880b-7c4b9ec82b0a" providerId="ADAL" clId="{A49E9F3A-B52D-461E-ABF6-58A75CE30F76}" dt="2026-09-18T04:08:34.105" v="14634" actId="22"/>
          <ac:picMkLst>
            <pc:docMk/>
            <pc:sldMk cId="705843960" sldId="440"/>
            <ac:picMk id="48" creationId="{025D28AB-A9D7-AA80-34C2-C9275E775B05}"/>
          </ac:picMkLst>
        </pc:picChg>
        <pc:cxnChg chg="add mod">
          <ac:chgData name="Luz Pascal" userId="7fa5ceab-0349-4458-880b-7c4b9ec82b0a" providerId="ADAL" clId="{A49E9F3A-B52D-461E-ABF6-58A75CE30F76}" dt="2026-09-18T04:05:39.531" v="14543" actId="1076"/>
          <ac:cxnSpMkLst>
            <pc:docMk/>
            <pc:sldMk cId="705843960" sldId="440"/>
            <ac:cxnSpMk id="25" creationId="{3F165CFF-496E-6E5C-51F9-CD3D787F2F05}"/>
          </ac:cxnSpMkLst>
        </pc:cxnChg>
        <pc:cxnChg chg="mod">
          <ac:chgData name="Luz Pascal" userId="7fa5ceab-0349-4458-880b-7c4b9ec82b0a" providerId="ADAL" clId="{A49E9F3A-B52D-461E-ABF6-58A75CE30F76}" dt="2026-09-18T04:05:53.150" v="14547" actId="208"/>
          <ac:cxnSpMkLst>
            <pc:docMk/>
            <pc:sldMk cId="705843960" sldId="440"/>
            <ac:cxnSpMk id="29" creationId="{9526AB50-94AB-E5CF-06A6-B67B3EE67175}"/>
          </ac:cxnSpMkLst>
        </pc:cxnChg>
        <pc:cxnChg chg="add mod">
          <ac:chgData name="Luz Pascal" userId="7fa5ceab-0349-4458-880b-7c4b9ec82b0a" providerId="ADAL" clId="{A49E9F3A-B52D-461E-ABF6-58A75CE30F76}" dt="2026-09-18T04:05:39.531" v="14543" actId="1076"/>
          <ac:cxnSpMkLst>
            <pc:docMk/>
            <pc:sldMk cId="705843960" sldId="440"/>
            <ac:cxnSpMk id="40" creationId="{7F4CE312-E10F-3327-F077-841FEDFDD9E5}"/>
          </ac:cxnSpMkLst>
        </pc:cxnChg>
      </pc:sldChg>
      <pc:sldChg chg="addSp delSp modSp add mod modAnim">
        <pc:chgData name="Luz Pascal" userId="7fa5ceab-0349-4458-880b-7c4b9ec82b0a" providerId="ADAL" clId="{A49E9F3A-B52D-461E-ABF6-58A75CE30F76}" dt="2026-09-22T04:42:23.479" v="15882" actId="1076"/>
        <pc:sldMkLst>
          <pc:docMk/>
          <pc:sldMk cId="3472374720" sldId="441"/>
        </pc:sldMkLst>
        <pc:spChg chg="add mod">
          <ac:chgData name="Luz Pascal" userId="7fa5ceab-0349-4458-880b-7c4b9ec82b0a" providerId="ADAL" clId="{A49E9F3A-B52D-461E-ABF6-58A75CE30F76}" dt="2026-09-18T04:11:17.204" v="14661" actId="20577"/>
          <ac:spMkLst>
            <pc:docMk/>
            <pc:sldMk cId="3472374720" sldId="441"/>
            <ac:spMk id="14" creationId="{D7CF8839-7263-A4D7-A537-EC190C1D54EB}"/>
          </ac:spMkLst>
        </pc:spChg>
        <pc:spChg chg="mod">
          <ac:chgData name="Luz Pascal" userId="7fa5ceab-0349-4458-880b-7c4b9ec82b0a" providerId="ADAL" clId="{A49E9F3A-B52D-461E-ABF6-58A75CE30F76}" dt="2026-09-18T04:21:25.076" v="14733" actId="20577"/>
          <ac:spMkLst>
            <pc:docMk/>
            <pc:sldMk cId="3472374720" sldId="441"/>
            <ac:spMk id="15" creationId="{1B1C9F40-E6AD-F24A-4864-8283430D509E}"/>
          </ac:spMkLst>
        </pc:spChg>
        <pc:spChg chg="mod">
          <ac:chgData name="Luz Pascal" userId="7fa5ceab-0349-4458-880b-7c4b9ec82b0a" providerId="ADAL" clId="{A49E9F3A-B52D-461E-ABF6-58A75CE30F76}" dt="2026-09-22T04:42:23.479" v="15882" actId="1076"/>
          <ac:spMkLst>
            <pc:docMk/>
            <pc:sldMk cId="3472374720" sldId="441"/>
            <ac:spMk id="20" creationId="{DD3D2EAA-0E5E-275A-8923-D0CDB6FCBE4E}"/>
          </ac:spMkLst>
        </pc:spChg>
        <pc:spChg chg="add mod">
          <ac:chgData name="Luz Pascal" userId="7fa5ceab-0349-4458-880b-7c4b9ec82b0a" providerId="ADAL" clId="{A49E9F3A-B52D-461E-ABF6-58A75CE30F76}" dt="2026-09-18T04:10:01.616" v="14650" actId="14100"/>
          <ac:spMkLst>
            <pc:docMk/>
            <pc:sldMk cId="3472374720" sldId="441"/>
            <ac:spMk id="28" creationId="{AD80C711-551D-F651-DC81-96713302D183}"/>
          </ac:spMkLst>
        </pc:spChg>
        <pc:spChg chg="add">
          <ac:chgData name="Luz Pascal" userId="7fa5ceab-0349-4458-880b-7c4b9ec82b0a" providerId="ADAL" clId="{A49E9F3A-B52D-461E-ABF6-58A75CE30F76}" dt="2026-09-18T04:22:09.245" v="14744" actId="22"/>
          <ac:spMkLst>
            <pc:docMk/>
            <pc:sldMk cId="3472374720" sldId="441"/>
            <ac:spMk id="41" creationId="{69B31F0E-7949-272A-76BA-FB9FDC68F4FC}"/>
          </ac:spMkLst>
        </pc:spChg>
        <pc:picChg chg="mod">
          <ac:chgData name="Luz Pascal" userId="7fa5ceab-0349-4458-880b-7c4b9ec82b0a" providerId="ADAL" clId="{A49E9F3A-B52D-461E-ABF6-58A75CE30F76}" dt="2026-09-18T04:08:16.964" v="14630" actId="1076"/>
          <ac:picMkLst>
            <pc:docMk/>
            <pc:sldMk cId="3472374720" sldId="441"/>
            <ac:picMk id="4" creationId="{98DA16B7-B7F8-1A76-0626-69650B322C3F}"/>
          </ac:picMkLst>
        </pc:picChg>
      </pc:sldChg>
      <pc:sldChg chg="addSp delSp modSp add mod delAnim modAnim">
        <pc:chgData name="Luz Pascal" userId="7fa5ceab-0349-4458-880b-7c4b9ec82b0a" providerId="ADAL" clId="{A49E9F3A-B52D-461E-ABF6-58A75CE30F76}" dt="2026-09-18T04:22:03.030" v="14740" actId="22"/>
        <pc:sldMkLst>
          <pc:docMk/>
          <pc:sldMk cId="424972882" sldId="442"/>
        </pc:sldMkLst>
        <pc:spChg chg="add mod">
          <ac:chgData name="Luz Pascal" userId="7fa5ceab-0349-4458-880b-7c4b9ec82b0a" providerId="ADAL" clId="{A49E9F3A-B52D-461E-ABF6-58A75CE30F76}" dt="2026-09-18T04:14:48.532" v="14680" actId="1076"/>
          <ac:spMkLst>
            <pc:docMk/>
            <pc:sldMk cId="424972882" sldId="442"/>
            <ac:spMk id="4" creationId="{FF8E8FF0-BDA0-A76F-82A3-B6EEE0EE7E11}"/>
          </ac:spMkLst>
        </pc:spChg>
        <pc:spChg chg="add mod">
          <ac:chgData name="Luz Pascal" userId="7fa5ceab-0349-4458-880b-7c4b9ec82b0a" providerId="ADAL" clId="{A49E9F3A-B52D-461E-ABF6-58A75CE30F76}" dt="2026-09-18T04:14:48.532" v="14680" actId="1076"/>
          <ac:spMkLst>
            <pc:docMk/>
            <pc:sldMk cId="424972882" sldId="442"/>
            <ac:spMk id="6" creationId="{C8732AC2-7294-53A7-2DAC-30D0115CD4B9}"/>
          </ac:spMkLst>
        </pc:spChg>
        <pc:spChg chg="add mod">
          <ac:chgData name="Luz Pascal" userId="7fa5ceab-0349-4458-880b-7c4b9ec82b0a" providerId="ADAL" clId="{A49E9F3A-B52D-461E-ABF6-58A75CE30F76}" dt="2026-09-18T04:14:48.532" v="14680" actId="1076"/>
          <ac:spMkLst>
            <pc:docMk/>
            <pc:sldMk cId="424972882" sldId="442"/>
            <ac:spMk id="20" creationId="{118402F7-540B-FCAD-CB19-BB302DFA1A31}"/>
          </ac:spMkLst>
        </pc:spChg>
        <pc:spChg chg="add mod">
          <ac:chgData name="Luz Pascal" userId="7fa5ceab-0349-4458-880b-7c4b9ec82b0a" providerId="ADAL" clId="{A49E9F3A-B52D-461E-ABF6-58A75CE30F76}" dt="2026-09-18T04:14:48.532" v="14680" actId="1076"/>
          <ac:spMkLst>
            <pc:docMk/>
            <pc:sldMk cId="424972882" sldId="442"/>
            <ac:spMk id="26" creationId="{99A40FE5-132F-7EBA-5FD2-81F6433EC919}"/>
          </ac:spMkLst>
        </pc:spChg>
        <pc:spChg chg="mod">
          <ac:chgData name="Luz Pascal" userId="7fa5ceab-0349-4458-880b-7c4b9ec82b0a" providerId="ADAL" clId="{A49E9F3A-B52D-461E-ABF6-58A75CE30F76}" dt="2026-09-18T04:15:56.555" v="14695" actId="207"/>
          <ac:spMkLst>
            <pc:docMk/>
            <pc:sldMk cId="424972882" sldId="442"/>
            <ac:spMk id="28" creationId="{F7A40B09-AA07-2E5C-5257-A67250FC0F22}"/>
          </ac:spMkLst>
        </pc:spChg>
        <pc:spChg chg="add mod">
          <ac:chgData name="Luz Pascal" userId="7fa5ceab-0349-4458-880b-7c4b9ec82b0a" providerId="ADAL" clId="{A49E9F3A-B52D-461E-ABF6-58A75CE30F76}" dt="2026-09-18T04:16:07.056" v="14697" actId="1076"/>
          <ac:spMkLst>
            <pc:docMk/>
            <pc:sldMk cId="424972882" sldId="442"/>
            <ac:spMk id="39" creationId="{85A05F94-7DC0-9AB0-FFBC-5F17EB92E4D1}"/>
          </ac:spMkLst>
        </pc:spChg>
        <pc:spChg chg="mod ord">
          <ac:chgData name="Luz Pascal" userId="7fa5ceab-0349-4458-880b-7c4b9ec82b0a" providerId="ADAL" clId="{A49E9F3A-B52D-461E-ABF6-58A75CE30F76}" dt="2026-09-18T04:15:36.586" v="14689" actId="167"/>
          <ac:spMkLst>
            <pc:docMk/>
            <pc:sldMk cId="424972882" sldId="442"/>
            <ac:spMk id="44" creationId="{99AC8B7E-8F09-F053-3D7F-5892A967C3B9}"/>
          </ac:spMkLst>
        </pc:spChg>
        <pc:spChg chg="add">
          <ac:chgData name="Luz Pascal" userId="7fa5ceab-0349-4458-880b-7c4b9ec82b0a" providerId="ADAL" clId="{A49E9F3A-B52D-461E-ABF6-58A75CE30F76}" dt="2026-09-18T04:22:03.030" v="14740" actId="22"/>
          <ac:spMkLst>
            <pc:docMk/>
            <pc:sldMk cId="424972882" sldId="442"/>
            <ac:spMk id="45" creationId="{51FAC8A2-59FB-AA49-8058-27601C21C407}"/>
          </ac:spMkLst>
        </pc:spChg>
        <pc:spChg chg="mod ord">
          <ac:chgData name="Luz Pascal" userId="7fa5ceab-0349-4458-880b-7c4b9ec82b0a" providerId="ADAL" clId="{A49E9F3A-B52D-461E-ABF6-58A75CE30F76}" dt="2026-09-18T04:15:39.472" v="14692" actId="20577"/>
          <ac:spMkLst>
            <pc:docMk/>
            <pc:sldMk cId="424972882" sldId="442"/>
            <ac:spMk id="56" creationId="{F41CD92C-1D9E-D5B6-BC6C-A5D31DBBDF0B}"/>
          </ac:spMkLst>
        </pc:spChg>
        <pc:cxnChg chg="add mod">
          <ac:chgData name="Luz Pascal" userId="7fa5ceab-0349-4458-880b-7c4b9ec82b0a" providerId="ADAL" clId="{A49E9F3A-B52D-461E-ABF6-58A75CE30F76}" dt="2026-09-18T04:14:48.532" v="14680" actId="1076"/>
          <ac:cxnSpMkLst>
            <pc:docMk/>
            <pc:sldMk cId="424972882" sldId="442"/>
            <ac:cxnSpMk id="5" creationId="{619DC0FA-8C46-553C-603C-6B58DA16E142}"/>
          </ac:cxnSpMkLst>
        </pc:cxnChg>
        <pc:cxnChg chg="add mod">
          <ac:chgData name="Luz Pascal" userId="7fa5ceab-0349-4458-880b-7c4b9ec82b0a" providerId="ADAL" clId="{A49E9F3A-B52D-461E-ABF6-58A75CE30F76}" dt="2026-09-18T04:14:48.532" v="14680" actId="1076"/>
          <ac:cxnSpMkLst>
            <pc:docMk/>
            <pc:sldMk cId="424972882" sldId="442"/>
            <ac:cxnSpMk id="8" creationId="{F32CF61B-9EDE-BBB4-593A-FB14FB33A03E}"/>
          </ac:cxnSpMkLst>
        </pc:cxnChg>
        <pc:cxnChg chg="mod">
          <ac:chgData name="Luz Pascal" userId="7fa5ceab-0349-4458-880b-7c4b9ec82b0a" providerId="ADAL" clId="{A49E9F3A-B52D-461E-ABF6-58A75CE30F76}" dt="2026-09-18T04:15:51.684" v="14693" actId="208"/>
          <ac:cxnSpMkLst>
            <pc:docMk/>
            <pc:sldMk cId="424972882" sldId="442"/>
            <ac:cxnSpMk id="40" creationId="{EC056D66-0D81-3600-1887-CA98E59F0E67}"/>
          </ac:cxnSpMkLst>
        </pc:cxnChg>
      </pc:sldChg>
      <pc:sldChg chg="addSp delSp modSp add mod delAnim modAnim">
        <pc:chgData name="Luz Pascal" userId="7fa5ceab-0349-4458-880b-7c4b9ec82b0a" providerId="ADAL" clId="{A49E9F3A-B52D-461E-ABF6-58A75CE30F76}" dt="2026-09-18T04:39:08.195" v="14802"/>
        <pc:sldMkLst>
          <pc:docMk/>
          <pc:sldMk cId="2234943152" sldId="443"/>
        </pc:sldMkLst>
        <pc:spChg chg="mod">
          <ac:chgData name="Luz Pascal" userId="7fa5ceab-0349-4458-880b-7c4b9ec82b0a" providerId="ADAL" clId="{A49E9F3A-B52D-461E-ABF6-58A75CE30F76}" dt="2026-09-18T04:17:14.507" v="14706" actId="207"/>
          <ac:spMkLst>
            <pc:docMk/>
            <pc:sldMk cId="2234943152" sldId="443"/>
            <ac:spMk id="6" creationId="{13481F60-0E15-44F8-2680-E6D19C8ED028}"/>
          </ac:spMkLst>
        </pc:spChg>
        <pc:spChg chg="add mod">
          <ac:chgData name="Luz Pascal" userId="7fa5ceab-0349-4458-880b-7c4b9ec82b0a" providerId="ADAL" clId="{A49E9F3A-B52D-461E-ABF6-58A75CE30F76}" dt="2026-09-18T04:17:46.758" v="14710" actId="1076"/>
          <ac:spMkLst>
            <pc:docMk/>
            <pc:sldMk cId="2234943152" sldId="443"/>
            <ac:spMk id="25" creationId="{1EE75148-295F-3834-8065-5E7B330F316E}"/>
          </ac:spMkLst>
        </pc:spChg>
        <pc:spChg chg="add mod">
          <ac:chgData name="Luz Pascal" userId="7fa5ceab-0349-4458-880b-7c4b9ec82b0a" providerId="ADAL" clId="{A49E9F3A-B52D-461E-ABF6-58A75CE30F76}" dt="2026-09-18T04:19:20.679" v="14715" actId="1076"/>
          <ac:spMkLst>
            <pc:docMk/>
            <pc:sldMk cId="2234943152" sldId="443"/>
            <ac:spMk id="30" creationId="{D63B4A12-5771-0425-3DEC-F13B79253077}"/>
          </ac:spMkLst>
        </pc:spChg>
        <pc:spChg chg="add mod">
          <ac:chgData name="Luz Pascal" userId="7fa5ceab-0349-4458-880b-7c4b9ec82b0a" providerId="ADAL" clId="{A49E9F3A-B52D-461E-ABF6-58A75CE30F76}" dt="2026-09-18T04:19:34.248" v="14721" actId="1076"/>
          <ac:spMkLst>
            <pc:docMk/>
            <pc:sldMk cId="2234943152" sldId="443"/>
            <ac:spMk id="42" creationId="{A2E8C9DE-F9FE-8A63-5B6D-D37AB0E28FC5}"/>
          </ac:spMkLst>
        </pc:spChg>
        <pc:spChg chg="add mod">
          <ac:chgData name="Luz Pascal" userId="7fa5ceab-0349-4458-880b-7c4b9ec82b0a" providerId="ADAL" clId="{A49E9F3A-B52D-461E-ABF6-58A75CE30F76}" dt="2026-09-18T04:19:51.916" v="14723" actId="1076"/>
          <ac:spMkLst>
            <pc:docMk/>
            <pc:sldMk cId="2234943152" sldId="443"/>
            <ac:spMk id="43" creationId="{B3EF18F2-E9F3-0AA7-277B-EF3CE2CCE50D}"/>
          </ac:spMkLst>
        </pc:spChg>
        <pc:spChg chg="add mod">
          <ac:chgData name="Luz Pascal" userId="7fa5ceab-0349-4458-880b-7c4b9ec82b0a" providerId="ADAL" clId="{A49E9F3A-B52D-461E-ABF6-58A75CE30F76}" dt="2026-09-18T04:19:51.916" v="14723" actId="1076"/>
          <ac:spMkLst>
            <pc:docMk/>
            <pc:sldMk cId="2234943152" sldId="443"/>
            <ac:spMk id="47" creationId="{F1B928E8-FD86-A0CA-E144-173D2EE018E3}"/>
          </ac:spMkLst>
        </pc:spChg>
        <pc:spChg chg="add mod">
          <ac:chgData name="Luz Pascal" userId="7fa5ceab-0349-4458-880b-7c4b9ec82b0a" providerId="ADAL" clId="{A49E9F3A-B52D-461E-ABF6-58A75CE30F76}" dt="2026-09-18T04:19:58.382" v="14725" actId="1076"/>
          <ac:spMkLst>
            <pc:docMk/>
            <pc:sldMk cId="2234943152" sldId="443"/>
            <ac:spMk id="49" creationId="{035711E9-D999-D43A-8061-922617E74459}"/>
          </ac:spMkLst>
        </pc:spChg>
        <pc:spChg chg="add del mod">
          <ac:chgData name="Luz Pascal" userId="7fa5ceab-0349-4458-880b-7c4b9ec82b0a" providerId="ADAL" clId="{A49E9F3A-B52D-461E-ABF6-58A75CE30F76}" dt="2026-09-18T04:21:57.419" v="14738" actId="21"/>
          <ac:spMkLst>
            <pc:docMk/>
            <pc:sldMk cId="2234943152" sldId="443"/>
            <ac:spMk id="50" creationId="{F9893BB4-AC44-F4E0-6C86-DBB866F2ACF2}"/>
          </ac:spMkLst>
        </pc:spChg>
        <pc:spChg chg="add mod">
          <ac:chgData name="Luz Pascal" userId="7fa5ceab-0349-4458-880b-7c4b9ec82b0a" providerId="ADAL" clId="{A49E9F3A-B52D-461E-ABF6-58A75CE30F76}" dt="2026-09-18T04:19:58.382" v="14725" actId="1076"/>
          <ac:spMkLst>
            <pc:docMk/>
            <pc:sldMk cId="2234943152" sldId="443"/>
            <ac:spMk id="52" creationId="{E3B89EA9-9900-6C6A-83A6-1B1F01FCFE68}"/>
          </ac:spMkLst>
        </pc:spChg>
        <pc:spChg chg="mod">
          <ac:chgData name="Luz Pascal" userId="7fa5ceab-0349-4458-880b-7c4b9ec82b0a" providerId="ADAL" clId="{A49E9F3A-B52D-461E-ABF6-58A75CE30F76}" dt="2026-09-18T04:21:02.136" v="14732" actId="20577"/>
          <ac:spMkLst>
            <pc:docMk/>
            <pc:sldMk cId="2234943152" sldId="443"/>
            <ac:spMk id="56" creationId="{C747D689-AC14-9082-9598-46F54A6A7133}"/>
          </ac:spMkLst>
        </pc:spChg>
        <pc:cxnChg chg="mod">
          <ac:chgData name="Luz Pascal" userId="7fa5ceab-0349-4458-880b-7c4b9ec82b0a" providerId="ADAL" clId="{A49E9F3A-B52D-461E-ABF6-58A75CE30F76}" dt="2026-09-18T04:17:10.773" v="14704" actId="208"/>
          <ac:cxnSpMkLst>
            <pc:docMk/>
            <pc:sldMk cId="2234943152" sldId="443"/>
            <ac:cxnSpMk id="8" creationId="{5BD57A88-C780-01C2-A69D-2BE9968F30ED}"/>
          </ac:cxnSpMkLst>
        </pc:cxnChg>
        <pc:cxnChg chg="add mod">
          <ac:chgData name="Luz Pascal" userId="7fa5ceab-0349-4458-880b-7c4b9ec82b0a" providerId="ADAL" clId="{A49E9F3A-B52D-461E-ABF6-58A75CE30F76}" dt="2026-09-18T04:19:20.679" v="14715" actId="1076"/>
          <ac:cxnSpMkLst>
            <pc:docMk/>
            <pc:sldMk cId="2234943152" sldId="443"/>
            <ac:cxnSpMk id="41" creationId="{AD89CA8E-14D1-3A8A-ADFE-DCC1615F723F}"/>
          </ac:cxnSpMkLst>
        </pc:cxnChg>
        <pc:cxnChg chg="add mod">
          <ac:chgData name="Luz Pascal" userId="7fa5ceab-0349-4458-880b-7c4b9ec82b0a" providerId="ADAL" clId="{A49E9F3A-B52D-461E-ABF6-58A75CE30F76}" dt="2026-09-18T04:19:51.916" v="14723" actId="1076"/>
          <ac:cxnSpMkLst>
            <pc:docMk/>
            <pc:sldMk cId="2234943152" sldId="443"/>
            <ac:cxnSpMk id="45" creationId="{04A4D79E-4377-6AA9-BEDB-DEDED1B794C1}"/>
          </ac:cxnSpMkLst>
        </pc:cxnChg>
        <pc:cxnChg chg="add mod">
          <ac:chgData name="Luz Pascal" userId="7fa5ceab-0349-4458-880b-7c4b9ec82b0a" providerId="ADAL" clId="{A49E9F3A-B52D-461E-ABF6-58A75CE30F76}" dt="2026-09-18T04:19:58.382" v="14725" actId="1076"/>
          <ac:cxnSpMkLst>
            <pc:docMk/>
            <pc:sldMk cId="2234943152" sldId="443"/>
            <ac:cxnSpMk id="51" creationId="{104C5D96-85F5-EE46-11FD-EB3C4DF275C8}"/>
          </ac:cxnSpMkLst>
        </pc:cxnChg>
      </pc:sldChg>
      <pc:sldChg chg="addSp delSp modSp new mod">
        <pc:chgData name="Luz Pascal" userId="7fa5ceab-0349-4458-880b-7c4b9ec82b0a" providerId="ADAL" clId="{A49E9F3A-B52D-461E-ABF6-58A75CE30F76}" dt="2026-09-18T05:38:11.207" v="15003" actId="1076"/>
        <pc:sldMkLst>
          <pc:docMk/>
          <pc:sldMk cId="1062706784" sldId="445"/>
        </pc:sldMkLst>
        <pc:spChg chg="add mod">
          <ac:chgData name="Luz Pascal" userId="7fa5ceab-0349-4458-880b-7c4b9ec82b0a" providerId="ADAL" clId="{A49E9F3A-B52D-461E-ABF6-58A75CE30F76}" dt="2026-09-18T05:21:31.172" v="14866" actId="14100"/>
          <ac:spMkLst>
            <pc:docMk/>
            <pc:sldMk cId="1062706784" sldId="445"/>
            <ac:spMk id="9" creationId="{526BE6C8-EDF2-F19E-9B21-77096A10859F}"/>
          </ac:spMkLst>
        </pc:spChg>
        <pc:spChg chg="add mod">
          <ac:chgData name="Luz Pascal" userId="7fa5ceab-0349-4458-880b-7c4b9ec82b0a" providerId="ADAL" clId="{A49E9F3A-B52D-461E-ABF6-58A75CE30F76}" dt="2026-09-18T05:22:42.069" v="14881" actId="20577"/>
          <ac:spMkLst>
            <pc:docMk/>
            <pc:sldMk cId="1062706784" sldId="445"/>
            <ac:spMk id="11" creationId="{907F5313-2E89-ACD2-DC1B-55271A80BB2E}"/>
          </ac:spMkLst>
        </pc:spChg>
        <pc:spChg chg="add mod">
          <ac:chgData name="Luz Pascal" userId="7fa5ceab-0349-4458-880b-7c4b9ec82b0a" providerId="ADAL" clId="{A49E9F3A-B52D-461E-ABF6-58A75CE30F76}" dt="2026-09-18T05:21:41.707" v="14871" actId="20577"/>
          <ac:spMkLst>
            <pc:docMk/>
            <pc:sldMk cId="1062706784" sldId="445"/>
            <ac:spMk id="13" creationId="{FCDBD305-D7EB-C3CD-96ED-BD25F7C64949}"/>
          </ac:spMkLst>
        </pc:spChg>
        <pc:spChg chg="add mod">
          <ac:chgData name="Luz Pascal" userId="7fa5ceab-0349-4458-880b-7c4b9ec82b0a" providerId="ADAL" clId="{A49E9F3A-B52D-461E-ABF6-58A75CE30F76}" dt="2026-09-18T05:21:47.141" v="14874" actId="20577"/>
          <ac:spMkLst>
            <pc:docMk/>
            <pc:sldMk cId="1062706784" sldId="445"/>
            <ac:spMk id="15" creationId="{670767F4-D5D0-DA9C-962A-783288891288}"/>
          </ac:spMkLst>
        </pc:spChg>
        <pc:grpChg chg="add mod">
          <ac:chgData name="Luz Pascal" userId="7fa5ceab-0349-4458-880b-7c4b9ec82b0a" providerId="ADAL" clId="{A49E9F3A-B52D-461E-ABF6-58A75CE30F76}" dt="2026-09-18T05:38:11.207" v="15003" actId="1076"/>
          <ac:grpSpMkLst>
            <pc:docMk/>
            <pc:sldMk cId="1062706784" sldId="445"/>
            <ac:grpSpMk id="17" creationId="{707E3386-A691-41A0-E8B3-FD28C25830D6}"/>
          </ac:grpSpMkLst>
        </pc:grpChg>
        <pc:picChg chg="add">
          <ac:chgData name="Luz Pascal" userId="7fa5ceab-0349-4458-880b-7c4b9ec82b0a" providerId="ADAL" clId="{A49E9F3A-B52D-461E-ABF6-58A75CE30F76}" dt="2026-09-18T05:20:45.067" v="14844" actId="22"/>
          <ac:picMkLst>
            <pc:docMk/>
            <pc:sldMk cId="1062706784" sldId="445"/>
            <ac:picMk id="8" creationId="{212AB54F-DFCD-7718-1CCD-06E3F9204BF7}"/>
          </ac:picMkLst>
        </pc:picChg>
        <pc:picChg chg="add mod">
          <ac:chgData name="Luz Pascal" userId="7fa5ceab-0349-4458-880b-7c4b9ec82b0a" providerId="ADAL" clId="{A49E9F3A-B52D-461E-ABF6-58A75CE30F76}" dt="2026-09-18T05:38:08.090" v="15002" actId="1076"/>
          <ac:picMkLst>
            <pc:docMk/>
            <pc:sldMk cId="1062706784" sldId="445"/>
            <ac:picMk id="16" creationId="{1DFAD08A-5FD9-0EE8-A197-EEE9FE70EA72}"/>
          </ac:picMkLst>
        </pc:picChg>
        <pc:picChg chg="mod">
          <ac:chgData name="Luz Pascal" userId="7fa5ceab-0349-4458-880b-7c4b9ec82b0a" providerId="ADAL" clId="{A49E9F3A-B52D-461E-ABF6-58A75CE30F76}" dt="2026-09-18T05:38:05.988" v="15001"/>
          <ac:picMkLst>
            <pc:docMk/>
            <pc:sldMk cId="1062706784" sldId="445"/>
            <ac:picMk id="18" creationId="{BB502293-A1CE-1DA7-802E-82E06C202638}"/>
          </ac:picMkLst>
        </pc:picChg>
        <pc:picChg chg="mod">
          <ac:chgData name="Luz Pascal" userId="7fa5ceab-0349-4458-880b-7c4b9ec82b0a" providerId="ADAL" clId="{A49E9F3A-B52D-461E-ABF6-58A75CE30F76}" dt="2026-09-18T05:38:05.988" v="15001"/>
          <ac:picMkLst>
            <pc:docMk/>
            <pc:sldMk cId="1062706784" sldId="445"/>
            <ac:picMk id="19" creationId="{B067EAD1-0914-CE90-A59D-93B8A8A8B0C2}"/>
          </ac:picMkLst>
        </pc:picChg>
      </pc:sldChg>
      <pc:sldChg chg="addSp delSp modSp add mod">
        <pc:chgData name="Luz Pascal" userId="7fa5ceab-0349-4458-880b-7c4b9ec82b0a" providerId="ADAL" clId="{A49E9F3A-B52D-461E-ABF6-58A75CE30F76}" dt="2026-09-18T05:22:34.207" v="14880" actId="20577"/>
        <pc:sldMkLst>
          <pc:docMk/>
          <pc:sldMk cId="2548657074" sldId="446"/>
        </pc:sldMkLst>
        <pc:spChg chg="mod">
          <ac:chgData name="Luz Pascal" userId="7fa5ceab-0349-4458-880b-7c4b9ec82b0a" providerId="ADAL" clId="{A49E9F3A-B52D-461E-ABF6-58A75CE30F76}" dt="2026-09-18T05:22:32.057" v="14879" actId="1076"/>
          <ac:spMkLst>
            <pc:docMk/>
            <pc:sldMk cId="2548657074" sldId="446"/>
            <ac:spMk id="9" creationId="{A073B887-1B1C-857C-965E-A7C430BBE7BB}"/>
          </ac:spMkLst>
        </pc:spChg>
        <pc:spChg chg="mod">
          <ac:chgData name="Luz Pascal" userId="7fa5ceab-0349-4458-880b-7c4b9ec82b0a" providerId="ADAL" clId="{A49E9F3A-B52D-461E-ABF6-58A75CE30F76}" dt="2026-09-18T05:22:34.207" v="14880" actId="20577"/>
          <ac:spMkLst>
            <pc:docMk/>
            <pc:sldMk cId="2548657074" sldId="446"/>
            <ac:spMk id="11" creationId="{D4E372D0-49CA-6C52-CD99-4B5B12B7F6BD}"/>
          </ac:spMkLst>
        </pc:spChg>
        <pc:spChg chg="mod">
          <ac:chgData name="Luz Pascal" userId="7fa5ceab-0349-4458-880b-7c4b9ec82b0a" providerId="ADAL" clId="{A49E9F3A-B52D-461E-ABF6-58A75CE30F76}" dt="2026-09-18T05:22:32.057" v="14879" actId="1076"/>
          <ac:spMkLst>
            <pc:docMk/>
            <pc:sldMk cId="2548657074" sldId="446"/>
            <ac:spMk id="13" creationId="{98933BEB-EDA1-412F-43B5-4D5375DBFBDE}"/>
          </ac:spMkLst>
        </pc:spChg>
        <pc:spChg chg="mod">
          <ac:chgData name="Luz Pascal" userId="7fa5ceab-0349-4458-880b-7c4b9ec82b0a" providerId="ADAL" clId="{A49E9F3A-B52D-461E-ABF6-58A75CE30F76}" dt="2026-09-18T05:22:32.057" v="14879" actId="1076"/>
          <ac:spMkLst>
            <pc:docMk/>
            <pc:sldMk cId="2548657074" sldId="446"/>
            <ac:spMk id="15" creationId="{156AFB9A-CE58-8135-3DB3-BCC80F16CF99}"/>
          </ac:spMkLst>
        </pc:spChg>
        <pc:picChg chg="add ord">
          <ac:chgData name="Luz Pascal" userId="7fa5ceab-0349-4458-880b-7c4b9ec82b0a" providerId="ADAL" clId="{A49E9F3A-B52D-461E-ABF6-58A75CE30F76}" dt="2026-09-18T05:22:21.699" v="14877" actId="167"/>
          <ac:picMkLst>
            <pc:docMk/>
            <pc:sldMk cId="2548657074" sldId="446"/>
            <ac:picMk id="3" creationId="{0D141107-4989-CA9A-020D-1AE379B721E1}"/>
          </ac:picMkLst>
        </pc:picChg>
      </pc:sldChg>
      <pc:sldChg chg="addSp delSp modSp new mod setBg modAnim">
        <pc:chgData name="Luz Pascal" userId="7fa5ceab-0349-4458-880b-7c4b9ec82b0a" providerId="ADAL" clId="{A49E9F3A-B52D-461E-ABF6-58A75CE30F76}" dt="2026-09-22T05:17:48.196" v="16217"/>
        <pc:sldMkLst>
          <pc:docMk/>
          <pc:sldMk cId="1642683403" sldId="447"/>
        </pc:sldMkLst>
        <pc:spChg chg="add mod">
          <ac:chgData name="Luz Pascal" userId="7fa5ceab-0349-4458-880b-7c4b9ec82b0a" providerId="ADAL" clId="{A49E9F3A-B52D-461E-ABF6-58A75CE30F76}" dt="2026-09-22T05:17:06.130" v="16209" actId="1076"/>
          <ac:spMkLst>
            <pc:docMk/>
            <pc:sldMk cId="1642683403" sldId="447"/>
            <ac:spMk id="8" creationId="{F6258CA1-EEC8-E71D-D643-EE052B2A2349}"/>
          </ac:spMkLst>
        </pc:spChg>
        <pc:spChg chg="add mod ord">
          <ac:chgData name="Luz Pascal" userId="7fa5ceab-0349-4458-880b-7c4b9ec82b0a" providerId="ADAL" clId="{A49E9F3A-B52D-461E-ABF6-58A75CE30F76}" dt="2026-09-22T05:16:07.384" v="16197" actId="1076"/>
          <ac:spMkLst>
            <pc:docMk/>
            <pc:sldMk cId="1642683403" sldId="447"/>
            <ac:spMk id="10" creationId="{7577840D-D6AE-F220-DDBD-C63F1C40EDC3}"/>
          </ac:spMkLst>
        </pc:spChg>
        <pc:spChg chg="add mod ord">
          <ac:chgData name="Luz Pascal" userId="7fa5ceab-0349-4458-880b-7c4b9ec82b0a" providerId="ADAL" clId="{A49E9F3A-B52D-461E-ABF6-58A75CE30F76}" dt="2026-09-22T05:16:12.373" v="16199" actId="14100"/>
          <ac:spMkLst>
            <pc:docMk/>
            <pc:sldMk cId="1642683403" sldId="447"/>
            <ac:spMk id="12" creationId="{E25F163E-BDD8-EDA3-581C-0044B97CAA44}"/>
          </ac:spMkLst>
        </pc:spChg>
        <pc:spChg chg="add mod ord">
          <ac:chgData name="Luz Pascal" userId="7fa5ceab-0349-4458-880b-7c4b9ec82b0a" providerId="ADAL" clId="{A49E9F3A-B52D-461E-ABF6-58A75CE30F76}" dt="2026-09-22T05:16:16.813" v="16200" actId="1076"/>
          <ac:spMkLst>
            <pc:docMk/>
            <pc:sldMk cId="1642683403" sldId="447"/>
            <ac:spMk id="14" creationId="{A082440A-6EE4-E446-94F9-140D71A561AA}"/>
          </ac:spMkLst>
        </pc:spChg>
        <pc:picChg chg="add mod">
          <ac:chgData name="Luz Pascal" userId="7fa5ceab-0349-4458-880b-7c4b9ec82b0a" providerId="ADAL" clId="{A49E9F3A-B52D-461E-ABF6-58A75CE30F76}" dt="2026-09-22T05:15:48.983" v="16193" actId="1076"/>
          <ac:picMkLst>
            <pc:docMk/>
            <pc:sldMk cId="1642683403" sldId="447"/>
            <ac:picMk id="5" creationId="{8212CC8C-7F58-FF4A-D83E-7F3AA65490D9}"/>
          </ac:picMkLst>
        </pc:picChg>
      </pc:sldChg>
      <pc:sldChg chg="addSp delSp modSp add mod delAnim modAnim">
        <pc:chgData name="Luz Pascal" userId="7fa5ceab-0349-4458-880b-7c4b9ec82b0a" providerId="ADAL" clId="{A49E9F3A-B52D-461E-ABF6-58A75CE30F76}" dt="2026-09-22T22:27:48.238" v="16500" actId="478"/>
        <pc:sldMkLst>
          <pc:docMk/>
          <pc:sldMk cId="1828381122" sldId="448"/>
        </pc:sldMkLst>
        <pc:spChg chg="mod">
          <ac:chgData name="Luz Pascal" userId="7fa5ceab-0349-4458-880b-7c4b9ec82b0a" providerId="ADAL" clId="{A49E9F3A-B52D-461E-ABF6-58A75CE30F76}" dt="2026-09-22T03:27:39.767" v="15375" actId="1035"/>
          <ac:spMkLst>
            <pc:docMk/>
            <pc:sldMk cId="1828381122" sldId="448"/>
            <ac:spMk id="2" creationId="{5794FD5C-9015-BAA9-D2A1-59C9E6775FDA}"/>
          </ac:spMkLst>
        </pc:spChg>
        <pc:spChg chg="mod">
          <ac:chgData name="Luz Pascal" userId="7fa5ceab-0349-4458-880b-7c4b9ec82b0a" providerId="ADAL" clId="{A49E9F3A-B52D-461E-ABF6-58A75CE30F76}" dt="2026-09-22T03:27:39.767" v="15375" actId="1035"/>
          <ac:spMkLst>
            <pc:docMk/>
            <pc:sldMk cId="1828381122" sldId="448"/>
            <ac:spMk id="3" creationId="{9651B2C0-4F1C-D695-65B5-4EA9B69C57F5}"/>
          </ac:spMkLst>
        </pc:spChg>
        <pc:spChg chg="mod">
          <ac:chgData name="Luz Pascal" userId="7fa5ceab-0349-4458-880b-7c4b9ec82b0a" providerId="ADAL" clId="{A49E9F3A-B52D-461E-ABF6-58A75CE30F76}" dt="2026-09-22T03:27:39.767" v="15375" actId="1035"/>
          <ac:spMkLst>
            <pc:docMk/>
            <pc:sldMk cId="1828381122" sldId="448"/>
            <ac:spMk id="9" creationId="{42870607-18DB-45DD-756D-731AA3E36996}"/>
          </ac:spMkLst>
        </pc:spChg>
        <pc:spChg chg="mod">
          <ac:chgData name="Luz Pascal" userId="7fa5ceab-0349-4458-880b-7c4b9ec82b0a" providerId="ADAL" clId="{A49E9F3A-B52D-461E-ABF6-58A75CE30F76}" dt="2026-09-22T03:27:39.767" v="15375" actId="1035"/>
          <ac:spMkLst>
            <pc:docMk/>
            <pc:sldMk cId="1828381122" sldId="448"/>
            <ac:spMk id="10" creationId="{584F31F8-922F-2FDA-7728-12C37D941BEF}"/>
          </ac:spMkLst>
        </pc:spChg>
        <pc:spChg chg="mod">
          <ac:chgData name="Luz Pascal" userId="7fa5ceab-0349-4458-880b-7c4b9ec82b0a" providerId="ADAL" clId="{A49E9F3A-B52D-461E-ABF6-58A75CE30F76}" dt="2026-09-22T03:27:39.767" v="15375" actId="1035"/>
          <ac:spMkLst>
            <pc:docMk/>
            <pc:sldMk cId="1828381122" sldId="448"/>
            <ac:spMk id="12" creationId="{BFD5FB36-CB67-1C9D-EF09-C93FD5133B07}"/>
          </ac:spMkLst>
        </pc:spChg>
        <pc:spChg chg="mod">
          <ac:chgData name="Luz Pascal" userId="7fa5ceab-0349-4458-880b-7c4b9ec82b0a" providerId="ADAL" clId="{A49E9F3A-B52D-461E-ABF6-58A75CE30F76}" dt="2026-09-22T03:27:39.767" v="15375" actId="1035"/>
          <ac:spMkLst>
            <pc:docMk/>
            <pc:sldMk cId="1828381122" sldId="448"/>
            <ac:spMk id="13" creationId="{62A811FE-178E-BDF5-922C-F9C63B216F54}"/>
          </ac:spMkLst>
        </pc:spChg>
        <pc:spChg chg="add mod">
          <ac:chgData name="Luz Pascal" userId="7fa5ceab-0349-4458-880b-7c4b9ec82b0a" providerId="ADAL" clId="{A49E9F3A-B52D-461E-ABF6-58A75CE30F76}" dt="2026-09-22T03:29:08.081" v="15406" actId="1076"/>
          <ac:spMkLst>
            <pc:docMk/>
            <pc:sldMk cId="1828381122" sldId="448"/>
            <ac:spMk id="14" creationId="{D5614D82-96D6-24F6-083A-4ADFD3119BF2}"/>
          </ac:spMkLst>
        </pc:spChg>
        <pc:spChg chg="mod">
          <ac:chgData name="Luz Pascal" userId="7fa5ceab-0349-4458-880b-7c4b9ec82b0a" providerId="ADAL" clId="{A49E9F3A-B52D-461E-ABF6-58A75CE30F76}" dt="2026-09-22T03:27:39.767" v="15375" actId="1035"/>
          <ac:spMkLst>
            <pc:docMk/>
            <pc:sldMk cId="1828381122" sldId="448"/>
            <ac:spMk id="17" creationId="{18EFE479-62E4-E713-E923-C91669B749F1}"/>
          </ac:spMkLst>
        </pc:spChg>
        <pc:spChg chg="mod">
          <ac:chgData name="Luz Pascal" userId="7fa5ceab-0349-4458-880b-7c4b9ec82b0a" providerId="ADAL" clId="{A49E9F3A-B52D-461E-ABF6-58A75CE30F76}" dt="2026-09-22T03:27:39.767" v="15375" actId="1035"/>
          <ac:spMkLst>
            <pc:docMk/>
            <pc:sldMk cId="1828381122" sldId="448"/>
            <ac:spMk id="21" creationId="{57424D24-D856-2B35-E7C8-C24574BA59F8}"/>
          </ac:spMkLst>
        </pc:spChg>
        <pc:spChg chg="mod">
          <ac:chgData name="Luz Pascal" userId="7fa5ceab-0349-4458-880b-7c4b9ec82b0a" providerId="ADAL" clId="{A49E9F3A-B52D-461E-ABF6-58A75CE30F76}" dt="2026-09-22T03:27:39.767" v="15375" actId="1035"/>
          <ac:spMkLst>
            <pc:docMk/>
            <pc:sldMk cId="1828381122" sldId="448"/>
            <ac:spMk id="22" creationId="{E50495EA-AE51-D369-A540-B9F5ADB7E120}"/>
          </ac:spMkLst>
        </pc:spChg>
        <pc:spChg chg="add mod">
          <ac:chgData name="Luz Pascal" userId="7fa5ceab-0349-4458-880b-7c4b9ec82b0a" providerId="ADAL" clId="{A49E9F3A-B52D-461E-ABF6-58A75CE30F76}" dt="2026-09-22T03:30:58.178" v="15418" actId="20577"/>
          <ac:spMkLst>
            <pc:docMk/>
            <pc:sldMk cId="1828381122" sldId="448"/>
            <ac:spMk id="117" creationId="{94A16ED8-2968-42CC-85C4-4977B2BFABE4}"/>
          </ac:spMkLst>
        </pc:spChg>
        <pc:grpChg chg="add mod">
          <ac:chgData name="Luz Pascal" userId="7fa5ceab-0349-4458-880b-7c4b9ec82b0a" providerId="ADAL" clId="{A49E9F3A-B52D-461E-ABF6-58A75CE30F76}" dt="2026-09-22T03:19:09.919" v="15106" actId="1035"/>
          <ac:grpSpMkLst>
            <pc:docMk/>
            <pc:sldMk cId="1828381122" sldId="448"/>
            <ac:grpSpMk id="44" creationId="{3E074422-0A4A-CC6C-46FF-EF38BA754EE4}"/>
          </ac:grpSpMkLst>
        </pc:grpChg>
        <pc:grpChg chg="add mod">
          <ac:chgData name="Luz Pascal" userId="7fa5ceab-0349-4458-880b-7c4b9ec82b0a" providerId="ADAL" clId="{A49E9F3A-B52D-461E-ABF6-58A75CE30F76}" dt="2026-09-22T03:18:11.784" v="15081" actId="164"/>
          <ac:grpSpMkLst>
            <pc:docMk/>
            <pc:sldMk cId="1828381122" sldId="448"/>
            <ac:grpSpMk id="47" creationId="{56435AB5-62BD-9DB7-20B4-9147DBDEE8B6}"/>
          </ac:grpSpMkLst>
        </pc:grpChg>
        <pc:grpChg chg="mod">
          <ac:chgData name="Luz Pascal" userId="7fa5ceab-0349-4458-880b-7c4b9ec82b0a" providerId="ADAL" clId="{A49E9F3A-B52D-461E-ABF6-58A75CE30F76}" dt="2026-09-22T03:19:09.919" v="15106" actId="1035"/>
          <ac:grpSpMkLst>
            <pc:docMk/>
            <pc:sldMk cId="1828381122" sldId="448"/>
            <ac:grpSpMk id="59" creationId="{165CA402-4CD0-274B-2262-7A03062EF058}"/>
          </ac:grpSpMkLst>
        </pc:grpChg>
        <pc:grpChg chg="mod">
          <ac:chgData name="Luz Pascal" userId="7fa5ceab-0349-4458-880b-7c4b9ec82b0a" providerId="ADAL" clId="{A49E9F3A-B52D-461E-ABF6-58A75CE30F76}" dt="2026-09-22T03:18:13.363" v="15082"/>
          <ac:grpSpMkLst>
            <pc:docMk/>
            <pc:sldMk cId="1828381122" sldId="448"/>
            <ac:grpSpMk id="61" creationId="{8F9160B6-A7D2-E2DC-E0B9-8ECFD4985643}"/>
          </ac:grpSpMkLst>
        </pc:grpChg>
        <pc:grpChg chg="mod">
          <ac:chgData name="Luz Pascal" userId="7fa5ceab-0349-4458-880b-7c4b9ec82b0a" providerId="ADAL" clId="{A49E9F3A-B52D-461E-ABF6-58A75CE30F76}" dt="2026-09-22T03:19:09.919" v="15106" actId="1035"/>
          <ac:grpSpMkLst>
            <pc:docMk/>
            <pc:sldMk cId="1828381122" sldId="448"/>
            <ac:grpSpMk id="72" creationId="{6758A980-870C-ACBB-6B5D-6EFD5E658DA0}"/>
          </ac:grpSpMkLst>
        </pc:grpChg>
        <pc:grpChg chg="mod">
          <ac:chgData name="Luz Pascal" userId="7fa5ceab-0349-4458-880b-7c4b9ec82b0a" providerId="ADAL" clId="{A49E9F3A-B52D-461E-ABF6-58A75CE30F76}" dt="2026-09-22T03:18:16.846" v="15084"/>
          <ac:grpSpMkLst>
            <pc:docMk/>
            <pc:sldMk cId="1828381122" sldId="448"/>
            <ac:grpSpMk id="73" creationId="{68D61FBB-3293-2547-3FFC-8E9E5E7202E5}"/>
          </ac:grpSpMkLst>
        </pc:grpChg>
        <pc:grpChg chg="mod">
          <ac:chgData name="Luz Pascal" userId="7fa5ceab-0349-4458-880b-7c4b9ec82b0a" providerId="ADAL" clId="{A49E9F3A-B52D-461E-ABF6-58A75CE30F76}" dt="2026-09-22T03:19:09.919" v="15106" actId="1035"/>
          <ac:grpSpMkLst>
            <pc:docMk/>
            <pc:sldMk cId="1828381122" sldId="448"/>
            <ac:grpSpMk id="81" creationId="{2BD0CF5B-8C87-F561-ABB3-CB4A4E5100DA}"/>
          </ac:grpSpMkLst>
        </pc:grpChg>
        <pc:grpChg chg="mod">
          <ac:chgData name="Luz Pascal" userId="7fa5ceab-0349-4458-880b-7c4b9ec82b0a" providerId="ADAL" clId="{A49E9F3A-B52D-461E-ABF6-58A75CE30F76}" dt="2026-09-22T03:27:39.767" v="15375" actId="1035"/>
          <ac:grpSpMkLst>
            <pc:docMk/>
            <pc:sldMk cId="1828381122" sldId="448"/>
            <ac:grpSpMk id="82" creationId="{45BF09A9-A006-BAC6-AA39-7D9AE3A6E1D7}"/>
          </ac:grpSpMkLst>
        </pc:grpChg>
        <pc:grpChg chg="mod">
          <ac:chgData name="Luz Pascal" userId="7fa5ceab-0349-4458-880b-7c4b9ec82b0a" providerId="ADAL" clId="{A49E9F3A-B52D-461E-ABF6-58A75CE30F76}" dt="2026-09-22T03:19:09.919" v="15106" actId="1035"/>
          <ac:grpSpMkLst>
            <pc:docMk/>
            <pc:sldMk cId="1828381122" sldId="448"/>
            <ac:grpSpMk id="90" creationId="{65AAEC93-6CD0-8D21-F7E3-A03CA1980B24}"/>
          </ac:grpSpMkLst>
        </pc:grpChg>
        <pc:grpChg chg="mod">
          <ac:chgData name="Luz Pascal" userId="7fa5ceab-0349-4458-880b-7c4b9ec82b0a" providerId="ADAL" clId="{A49E9F3A-B52D-461E-ABF6-58A75CE30F76}" dt="2026-09-22T03:18:20.690" v="15088"/>
          <ac:grpSpMkLst>
            <pc:docMk/>
            <pc:sldMk cId="1828381122" sldId="448"/>
            <ac:grpSpMk id="91" creationId="{ED54F037-9F37-6A80-9062-B695658363E4}"/>
          </ac:grpSpMkLst>
        </pc:grpChg>
        <pc:grpChg chg="mod">
          <ac:chgData name="Luz Pascal" userId="7fa5ceab-0349-4458-880b-7c4b9ec82b0a" providerId="ADAL" clId="{A49E9F3A-B52D-461E-ABF6-58A75CE30F76}" dt="2026-09-22T03:19:09.919" v="15106" actId="1035"/>
          <ac:grpSpMkLst>
            <pc:docMk/>
            <pc:sldMk cId="1828381122" sldId="448"/>
            <ac:grpSpMk id="99" creationId="{06FCAA8A-C300-211D-C10D-F364E246CE92}"/>
          </ac:grpSpMkLst>
        </pc:grpChg>
        <pc:grpChg chg="mod">
          <ac:chgData name="Luz Pascal" userId="7fa5ceab-0349-4458-880b-7c4b9ec82b0a" providerId="ADAL" clId="{A49E9F3A-B52D-461E-ABF6-58A75CE30F76}" dt="2026-09-22T03:27:35.538" v="15356" actId="1035"/>
          <ac:grpSpMkLst>
            <pc:docMk/>
            <pc:sldMk cId="1828381122" sldId="448"/>
            <ac:grpSpMk id="100" creationId="{D5E71B7B-C572-5D23-4A38-5CB22075283A}"/>
          </ac:grpSpMkLst>
        </pc:grpChg>
        <pc:grpChg chg="mod">
          <ac:chgData name="Luz Pascal" userId="7fa5ceab-0349-4458-880b-7c4b9ec82b0a" providerId="ADAL" clId="{A49E9F3A-B52D-461E-ABF6-58A75CE30F76}" dt="2026-09-22T03:19:09.919" v="15106" actId="1035"/>
          <ac:grpSpMkLst>
            <pc:docMk/>
            <pc:sldMk cId="1828381122" sldId="448"/>
            <ac:grpSpMk id="108" creationId="{12FDD022-6B23-28FE-51ED-E02C44EB13A9}"/>
          </ac:grpSpMkLst>
        </pc:grpChg>
        <pc:grpChg chg="mod">
          <ac:chgData name="Luz Pascal" userId="7fa5ceab-0349-4458-880b-7c4b9ec82b0a" providerId="ADAL" clId="{A49E9F3A-B52D-461E-ABF6-58A75CE30F76}" dt="2026-09-22T03:27:35.918" v="15357" actId="1035"/>
          <ac:grpSpMkLst>
            <pc:docMk/>
            <pc:sldMk cId="1828381122" sldId="448"/>
            <ac:grpSpMk id="109" creationId="{18176655-8595-8158-1C5A-05D77F247551}"/>
          </ac:grpSpMkLst>
        </pc:grpChg>
        <pc:picChg chg="add mod">
          <ac:chgData name="Luz Pascal" userId="7fa5ceab-0349-4458-880b-7c4b9ec82b0a" providerId="ADAL" clId="{A49E9F3A-B52D-461E-ABF6-58A75CE30F76}" dt="2026-09-22T03:19:04.973" v="15099" actId="165"/>
          <ac:picMkLst>
            <pc:docMk/>
            <pc:sldMk cId="1828381122" sldId="448"/>
            <ac:picMk id="25" creationId="{93E3DC51-D6D1-872F-FF5D-94808C664E0F}"/>
          </ac:picMkLst>
        </pc:picChg>
        <pc:picChg chg="add mod">
          <ac:chgData name="Luz Pascal" userId="7fa5ceab-0349-4458-880b-7c4b9ec82b0a" providerId="ADAL" clId="{A49E9F3A-B52D-461E-ABF6-58A75CE30F76}" dt="2026-09-22T03:19:04.973" v="15099" actId="165"/>
          <ac:picMkLst>
            <pc:docMk/>
            <pc:sldMk cId="1828381122" sldId="448"/>
            <ac:picMk id="26" creationId="{B43D1368-0C61-3292-4E27-C3733A656300}"/>
          </ac:picMkLst>
        </pc:picChg>
        <pc:picChg chg="mod">
          <ac:chgData name="Luz Pascal" userId="7fa5ceab-0349-4458-880b-7c4b9ec82b0a" providerId="ADAL" clId="{A49E9F3A-B52D-461E-ABF6-58A75CE30F76}" dt="2026-09-22T03:19:04.973" v="15099" actId="165"/>
          <ac:picMkLst>
            <pc:docMk/>
            <pc:sldMk cId="1828381122" sldId="448"/>
            <ac:picMk id="48" creationId="{5002D45A-7DFF-FD4D-8CC4-0AAF5706BF7B}"/>
          </ac:picMkLst>
        </pc:picChg>
        <pc:picChg chg="mod">
          <ac:chgData name="Luz Pascal" userId="7fa5ceab-0349-4458-880b-7c4b9ec82b0a" providerId="ADAL" clId="{A49E9F3A-B52D-461E-ABF6-58A75CE30F76}" dt="2026-09-22T03:19:04.973" v="15099" actId="165"/>
          <ac:picMkLst>
            <pc:docMk/>
            <pc:sldMk cId="1828381122" sldId="448"/>
            <ac:picMk id="50" creationId="{A876A3C7-26BA-5CC7-65EB-CB3AE5C02779}"/>
          </ac:picMkLst>
        </pc:picChg>
        <pc:picChg chg="mod">
          <ac:chgData name="Luz Pascal" userId="7fa5ceab-0349-4458-880b-7c4b9ec82b0a" providerId="ADAL" clId="{A49E9F3A-B52D-461E-ABF6-58A75CE30F76}" dt="2026-09-22T03:18:13.363" v="15082"/>
          <ac:picMkLst>
            <pc:docMk/>
            <pc:sldMk cId="1828381122" sldId="448"/>
            <ac:picMk id="63" creationId="{44504F74-555A-FBDF-C732-A4738D1E6E4D}"/>
          </ac:picMkLst>
        </pc:picChg>
        <pc:picChg chg="mod">
          <ac:chgData name="Luz Pascal" userId="7fa5ceab-0349-4458-880b-7c4b9ec82b0a" providerId="ADAL" clId="{A49E9F3A-B52D-461E-ABF6-58A75CE30F76}" dt="2026-09-22T03:18:13.363" v="15082"/>
          <ac:picMkLst>
            <pc:docMk/>
            <pc:sldMk cId="1828381122" sldId="448"/>
            <ac:picMk id="65" creationId="{4473C1D8-B1F5-F67A-FCB0-F5332390CFF8}"/>
          </ac:picMkLst>
        </pc:picChg>
        <pc:picChg chg="mod">
          <ac:chgData name="Luz Pascal" userId="7fa5ceab-0349-4458-880b-7c4b9ec82b0a" providerId="ADAL" clId="{A49E9F3A-B52D-461E-ABF6-58A75CE30F76}" dt="2026-09-22T03:18:13.363" v="15082"/>
          <ac:picMkLst>
            <pc:docMk/>
            <pc:sldMk cId="1828381122" sldId="448"/>
            <ac:picMk id="68" creationId="{BDDE6C7A-034C-5B10-BA0F-CAA362C6FF43}"/>
          </ac:picMkLst>
        </pc:picChg>
        <pc:picChg chg="mod">
          <ac:chgData name="Luz Pascal" userId="7fa5ceab-0349-4458-880b-7c4b9ec82b0a" providerId="ADAL" clId="{A49E9F3A-B52D-461E-ABF6-58A75CE30F76}" dt="2026-09-22T03:18:13.363" v="15082"/>
          <ac:picMkLst>
            <pc:docMk/>
            <pc:sldMk cId="1828381122" sldId="448"/>
            <ac:picMk id="69" creationId="{62872648-2707-F4C4-8EED-522196B016FC}"/>
          </ac:picMkLst>
        </pc:picChg>
        <pc:picChg chg="mod">
          <ac:chgData name="Luz Pascal" userId="7fa5ceab-0349-4458-880b-7c4b9ec82b0a" providerId="ADAL" clId="{A49E9F3A-B52D-461E-ABF6-58A75CE30F76}" dt="2026-09-22T03:18:16.846" v="15084"/>
          <ac:picMkLst>
            <pc:docMk/>
            <pc:sldMk cId="1828381122" sldId="448"/>
            <ac:picMk id="74" creationId="{E7AB5A6E-3FF5-474F-2CE7-FB3F81871C94}"/>
          </ac:picMkLst>
        </pc:picChg>
        <pc:picChg chg="mod">
          <ac:chgData name="Luz Pascal" userId="7fa5ceab-0349-4458-880b-7c4b9ec82b0a" providerId="ADAL" clId="{A49E9F3A-B52D-461E-ABF6-58A75CE30F76}" dt="2026-09-22T03:19:04.973" v="15099" actId="165"/>
          <ac:picMkLst>
            <pc:docMk/>
            <pc:sldMk cId="1828381122" sldId="448"/>
            <ac:picMk id="75" creationId="{D2761950-ACB5-160B-6287-384C98930283}"/>
          </ac:picMkLst>
        </pc:picChg>
        <pc:picChg chg="mod">
          <ac:chgData name="Luz Pascal" userId="7fa5ceab-0349-4458-880b-7c4b9ec82b0a" providerId="ADAL" clId="{A49E9F3A-B52D-461E-ABF6-58A75CE30F76}" dt="2026-09-22T03:18:16.846" v="15084"/>
          <ac:picMkLst>
            <pc:docMk/>
            <pc:sldMk cId="1828381122" sldId="448"/>
            <ac:picMk id="77" creationId="{C3D0E639-7D34-CD25-2ADB-F32A24405BE2}"/>
          </ac:picMkLst>
        </pc:picChg>
        <pc:picChg chg="mod">
          <ac:chgData name="Luz Pascal" userId="7fa5ceab-0349-4458-880b-7c4b9ec82b0a" providerId="ADAL" clId="{A49E9F3A-B52D-461E-ABF6-58A75CE30F76}" dt="2026-09-22T03:18:16.846" v="15084"/>
          <ac:picMkLst>
            <pc:docMk/>
            <pc:sldMk cId="1828381122" sldId="448"/>
            <ac:picMk id="78" creationId="{4A64C46B-E85C-4991-023B-177981F120C5}"/>
          </ac:picMkLst>
        </pc:picChg>
        <pc:picChg chg="mod">
          <ac:chgData name="Luz Pascal" userId="7fa5ceab-0349-4458-880b-7c4b9ec82b0a" providerId="ADAL" clId="{A49E9F3A-B52D-461E-ABF6-58A75CE30F76}" dt="2026-09-22T03:18:18.659" v="15086"/>
          <ac:picMkLst>
            <pc:docMk/>
            <pc:sldMk cId="1828381122" sldId="448"/>
            <ac:picMk id="83" creationId="{58EF123C-7D91-65B8-CD63-3E9035373F2E}"/>
          </ac:picMkLst>
        </pc:picChg>
        <pc:picChg chg="mod">
          <ac:chgData name="Luz Pascal" userId="7fa5ceab-0349-4458-880b-7c4b9ec82b0a" providerId="ADAL" clId="{A49E9F3A-B52D-461E-ABF6-58A75CE30F76}" dt="2026-09-22T03:18:18.659" v="15086"/>
          <ac:picMkLst>
            <pc:docMk/>
            <pc:sldMk cId="1828381122" sldId="448"/>
            <ac:picMk id="84" creationId="{31562B9A-EB99-A995-AD56-2869BF9CC3CD}"/>
          </ac:picMkLst>
        </pc:picChg>
        <pc:picChg chg="mod">
          <ac:chgData name="Luz Pascal" userId="7fa5ceab-0349-4458-880b-7c4b9ec82b0a" providerId="ADAL" clId="{A49E9F3A-B52D-461E-ABF6-58A75CE30F76}" dt="2026-09-22T03:18:18.659" v="15086"/>
          <ac:picMkLst>
            <pc:docMk/>
            <pc:sldMk cId="1828381122" sldId="448"/>
            <ac:picMk id="86" creationId="{5A27BCEE-C2EA-76F0-5E8E-E05AB96718AE}"/>
          </ac:picMkLst>
        </pc:picChg>
        <pc:picChg chg="mod">
          <ac:chgData name="Luz Pascal" userId="7fa5ceab-0349-4458-880b-7c4b9ec82b0a" providerId="ADAL" clId="{A49E9F3A-B52D-461E-ABF6-58A75CE30F76}" dt="2026-09-22T03:18:18.659" v="15086"/>
          <ac:picMkLst>
            <pc:docMk/>
            <pc:sldMk cId="1828381122" sldId="448"/>
            <ac:picMk id="87" creationId="{AB45F216-4023-45A1-F992-50F207D7D57C}"/>
          </ac:picMkLst>
        </pc:picChg>
        <pc:picChg chg="mod">
          <ac:chgData name="Luz Pascal" userId="7fa5ceab-0349-4458-880b-7c4b9ec82b0a" providerId="ADAL" clId="{A49E9F3A-B52D-461E-ABF6-58A75CE30F76}" dt="2026-09-22T03:18:20.690" v="15088"/>
          <ac:picMkLst>
            <pc:docMk/>
            <pc:sldMk cId="1828381122" sldId="448"/>
            <ac:picMk id="92" creationId="{9B15CE74-7F4D-CA90-B739-F1F7E324DD4C}"/>
          </ac:picMkLst>
        </pc:picChg>
        <pc:picChg chg="mod">
          <ac:chgData name="Luz Pascal" userId="7fa5ceab-0349-4458-880b-7c4b9ec82b0a" providerId="ADAL" clId="{A49E9F3A-B52D-461E-ABF6-58A75CE30F76}" dt="2026-09-22T03:18:20.690" v="15088"/>
          <ac:picMkLst>
            <pc:docMk/>
            <pc:sldMk cId="1828381122" sldId="448"/>
            <ac:picMk id="93" creationId="{76156A99-D972-0982-0487-6C7E8AB70275}"/>
          </ac:picMkLst>
        </pc:picChg>
        <pc:picChg chg="mod">
          <ac:chgData name="Luz Pascal" userId="7fa5ceab-0349-4458-880b-7c4b9ec82b0a" providerId="ADAL" clId="{A49E9F3A-B52D-461E-ABF6-58A75CE30F76}" dt="2026-09-22T03:19:04.973" v="15099" actId="165"/>
          <ac:picMkLst>
            <pc:docMk/>
            <pc:sldMk cId="1828381122" sldId="448"/>
            <ac:picMk id="95" creationId="{5E7FBEB9-7E25-74E7-3E51-DA16E062064C}"/>
          </ac:picMkLst>
        </pc:picChg>
        <pc:picChg chg="mod">
          <ac:chgData name="Luz Pascal" userId="7fa5ceab-0349-4458-880b-7c4b9ec82b0a" providerId="ADAL" clId="{A49E9F3A-B52D-461E-ABF6-58A75CE30F76}" dt="2026-09-22T03:18:20.690" v="15088"/>
          <ac:picMkLst>
            <pc:docMk/>
            <pc:sldMk cId="1828381122" sldId="448"/>
            <ac:picMk id="96" creationId="{D93C9AC8-F971-50F6-11E9-7603B48CB2E2}"/>
          </ac:picMkLst>
        </pc:picChg>
        <pc:picChg chg="mod">
          <ac:chgData name="Luz Pascal" userId="7fa5ceab-0349-4458-880b-7c4b9ec82b0a" providerId="ADAL" clId="{A49E9F3A-B52D-461E-ABF6-58A75CE30F76}" dt="2026-09-22T03:18:22.770" v="15090"/>
          <ac:picMkLst>
            <pc:docMk/>
            <pc:sldMk cId="1828381122" sldId="448"/>
            <ac:picMk id="101" creationId="{4BD31326-ADE8-F27F-B381-D141D2283E34}"/>
          </ac:picMkLst>
        </pc:picChg>
        <pc:picChg chg="mod">
          <ac:chgData name="Luz Pascal" userId="7fa5ceab-0349-4458-880b-7c4b9ec82b0a" providerId="ADAL" clId="{A49E9F3A-B52D-461E-ABF6-58A75CE30F76}" dt="2026-09-22T03:18:22.770" v="15090"/>
          <ac:picMkLst>
            <pc:docMk/>
            <pc:sldMk cId="1828381122" sldId="448"/>
            <ac:picMk id="102" creationId="{6E61DD23-FC06-41BA-06BB-F2BF24B154AC}"/>
          </ac:picMkLst>
        </pc:picChg>
        <pc:picChg chg="mod">
          <ac:chgData name="Luz Pascal" userId="7fa5ceab-0349-4458-880b-7c4b9ec82b0a" providerId="ADAL" clId="{A49E9F3A-B52D-461E-ABF6-58A75CE30F76}" dt="2026-09-22T03:19:04.973" v="15099" actId="165"/>
          <ac:picMkLst>
            <pc:docMk/>
            <pc:sldMk cId="1828381122" sldId="448"/>
            <ac:picMk id="104" creationId="{EE0AC147-E62A-16A3-61A4-9E59AF974258}"/>
          </ac:picMkLst>
        </pc:picChg>
        <pc:picChg chg="mod">
          <ac:chgData name="Luz Pascal" userId="7fa5ceab-0349-4458-880b-7c4b9ec82b0a" providerId="ADAL" clId="{A49E9F3A-B52D-461E-ABF6-58A75CE30F76}" dt="2026-09-22T03:18:22.770" v="15090"/>
          <ac:picMkLst>
            <pc:docMk/>
            <pc:sldMk cId="1828381122" sldId="448"/>
            <ac:picMk id="105" creationId="{3093BDF4-C909-084E-A337-7F21DCBD861C}"/>
          </ac:picMkLst>
        </pc:picChg>
        <pc:picChg chg="mod">
          <ac:chgData name="Luz Pascal" userId="7fa5ceab-0349-4458-880b-7c4b9ec82b0a" providerId="ADAL" clId="{A49E9F3A-B52D-461E-ABF6-58A75CE30F76}" dt="2026-09-22T03:18:29.645" v="15092"/>
          <ac:picMkLst>
            <pc:docMk/>
            <pc:sldMk cId="1828381122" sldId="448"/>
            <ac:picMk id="110" creationId="{67EBB141-E193-CD9C-1E0D-B2994E70EC37}"/>
          </ac:picMkLst>
        </pc:picChg>
        <pc:picChg chg="mod">
          <ac:chgData name="Luz Pascal" userId="7fa5ceab-0349-4458-880b-7c4b9ec82b0a" providerId="ADAL" clId="{A49E9F3A-B52D-461E-ABF6-58A75CE30F76}" dt="2026-09-22T03:19:04.973" v="15099" actId="165"/>
          <ac:picMkLst>
            <pc:docMk/>
            <pc:sldMk cId="1828381122" sldId="448"/>
            <ac:picMk id="111" creationId="{0782A0ED-267F-D669-9B87-5BEECB2DDA31}"/>
          </ac:picMkLst>
        </pc:picChg>
        <pc:picChg chg="mod">
          <ac:chgData name="Luz Pascal" userId="7fa5ceab-0349-4458-880b-7c4b9ec82b0a" providerId="ADAL" clId="{A49E9F3A-B52D-461E-ABF6-58A75CE30F76}" dt="2026-09-22T03:19:04.973" v="15099" actId="165"/>
          <ac:picMkLst>
            <pc:docMk/>
            <pc:sldMk cId="1828381122" sldId="448"/>
            <ac:picMk id="113" creationId="{2EF0C1CC-06FE-F0CE-A7DA-9BC4592112AA}"/>
          </ac:picMkLst>
        </pc:picChg>
        <pc:picChg chg="mod">
          <ac:chgData name="Luz Pascal" userId="7fa5ceab-0349-4458-880b-7c4b9ec82b0a" providerId="ADAL" clId="{A49E9F3A-B52D-461E-ABF6-58A75CE30F76}" dt="2026-09-22T03:19:04.973" v="15099" actId="165"/>
          <ac:picMkLst>
            <pc:docMk/>
            <pc:sldMk cId="1828381122" sldId="448"/>
            <ac:picMk id="114" creationId="{7CA954EA-F4D9-0303-121D-38753C4B4C17}"/>
          </ac:picMkLst>
        </pc:picChg>
        <pc:picChg chg="add mod">
          <ac:chgData name="Luz Pascal" userId="7fa5ceab-0349-4458-880b-7c4b9ec82b0a" providerId="ADAL" clId="{A49E9F3A-B52D-461E-ABF6-58A75CE30F76}" dt="2026-09-22T22:27:33.823" v="16495" actId="1076"/>
          <ac:picMkLst>
            <pc:docMk/>
            <pc:sldMk cId="1828381122" sldId="448"/>
            <ac:picMk id="118" creationId="{70865994-64CF-7838-8670-ECA81773B28C}"/>
          </ac:picMkLst>
        </pc:picChg>
        <pc:cxnChg chg="add mod">
          <ac:chgData name="Luz Pascal" userId="7fa5ceab-0349-4458-880b-7c4b9ec82b0a" providerId="ADAL" clId="{A49E9F3A-B52D-461E-ABF6-58A75CE30F76}" dt="2026-09-22T03:17:49.001" v="15077" actId="164"/>
          <ac:cxnSpMkLst>
            <pc:docMk/>
            <pc:sldMk cId="1828381122" sldId="448"/>
            <ac:cxnSpMk id="42" creationId="{5B4518B1-B65A-29C3-2842-0879C996F824}"/>
          </ac:cxnSpMkLst>
        </pc:cxnChg>
        <pc:cxnChg chg="mod">
          <ac:chgData name="Luz Pascal" userId="7fa5ceab-0349-4458-880b-7c4b9ec82b0a" providerId="ADAL" clId="{A49E9F3A-B52D-461E-ABF6-58A75CE30F76}" dt="2026-09-22T03:17:50.858" v="15078"/>
          <ac:cxnSpMkLst>
            <pc:docMk/>
            <pc:sldMk cId="1828381122" sldId="448"/>
            <ac:cxnSpMk id="52" creationId="{62BF38E0-D807-E5EB-A5BA-780D710CE029}"/>
          </ac:cxnSpMkLst>
        </pc:cxnChg>
        <pc:cxnChg chg="mod">
          <ac:chgData name="Luz Pascal" userId="7fa5ceab-0349-4458-880b-7c4b9ec82b0a" providerId="ADAL" clId="{A49E9F3A-B52D-461E-ABF6-58A75CE30F76}" dt="2026-09-22T03:18:13.363" v="15082"/>
          <ac:cxnSpMkLst>
            <pc:docMk/>
            <pc:sldMk cId="1828381122" sldId="448"/>
            <ac:cxnSpMk id="67" creationId="{01C9062B-6205-DB2F-F137-BBC853522405}"/>
          </ac:cxnSpMkLst>
        </pc:cxnChg>
        <pc:cxnChg chg="mod">
          <ac:chgData name="Luz Pascal" userId="7fa5ceab-0349-4458-880b-7c4b9ec82b0a" providerId="ADAL" clId="{A49E9F3A-B52D-461E-ABF6-58A75CE30F76}" dt="2026-09-22T03:18:13.363" v="15082"/>
          <ac:cxnSpMkLst>
            <pc:docMk/>
            <pc:sldMk cId="1828381122" sldId="448"/>
            <ac:cxnSpMk id="70" creationId="{9D8AADBF-E200-6334-1B1A-75B9B4AFD20D}"/>
          </ac:cxnSpMkLst>
        </pc:cxnChg>
        <pc:cxnChg chg="mod">
          <ac:chgData name="Luz Pascal" userId="7fa5ceab-0349-4458-880b-7c4b9ec82b0a" providerId="ADAL" clId="{A49E9F3A-B52D-461E-ABF6-58A75CE30F76}" dt="2026-09-22T03:18:16.846" v="15084"/>
          <ac:cxnSpMkLst>
            <pc:docMk/>
            <pc:sldMk cId="1828381122" sldId="448"/>
            <ac:cxnSpMk id="76" creationId="{BCCB06BD-C337-560C-029A-9E9E2BEEB257}"/>
          </ac:cxnSpMkLst>
        </pc:cxnChg>
        <pc:cxnChg chg="mod">
          <ac:chgData name="Luz Pascal" userId="7fa5ceab-0349-4458-880b-7c4b9ec82b0a" providerId="ADAL" clId="{A49E9F3A-B52D-461E-ABF6-58A75CE30F76}" dt="2026-09-22T03:18:16.846" v="15084"/>
          <ac:cxnSpMkLst>
            <pc:docMk/>
            <pc:sldMk cId="1828381122" sldId="448"/>
            <ac:cxnSpMk id="79" creationId="{8453A70C-B976-984A-E406-4213DDAE6D51}"/>
          </ac:cxnSpMkLst>
        </pc:cxnChg>
        <pc:cxnChg chg="mod">
          <ac:chgData name="Luz Pascal" userId="7fa5ceab-0349-4458-880b-7c4b9ec82b0a" providerId="ADAL" clId="{A49E9F3A-B52D-461E-ABF6-58A75CE30F76}" dt="2026-09-22T03:18:18.659" v="15086"/>
          <ac:cxnSpMkLst>
            <pc:docMk/>
            <pc:sldMk cId="1828381122" sldId="448"/>
            <ac:cxnSpMk id="85" creationId="{BB4EC396-FAFF-3C34-927A-5601DA2DBF04}"/>
          </ac:cxnSpMkLst>
        </pc:cxnChg>
        <pc:cxnChg chg="mod">
          <ac:chgData name="Luz Pascal" userId="7fa5ceab-0349-4458-880b-7c4b9ec82b0a" providerId="ADAL" clId="{A49E9F3A-B52D-461E-ABF6-58A75CE30F76}" dt="2026-09-22T03:18:18.659" v="15086"/>
          <ac:cxnSpMkLst>
            <pc:docMk/>
            <pc:sldMk cId="1828381122" sldId="448"/>
            <ac:cxnSpMk id="88" creationId="{59B92777-A5BF-57CE-EA97-38A6CEDC739B}"/>
          </ac:cxnSpMkLst>
        </pc:cxnChg>
        <pc:cxnChg chg="mod">
          <ac:chgData name="Luz Pascal" userId="7fa5ceab-0349-4458-880b-7c4b9ec82b0a" providerId="ADAL" clId="{A49E9F3A-B52D-461E-ABF6-58A75CE30F76}" dt="2026-09-22T03:18:20.690" v="15088"/>
          <ac:cxnSpMkLst>
            <pc:docMk/>
            <pc:sldMk cId="1828381122" sldId="448"/>
            <ac:cxnSpMk id="94" creationId="{3576EFDB-D5C7-7383-9472-9E272C5E6845}"/>
          </ac:cxnSpMkLst>
        </pc:cxnChg>
        <pc:cxnChg chg="mod">
          <ac:chgData name="Luz Pascal" userId="7fa5ceab-0349-4458-880b-7c4b9ec82b0a" providerId="ADAL" clId="{A49E9F3A-B52D-461E-ABF6-58A75CE30F76}" dt="2026-09-22T03:18:20.690" v="15088"/>
          <ac:cxnSpMkLst>
            <pc:docMk/>
            <pc:sldMk cId="1828381122" sldId="448"/>
            <ac:cxnSpMk id="97" creationId="{B2900AD2-A8C8-4CE1-017C-9DAD79CA51AC}"/>
          </ac:cxnSpMkLst>
        </pc:cxnChg>
        <pc:cxnChg chg="mod">
          <ac:chgData name="Luz Pascal" userId="7fa5ceab-0349-4458-880b-7c4b9ec82b0a" providerId="ADAL" clId="{A49E9F3A-B52D-461E-ABF6-58A75CE30F76}" dt="2026-09-22T03:18:22.770" v="15090"/>
          <ac:cxnSpMkLst>
            <pc:docMk/>
            <pc:sldMk cId="1828381122" sldId="448"/>
            <ac:cxnSpMk id="103" creationId="{675BDD92-E2E4-023B-7EF0-3298D4057961}"/>
          </ac:cxnSpMkLst>
        </pc:cxnChg>
        <pc:cxnChg chg="mod">
          <ac:chgData name="Luz Pascal" userId="7fa5ceab-0349-4458-880b-7c4b9ec82b0a" providerId="ADAL" clId="{A49E9F3A-B52D-461E-ABF6-58A75CE30F76}" dt="2026-09-22T03:18:22.770" v="15090"/>
          <ac:cxnSpMkLst>
            <pc:docMk/>
            <pc:sldMk cId="1828381122" sldId="448"/>
            <ac:cxnSpMk id="106" creationId="{E663A651-84D4-A9E0-BBBE-D6D5D8F2B55E}"/>
          </ac:cxnSpMkLst>
        </pc:cxnChg>
        <pc:cxnChg chg="mod">
          <ac:chgData name="Luz Pascal" userId="7fa5ceab-0349-4458-880b-7c4b9ec82b0a" providerId="ADAL" clId="{A49E9F3A-B52D-461E-ABF6-58A75CE30F76}" dt="2026-09-22T03:18:29.645" v="15092"/>
          <ac:cxnSpMkLst>
            <pc:docMk/>
            <pc:sldMk cId="1828381122" sldId="448"/>
            <ac:cxnSpMk id="112" creationId="{E81F3859-F7AA-590F-D9FA-F8C614E7C0D9}"/>
          </ac:cxnSpMkLst>
        </pc:cxnChg>
        <pc:cxnChg chg="mod">
          <ac:chgData name="Luz Pascal" userId="7fa5ceab-0349-4458-880b-7c4b9ec82b0a" providerId="ADAL" clId="{A49E9F3A-B52D-461E-ABF6-58A75CE30F76}" dt="2026-09-22T03:18:29.645" v="15092"/>
          <ac:cxnSpMkLst>
            <pc:docMk/>
            <pc:sldMk cId="1828381122" sldId="448"/>
            <ac:cxnSpMk id="115" creationId="{59EA3490-AA60-D467-128E-0522F95C4467}"/>
          </ac:cxnSpMkLst>
        </pc:cxnChg>
      </pc:sldChg>
      <pc:sldChg chg="addSp delSp modSp new mod ord delAnim modAnim">
        <pc:chgData name="Luz Pascal" userId="7fa5ceab-0349-4458-880b-7c4b9ec82b0a" providerId="ADAL" clId="{A49E9F3A-B52D-461E-ABF6-58A75CE30F76}" dt="2026-09-22T05:26:24.564" v="16468"/>
        <pc:sldMkLst>
          <pc:docMk/>
          <pc:sldMk cId="1181242404" sldId="449"/>
        </pc:sldMkLst>
        <pc:spChg chg="mod">
          <ac:chgData name="Luz Pascal" userId="7fa5ceab-0349-4458-880b-7c4b9ec82b0a" providerId="ADAL" clId="{A49E9F3A-B52D-461E-ABF6-58A75CE30F76}" dt="2026-09-22T04:47:32.406" v="16096"/>
          <ac:spMkLst>
            <pc:docMk/>
            <pc:sldMk cId="1181242404" sldId="449"/>
            <ac:spMk id="3" creationId="{84912DAF-4CE0-F17D-A778-0273CA89ADC4}"/>
          </ac:spMkLst>
        </pc:spChg>
        <pc:spChg chg="add">
          <ac:chgData name="Luz Pascal" userId="7fa5ceab-0349-4458-880b-7c4b9ec82b0a" providerId="ADAL" clId="{A49E9F3A-B52D-461E-ABF6-58A75CE30F76}" dt="2026-09-22T04:20:54.102" v="15424" actId="22"/>
          <ac:spMkLst>
            <pc:docMk/>
            <pc:sldMk cId="1181242404" sldId="449"/>
            <ac:spMk id="6" creationId="{66585BED-F9A1-36CC-7D95-DEA336D51F91}"/>
          </ac:spMkLst>
        </pc:spChg>
      </pc:sldChg>
      <pc:sldChg chg="addSp delSp modSp add mod ord modAnim">
        <pc:chgData name="Luz Pascal" userId="7fa5ceab-0349-4458-880b-7c4b9ec82b0a" providerId="ADAL" clId="{A49E9F3A-B52D-461E-ABF6-58A75CE30F76}" dt="2026-09-22T22:26:58.660" v="16494" actId="14100"/>
        <pc:sldMkLst>
          <pc:docMk/>
          <pc:sldMk cId="4007568755" sldId="450"/>
        </pc:sldMkLst>
        <pc:spChg chg="mod">
          <ac:chgData name="Luz Pascal" userId="7fa5ceab-0349-4458-880b-7c4b9ec82b0a" providerId="ADAL" clId="{A49E9F3A-B52D-461E-ABF6-58A75CE30F76}" dt="2026-09-22T05:20:40.044" v="16297" actId="207"/>
          <ac:spMkLst>
            <pc:docMk/>
            <pc:sldMk cId="4007568755" sldId="450"/>
            <ac:spMk id="3" creationId="{83A3665F-58E4-9649-DF32-C4F12760A681}"/>
          </ac:spMkLst>
        </pc:spChg>
        <pc:spChg chg="add mod">
          <ac:chgData name="Luz Pascal" userId="7fa5ceab-0349-4458-880b-7c4b9ec82b0a" providerId="ADAL" clId="{A49E9F3A-B52D-461E-ABF6-58A75CE30F76}" dt="2026-09-22T22:26:54.557" v="16493" actId="2711"/>
          <ac:spMkLst>
            <pc:docMk/>
            <pc:sldMk cId="4007568755" sldId="450"/>
            <ac:spMk id="7" creationId="{53C6CE2E-62F4-5EDA-26FF-75FD64B38BC2}"/>
          </ac:spMkLst>
        </pc:spChg>
        <pc:spChg chg="add mod">
          <ac:chgData name="Luz Pascal" userId="7fa5ceab-0349-4458-880b-7c4b9ec82b0a" providerId="ADAL" clId="{A49E9F3A-B52D-461E-ABF6-58A75CE30F76}" dt="2026-09-22T22:26:58.660" v="16494" actId="14100"/>
          <ac:spMkLst>
            <pc:docMk/>
            <pc:sldMk cId="4007568755" sldId="450"/>
            <ac:spMk id="9" creationId="{6A37B1EC-ED35-E8CC-E963-CDA2FFFF2F21}"/>
          </ac:spMkLst>
        </pc:spChg>
        <pc:spChg chg="add mod">
          <ac:chgData name="Luz Pascal" userId="7fa5ceab-0349-4458-880b-7c4b9ec82b0a" providerId="ADAL" clId="{A49E9F3A-B52D-461E-ABF6-58A75CE30F76}" dt="2026-09-22T22:26:54.557" v="16493" actId="2711"/>
          <ac:spMkLst>
            <pc:docMk/>
            <pc:sldMk cId="4007568755" sldId="450"/>
            <ac:spMk id="11" creationId="{03840DB0-2F96-77AB-C335-9A54F3113146}"/>
          </ac:spMkLst>
        </pc:spChg>
      </pc:sldChg>
      <pc:sldChg chg="addSp delSp modSp new mod ord">
        <pc:chgData name="Luz Pascal" userId="7fa5ceab-0349-4458-880b-7c4b9ec82b0a" providerId="ADAL" clId="{A49E9F3A-B52D-461E-ABF6-58A75CE30F76}" dt="2026-09-22T05:29:48.695" v="16483"/>
        <pc:sldMkLst>
          <pc:docMk/>
          <pc:sldMk cId="1170991130" sldId="451"/>
        </pc:sldMkLst>
        <pc:spChg chg="add">
          <ac:chgData name="Luz Pascal" userId="7fa5ceab-0349-4458-880b-7c4b9ec82b0a" providerId="ADAL" clId="{A49E9F3A-B52D-461E-ABF6-58A75CE30F76}" dt="2026-09-22T05:17:09.288" v="16210" actId="22"/>
          <ac:spMkLst>
            <pc:docMk/>
            <pc:sldMk cId="1170991130" sldId="451"/>
            <ac:spMk id="8" creationId="{39CAE3AE-D88A-DC3C-E9A0-B4CF60CFDD29}"/>
          </ac:spMkLst>
        </pc:spChg>
        <pc:picChg chg="add mod">
          <ac:chgData name="Luz Pascal" userId="7fa5ceab-0349-4458-880b-7c4b9ec82b0a" providerId="ADAL" clId="{A49E9F3A-B52D-461E-ABF6-58A75CE30F76}" dt="2026-09-22T05:17:36.304" v="16216" actId="1076"/>
          <ac:picMkLst>
            <pc:docMk/>
            <pc:sldMk cId="1170991130" sldId="451"/>
            <ac:picMk id="6" creationId="{B41F3094-0204-C8B2-F6D6-C4DDD05B6C2A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04:44:06.2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2834 6933 24575,'-3'141'0,"7"148"0,7-239 0,-7-39 0,-2-1 0,1 0 0,-1 1 0,1 20 0,-3-28 0,-1-1 0,1 1 0,0 0 0,-1-1 0,1 1 0,-1-1 0,0 1 0,0-1 0,0 1 0,0-1 0,0 0 0,-1 1 0,1-1 0,-1 0 0,1 0 0,-1 0 0,0 0 0,0 0 0,0 0 0,0-1 0,0 1 0,0-1 0,-1 1 0,-2 1 0,-25 8 0,-1-1 0,1-1 0,-1-2 0,-1-1 0,0-1 0,-52 0 0,-259-2 0,172-6 0,139 2 0,-57-11 0,-18-1 0,-104 0 0,-109-1 0,197 17 0,-160-6 0,212-10 0,51 8 0,1 1 0,-30-1 0,0 4 0,0 2 0,0 2 0,0 2 0,0 2 0,-50 15 0,68-14 0,1 2 0,-50 22 0,69-27 0,1 1 0,0 0 0,0 1 0,1 0 0,0 1 0,0 0 0,1 0 0,0 1 0,1 0 0,-12 17 0,-7 16 0,-32 68 0,51-94 0,0 1 0,2 1 0,0-1 0,1 1 0,1 0 0,0 0 0,1 27 0,4 325 0,-1-352 0,1-1 0,1 0 0,1 0 0,0 0 0,8 21 0,-5-20 0,-2 1 0,0 0 0,5 38 0,-10-41 0,1 0 0,1 0 0,1-1 0,0 0 0,1 1 0,1-1 0,9 20 0,-9-26 0,0 0 0,1 0 0,0-1 0,0 0 0,1 0 0,0-1 0,1 0 0,-1 0 0,1 0 0,0-1 0,1 0 0,13 6 0,25 14 0,-2 0 0,0-3 0,81 30 0,-109-47 0,1 1 0,-1 1 0,0 0 0,-1 1 0,0 1 0,23 19 0,78 83 0,-101-94 0,25 40 0,-14-19 0,-20-30 0,-1 1 0,0-1 0,-1 1 0,0 1 0,0-1 0,-1 1 0,0-1 0,2 15 0,-3-3 0,0 1 0,-2 0 0,-1 25 0,-1-7 0,2 1 0,1 0 0,10 46 0,-4-49 0,-5-16 0,2 0 0,0-1 0,2 0 0,11 26 0,-10-27 0,0-1 0,-1 1 0,-1 1 0,-1-1 0,-1 1 0,1 25 0,-4 133 0,0 3 0,-1-177 0,1 0 0,0 0 0,0 0 0,0 0 0,1 0 0,0 0 0,0-1 0,0 1 0,1-1 0,0 1 0,0-1 0,0 0 0,1 0 0,0-1 0,0 1 0,0-1 0,0 1 0,1-1 0,7 5 0,1-2 0,1 0 0,0 0 0,0-1 0,0-1 0,1-1 0,24 5 0,42 17 0,-65-20 0,0 0 0,1-1 0,0-1 0,0 0 0,32 2 0,-38-6 0,1 0 0,0-1 0,-1 0 0,1-1 0,-1 0 0,0-1 0,0-1 0,0 0 0,0 0 0,-1-1 0,1 0 0,13-10 0,-17 11 0,-1-2 0,1 1 0,-2-1 0,1 1 0,0-2 0,-1 1 0,0 0 0,-1-1 0,0 0 0,0 0 0,0-1 0,-1 1 0,0-1 0,0 0 0,-1 1 0,0-1 0,0 0 0,0-12 0,0-240 0,-5 121 0,2 101 0,0 23 0,0 0 0,1 0 0,1 0 0,1 1 0,3-18 0,-4 29 0,0-1 0,0 0 0,1 1 0,0-1 0,-1 1 0,1 0 0,0-1 0,0 1 0,1 0 0,-1 0 0,1 1 0,0-1 0,-1 0 0,1 1 0,0 0 0,1-1 0,-1 1 0,0 0 0,0 1 0,1-1 0,-1 1 0,1-1 0,0 1 0,6-1 0,180-27 0,-105 17 0,-38 5 0,48 0 0,1013 5 0,-538 4 0,-564-2 0,0 1 0,0-1 0,0 1 0,0 0 0,0 0 0,-1 0 0,1 1 0,0 0 0,-1 0 0,1 1 0,-1 0 0,0 0 0,0 0 0,0 0 0,0 1 0,-1-1 0,1 1 0,-1 1 0,0-1 0,0 1 0,0-1 0,-1 1 0,0 0 0,6 10 0,-3-1 0,-1 1 0,0 0 0,-1-1 0,0 2 0,-2-1 0,1 0 0,-2 0 0,0 26 0,1-2 0,11 67 0,-3-40 0,-5-40 0,0-1 0,11 30 0,-10-36 0,0 1 0,-1 0 0,-1 0 0,2 33 0,-6 67 0,4 86 0,-2-178 0,2-1 0,1 0 0,1 0 0,1-1 0,17 39 0,9 17 0,-18-40 0,21 38 0,-32-72 0,-1 0 0,1-1 0,1 0 0,-1 0 0,1 0 0,1-1 0,-1 0 0,1 0 0,0 0 0,0 0 0,1-1 0,-1 0 0,1-1 0,0 1 0,1-1 0,-1-1 0,1 1 0,0-1 0,-1-1 0,1 1 0,0-1 0,1-1 0,-1 1 0,0-2 0,12 1 0,273-3 0,-109-26 0,-63 3 0,-92 17 0,0 1 0,1 2 0,52-3 0,-20 11 0,-46-1 0,1-1 0,-1 0 0,1-1 0,-1-1 0,1-1 0,0 0 0,-1-1 0,18-6 0,-31 8 0,0-1 0,0 0 0,-1 0 0,1 0 0,-1-1 0,1 1 0,-1-1 0,0 1 0,0-1 0,0 0 0,0 0 0,0 1 0,-1-2 0,1 1 0,-1 0 0,0 0 0,0 0 0,0 0 0,0-1 0,-1 1 0,1-6 0,1-10 0,-1 0 0,-3-33 0,0 25 0,1-8 0,0 4 0,0-1 0,2 1 0,1 0 0,11-51 0,-6 41 0,-2 0 0,-1 0 0,-3 0 0,-4-60 0,0 2 0,3 94 0,-1-25 0,0-1 0,3 1 0,0 0 0,2 0 0,1 1 0,2-1 0,11-32 0,11-20 0,-19 48 0,26-54 0,-32 82 0,0 0 0,1 0 0,-1 1 0,1 0 0,0 0 0,0 0 0,1 0 0,0 1 0,-1 0 0,1 0 0,12-5 0,83-32 0,-62 27 0,-12 2 0,1 2 0,0 1 0,0 1 0,1 2 0,0 0 0,0 2 0,56 0 0,-60 3 0,0 0 0,36-9 0,-33 6 0,46-3 0,1198 7 0,-1264 0 0,0 0 0,0-1 0,0-1 0,1 1 0,-2-1 0,1-1 0,0 1 0,0-1 0,-1-1 0,0 1 0,1-1 0,-1-1 0,-1 1 0,1-1 0,-1 0 0,0-1 0,0 1 0,0-1 0,-1-1 0,9-11 0,-7 6 0,0 0 0,0-1 0,-1 0 0,-1 0 0,0 0 0,-1 0 0,0-1 0,-1 0 0,-1 0 0,0 0 0,0-19 0,-4-657 0,5 650 0,1 1 0,2 0 0,14-47 0,-1 0 0,-8 40 0,-8 33 0,0 0 0,0 0 0,-1 0 0,0-24 0,-2 31 0,-1 1 0,0-1 0,0 1 0,-1-1 0,1 1 0,-1 0 0,0 0 0,-1 0 0,1 0 0,-1 0 0,0 0 0,0 1 0,-1-1 0,1 1 0,-6-5 0,-10-6 0,0 0 0,-1 2 0,0 0 0,-1 1 0,0 1 0,-31-10 0,-13-9 0,35 15 0,0 2 0,-34-11 0,51 20 0,-1 1 0,1 1 0,-1 0 0,1 0 0,-1 1 0,0 1 0,-22 3 0,-137 11 0,-229-10 0,215-6 0,167 1 0,1-1 0,0-2 0,0 0 0,0 0 0,-24-11 0,-29-6 0,62 18 0,1-1 0,0 0 0,0 0 0,0-1 0,0 0 0,1-1 0,-1 0 0,2 0 0,-1-1 0,1 0 0,0 0 0,0-1 0,0 1 0,1-2 0,1 1 0,0-1 0,0 1 0,0-1 0,1-1 0,-3-9 0,-1-1 0,2 0 0,0 0 0,1-1 0,1 0 0,2 0 0,-1 0 0,2-1 0,3-34 0,-2 52 0,1 0 0,-1 0 0,1 0 0,0 1 0,1-1 0,-1 0 0,1 0 0,-1 0 0,1 1 0,0-1 0,0 1 0,1 0 0,-1-1 0,1 1 0,0 0 0,-1 0 0,1 1 0,1-1 0,-1 1 0,0-1 0,1 1 0,3-2 0,7-2 0,0 1 0,0 0 0,1 1 0,25-4 0,13-3 0,-38 6 0,15-4 0,0 1 0,0 1 0,1 1 0,55-2 0,56 6 0,184 6 0,-210 13 0,-63-7 0,79 16 0,-75-17 0,-11-1 0,89 3 0,-20-10 0,116-4 0,-21-25 0,-179 25 0,1-1 0,-1-1 0,0-2 0,0-1 0,-1-1 0,37-18 0,-59 23 0,-1-1 0,0-1 0,0 1 0,-1-1 0,0 0 0,0 0 0,0-1 0,-1 0 0,0 0 0,6-11 0,4-10 0,17-47 0,-24 53 0,0 0 0,2 1 0,22-36 0,-15 32 0,-2-1 0,-2 0 0,15-37 0,19-37 0,-36 79 0,-1-1 0,-1 0 0,-1-1 0,-1 1 0,5-28 0,12-118 0,-22 151 0,9-57 0,-6 47 0,-1 0 0,1-32 0,-6-1053 0,1 1104 0,-1 0 0,0 0 0,0 1 0,0-1 0,-1 0 0,0 1 0,-1-1 0,0 1 0,0 0 0,0-1 0,-1 2 0,0-1 0,-7-8 0,-4-3 0,-1 0 0,-1 2 0,-21-16 0,-4-4 0,21 19 0,-1 1 0,0 1 0,-38-18 0,8 3 0,40 25 0,1 0 0,0 0 0,-1 1 0,0 1 0,0 0 0,0 0 0,-1 1 0,1 1 0,0 0 0,-1 1 0,-13 1 0,-8 2 0,0 1 0,-58 15 0,84-16 0,-1 0 0,1 0 0,0 1 0,0 0 0,1 0 0,-1 1 0,1 0 0,0 0 0,0 1 0,1 0 0,-1 0 0,-7 10 0,-4 8 0,1 0 0,-17 35 0,23-40 0,-11 23 0,2 0 0,2 1 0,-17 64 0,28-72 0,2 0 0,1 0 0,2 0 0,2 1 0,4 38 0,-1 21 0,-3-72 0,-1 13 0,2 0 0,1 0 0,12 55 0,13 82 0,-22-144 0,-1 0 0,-2 0 0,-1 1 0,-3 39 0,1-66 0,1 0 0,-1-1 0,0 1 0,0 0 0,-1-1 0,1 1 0,0-1 0,-1 0 0,0 1 0,1-1 0,-1 0 0,0 0 0,0 0 0,0 0 0,0 0 0,-1 0 0,1-1 0,0 1 0,-1-1 0,0 1 0,1-1 0,-1 0 0,1 0 0,-1 0 0,0-1 0,0 1 0,0-1 0,-3 1 0,-12 2 0,-1-1 0,0-1 0,-20-1 0,24 0 0,-9-2 0,-1 2 0,1 1 0,-1 1 0,1 1 0,0 1 0,0 1 0,-42 15 0,15-2 0,-2-2 0,0-2 0,-100 11 0,50-8 0,-542 68 0,440-62 0,185-18 0,1 0 0,0 1 0,-28 13 0,-36 11 0,60-24 0,0-1 0,0-2 0,0 0 0,-47-1 0,63-2 0,-1-1 0,1 1 0,0-2 0,-1 1 0,1-1 0,0 0 0,0 0 0,1-1 0,-1 0 0,0 0 0,1-1 0,0 0 0,0 0 0,0 0 0,0-1 0,0 0 0,1 0 0,0 0 0,-8-11 0,-55-112 0,54 97 0,1-1 0,2-1 0,1 0 0,1 0 0,-7-61 0,14 82 0,-4-67 0,5 74 0,2-1 0,-1 1 0,1-1 0,0 1 0,0-1 0,0 1 0,1 0 0,0-1 0,0 1 0,0 0 0,1 0 0,3-5 0,6-5 0,1 1 0,0 1 0,1 0 0,1 0 0,0 1 0,25-14 0,111-52 0,-31 18 0,-39 20 0,-63 32 0,0 0 0,-1-1 0,0 0 0,-1-2 0,0 0 0,0 0 0,19-21 0,-26 24 0,0-1 0,0 0 0,-1-1 0,0 0 0,-1 0 0,0 0 0,-1-1 0,0 0 0,-1-1 0,0 1 0,-1-1 0,0 0 0,0 0 0,-2 0 0,2-13 0,1-63 0,-7-93 0,-1 45 0,1 6 0,5-137 0,-1 240 0,2 0 0,1 0 0,1 1 0,2 0 0,0 0 0,2 0 0,17-32 0,-23 52 0,0 0 0,1 0 0,0 1 0,0-1 0,0 1 0,1 0 0,0 0 0,0 1 0,12-7 0,66-26 0,-67 31 0,0-1 0,0-1 0,-1 0 0,23-16 0,-24 15 0,1 1 0,0 0 0,1 0 0,0 2 0,0 0 0,0 1 0,1 1 0,33-4 0,49-14 0,-70 14 0,1 1 0,0 1 0,62-3 0,98 11 0,-69 0 0,-44 0 0,89-4 0,-160 1 0,0 0 0,0 0 0,1-1 0,-1 0 0,0 0 0,-1 0 0,1-1 0,0 0 0,-1-1 0,0 1 0,1-1 0,-1 0 0,-1-1 0,10-8 0,-8 4 0,0 1 0,-1 0 0,0-1 0,-1 0 0,0-1 0,0 1 0,-1-1 0,-1 0 0,4-12 0,1-15 0,-2-1 0,-2 0 0,-1 0 0,-4-56 0,-1-463 0,3 320 0,-2 221 0,-1 0 0,0 0 0,-1 0 0,-1 0 0,0 1 0,-9-21 0,2 4 0,0-4 0,2-1 0,2-1 0,1 0 0,2 1 0,1-62 0,1 68 0,0 1 0,-8-31 0,5 29 0,-3-53 0,9-814 0,-1 893 0,0 1 0,0 0 0,-1-1 0,1 1 0,-1 0 0,0-1 0,-1 1 0,1 0 0,-1 0 0,0 0 0,0 0 0,-1 1 0,0-1 0,1 1 0,-2-1 0,1 1 0,0 0 0,-7-7 0,-2 3 0,1 1 0,-1 0 0,0 0 0,0 1 0,-1 1 0,-15-6 0,-51-20 0,44 15 0,0 3 0,-49-13 0,45 17 0,19 3 0,-2 2 0,-38-4 0,-67-5 0,79 6 0,-58 0 0,30 7 0,-86 2 0,91 11 0,51-9 0,0 0 0,-27 1 0,-11-4 0,-11 1 0,-80 11 0,97-8 0,-102-2 0,0 0 0,85 6 0,50-5 0,-1-2 0,0 0 0,-32-1 0,44-2 0,0 0 0,0-1 0,0 0 0,1 0 0,-1 0 0,1-1 0,0 0 0,0-1 0,0 0 0,0 0 0,0 0 0,-11-11 0,9 7 0,0-2 0,0 1 0,1-1 0,0 0 0,1-1 0,0 0 0,1 0 0,0-1 0,0 0 0,2 0 0,-1 0 0,1 0 0,-3-20 0,1-10 0,2-1 0,3-75 0,-2-9 0,-22-32 0,13 99 0,7 34 0,0 0 0,-1-46 0,7-299-1365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Levenim MT" panose="02010502060101010101" pitchFamily="2" charset="-79"/>
              </a:defRPr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Levenim MT" panose="02010502060101010101" pitchFamily="2" charset="-79"/>
              </a:defRPr>
            </a:lvl1pPr>
          </a:lstStyle>
          <a:p>
            <a:fld id="{7859290F-2E93-48DB-8A38-B2CF63EB8058}" type="datetimeFigureOut">
              <a:rPr lang="en-AU" smtClean="0"/>
              <a:pPr/>
              <a:t>24/09/2026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Levenim MT" panose="02010502060101010101" pitchFamily="2" charset="-79"/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Levenim MT" panose="02010502060101010101" pitchFamily="2" charset="-79"/>
              </a:defRPr>
            </a:lvl1pPr>
          </a:lstStyle>
          <a:p>
            <a:fld id="{1FA5E34C-69C1-4D06-84E2-840E0E6D3ABA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5515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Levenim MT" panose="02010502060101010101" pitchFamily="2" charset="-79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Guidelines for use:</a:t>
            </a:r>
            <a:endParaRPr lang="en-AU" dirty="0"/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Use this slide when presenting at UQ or at any site in Australia, when appropriate. </a:t>
            </a:r>
            <a:endParaRPr lang="en-AU" dirty="0"/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Remember to pause briefly after acknowledging Country as a sign of respect. </a:t>
            </a:r>
            <a:endParaRPr lang="en-AU" dirty="0"/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If you are more familiar with acknowledging Country you may add a statement about the event, meeting or forum’s connection with Country. </a:t>
            </a:r>
            <a:b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</a:b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For example, at a higher education event you might acknowledge that the campus has always been a space for teaching, learning, research and collaboration tens of thousands of years before it was established as a university campus, and this continues today.</a:t>
            </a:r>
            <a:endParaRPr lang="en-AU" dirty="0"/>
          </a:p>
          <a:p>
            <a:pPr marL="171450" indent="-171450">
              <a:buFont typeface="Arial"/>
              <a:buChar char="•"/>
              <a:defRPr/>
            </a:pPr>
            <a:r>
              <a:rPr lang="en-AU" sz="1200" b="0" i="1" u="non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When to use longer version:</a:t>
            </a:r>
          </a:p>
          <a:p>
            <a:pPr marL="628650" lvl="1" indent="-171450">
              <a:buFont typeface="Arial"/>
              <a:buChar char="•"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If you are the main speaker at the event/gathering </a:t>
            </a:r>
            <a:endParaRPr lang="en-AU" dirty="0"/>
          </a:p>
          <a:p>
            <a:pPr marL="628650" lvl="1" indent="-171450">
              <a:buFont typeface="Arial"/>
              <a:buChar char="•"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If you are the first person to present.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AU" sz="1200" b="0" i="1" u="non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When to use a shorter version: </a:t>
            </a:r>
            <a:endParaRPr lang="en-AU" sz="1200" b="0" i="1" dirty="0">
              <a:solidFill>
                <a:schemeClr val="tx1"/>
              </a:solidFill>
              <a:latin typeface="Calibri"/>
              <a:ea typeface="Arial"/>
              <a:cs typeface="Arial"/>
            </a:endParaRPr>
          </a:p>
          <a:p>
            <a:pPr marL="628650" lvl="1" indent="-171450">
              <a:buFont typeface="Arial"/>
              <a:buChar char="•"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If you are not the first person to acknowledge Country </a:t>
            </a:r>
            <a:endParaRPr lang="en-AU" dirty="0"/>
          </a:p>
          <a:p>
            <a:pPr marL="628650" lvl="1" indent="-171450">
              <a:buFont typeface="Arial"/>
              <a:buChar char="•"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In a more informal setting </a:t>
            </a:r>
          </a:p>
          <a:p>
            <a:pPr marL="628650" lvl="1" indent="-171450">
              <a:buFont typeface="Arial"/>
              <a:buChar char="•"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Thanking a Traditional Owner for welcoming people to Country. </a:t>
            </a:r>
            <a:endParaRPr lang="en-AU" dirty="0"/>
          </a:p>
          <a:p>
            <a:pPr>
              <a:defRPr/>
            </a:pPr>
            <a:endParaRPr lang="en-AU" sz="1200" i="1" dirty="0">
              <a:solidFill>
                <a:schemeClr val="tx1"/>
              </a:solidFill>
              <a:latin typeface="Calibri"/>
              <a:ea typeface="Arial"/>
              <a:cs typeface="Arial"/>
            </a:endParaRPr>
          </a:p>
          <a:p>
            <a:pPr>
              <a:defRPr/>
            </a:pPr>
            <a:endParaRPr lang="en-AU" sz="1200" dirty="0">
              <a:solidFill>
                <a:schemeClr val="tx1"/>
              </a:solidFill>
              <a:latin typeface="Calibri"/>
              <a:ea typeface="Arial"/>
              <a:cs typeface="Arial"/>
            </a:endParaRPr>
          </a:p>
          <a:p>
            <a:pPr>
              <a:defRPr/>
            </a:pPr>
            <a:r>
              <a:rPr lang="en-AU" sz="1200" b="1" u="non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Longer version</a:t>
            </a:r>
            <a:endParaRPr lang="en-AU" dirty="0"/>
          </a:p>
          <a:p>
            <a:pPr>
              <a:defRPr/>
            </a:pPr>
            <a:r>
              <a:rPr lang="en-AU" sz="1200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I acknowledge the Traditional Owners and their custodianship of the lands on which we meet today. On behalf of *, I pay our respects to their Ancestors and their descendants, who continue cultural and spiritual connections to Country. We recognise their valuable contributions to Australian and global society.</a:t>
            </a:r>
            <a:endParaRPr lang="en-AU" dirty="0"/>
          </a:p>
          <a:p>
            <a:pPr>
              <a:defRPr/>
            </a:pPr>
            <a:endParaRPr lang="en-AU" sz="1200" dirty="0">
              <a:solidFill>
                <a:schemeClr val="tx1"/>
              </a:solidFill>
              <a:latin typeface="Calibri"/>
              <a:ea typeface="Arial"/>
              <a:cs typeface="Arial"/>
            </a:endParaRPr>
          </a:p>
          <a:p>
            <a:pPr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* If you are hosting an event, meeting or seminar, you might say something like, “On behalf of the event organisers or your section….” </a:t>
            </a:r>
            <a:endParaRPr lang="en-AU" dirty="0"/>
          </a:p>
          <a:p>
            <a:pPr>
              <a:defRPr/>
            </a:pPr>
            <a:endParaRPr lang="en-AU" sz="1200" b="1" u="none" dirty="0">
              <a:solidFill>
                <a:schemeClr val="tx1"/>
              </a:solidFill>
              <a:latin typeface="Calibri"/>
              <a:ea typeface="Arial"/>
              <a:cs typeface="Arial"/>
            </a:endParaRPr>
          </a:p>
          <a:p>
            <a:pPr>
              <a:defRPr/>
            </a:pPr>
            <a:r>
              <a:rPr lang="en-AU" sz="1200" b="1" u="non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Shorter version</a:t>
            </a:r>
            <a:endParaRPr lang="en-AU" dirty="0"/>
          </a:p>
          <a:p>
            <a:pPr>
              <a:defRPr/>
            </a:pPr>
            <a:r>
              <a:rPr lang="en-AU" sz="1200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I (too,) acknowledge the Traditional Owners and their custodianship of the lands on which we meet today and pay my respect to their Ancestors and their descendants.</a:t>
            </a:r>
            <a:endParaRPr lang="en-AU" dirty="0"/>
          </a:p>
          <a:p>
            <a:pPr>
              <a:defRPr/>
            </a:pPr>
            <a:endParaRPr lang="en-AU" sz="1200" u="sng" dirty="0">
              <a:solidFill>
                <a:schemeClr val="tx1"/>
              </a:solidFill>
              <a:latin typeface="Calibri"/>
              <a:ea typeface="Arial"/>
              <a:cs typeface="Arial"/>
            </a:endParaRPr>
          </a:p>
          <a:p>
            <a:pPr>
              <a:defRPr/>
            </a:pPr>
            <a:r>
              <a:rPr lang="en-AU" sz="1200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You may wish to verbally include a line </a:t>
            </a:r>
            <a:r>
              <a:rPr lang="en-AU" sz="1200" b="0" i="0" u="none" strike="noStrik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acknowledging the artwork and artists – </a:t>
            </a:r>
            <a:r>
              <a:rPr lang="en-AU" sz="1200" b="1" i="0" u="none" strike="noStrik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“We extend our respect and acknowledge sisters and </a:t>
            </a:r>
            <a:r>
              <a:rPr lang="en-AU" sz="1200" b="1" i="0" u="none" strike="noStrike" dirty="0" err="1">
                <a:solidFill>
                  <a:schemeClr val="tx1"/>
                </a:solidFill>
                <a:latin typeface="Calibri"/>
                <a:ea typeface="Arial"/>
                <a:cs typeface="Arial"/>
              </a:rPr>
              <a:t>Quandamooka</a:t>
            </a:r>
            <a:r>
              <a:rPr lang="en-AU" sz="1200" b="1" i="0" u="none" strike="noStrik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 artists Casey </a:t>
            </a:r>
            <a:r>
              <a:rPr lang="en-AU" sz="1200" b="1" i="0" u="none" strike="noStrike" dirty="0" err="1">
                <a:solidFill>
                  <a:schemeClr val="tx1"/>
                </a:solidFill>
                <a:latin typeface="Calibri"/>
                <a:ea typeface="Arial"/>
                <a:cs typeface="Arial"/>
              </a:rPr>
              <a:t>Coolwell</a:t>
            </a:r>
            <a:r>
              <a:rPr lang="en-AU" sz="1200" b="1" i="0" u="none" strike="noStrik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 and Kyra </a:t>
            </a:r>
            <a:r>
              <a:rPr lang="en-AU" sz="1200" b="1" i="0" u="none" strike="noStrike" dirty="0" err="1">
                <a:solidFill>
                  <a:schemeClr val="tx1"/>
                </a:solidFill>
                <a:latin typeface="Calibri"/>
                <a:ea typeface="Arial"/>
                <a:cs typeface="Arial"/>
              </a:rPr>
              <a:t>Mancktelow</a:t>
            </a:r>
            <a:r>
              <a:rPr lang="en-AU" sz="1200" b="1" i="0" u="none" strike="noStrik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 for </a:t>
            </a:r>
            <a:r>
              <a:rPr lang="en-AU" sz="1200" b="1" i="1" u="none" strike="noStrik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A guidance through time, </a:t>
            </a:r>
            <a:r>
              <a:rPr lang="en-AU" sz="1200" b="1" i="0" u="none" strike="noStrik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the beautiful and powerful representation of reconciliation at UQ</a:t>
            </a:r>
            <a:r>
              <a:rPr lang="en-AU" sz="1200" b="1" i="1" u="none" strike="noStrik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.”</a:t>
            </a:r>
            <a:endParaRPr lang="en-AU" sz="1200" b="1" dirty="0">
              <a:solidFill>
                <a:schemeClr val="tx1"/>
              </a:solidFill>
              <a:latin typeface="Calibri"/>
              <a:ea typeface="Arial"/>
              <a:cs typeface="Arial"/>
            </a:endParaRPr>
          </a:p>
          <a:p>
            <a:pPr>
              <a:defRPr/>
            </a:pPr>
            <a:endParaRPr lang="en-AU" sz="1200" dirty="0">
              <a:solidFill>
                <a:schemeClr val="tx1"/>
              </a:solidFill>
              <a:latin typeface="Calibri"/>
              <a:ea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Slide last updated February2023. </a:t>
            </a:r>
            <a:r>
              <a:rPr lang="en-AU" i="1" dirty="0"/>
              <a:t>Source: PVC(IE)/ATSISU (contact Nicole Rawson-Harris: </a:t>
            </a:r>
            <a:r>
              <a:rPr lang="en-AU" i="1" dirty="0" err="1"/>
              <a:t>uqrap@uq.edu.au</a:t>
            </a:r>
            <a:r>
              <a:rPr lang="en-AU" i="1" dirty="0"/>
              <a:t>).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EF05BAA-92F6-4DEA-A832-E4B15A2F525C}" type="slidenum">
              <a:rPr lang="en-AU"/>
              <a:t>1</a:t>
            </a:fld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4E1F9-FC71-4C49-96EA-39BC1C42C65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8790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4E1F9-FC71-4C49-96EA-39BC1C42C65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8961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AAAE1-1D45-A92F-AB4D-6B488628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6140E-EC85-12B4-7895-88C1F3CD6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426E1-69C8-24E6-A9F2-66ED09B1F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CA105-3CB4-D343-D37E-D79334E33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4E1F9-FC71-4C49-96EA-39BC1C42C654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3078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5E34C-69C1-4D06-84E2-840E0E6D3ABA}" type="slidenum">
              <a:rPr lang="en-AU" smtClean="0"/>
              <a:pPr/>
              <a:t>40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8358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5E34C-69C1-4D06-84E2-840E0E6D3ABA}" type="slidenum">
              <a:rPr lang="en-AU" smtClean="0"/>
              <a:pPr/>
              <a:t>69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7132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7E26-C6EE-D30D-76DC-AA8514448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EB848-6E44-E4B2-5508-D6C4B8B6A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69D2E-A1D5-7A19-23E1-68E290D86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EA8C2-A29F-7BD8-8BDE-1E627D32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C3173-E471-180E-4916-4D69E6E34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348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F26A-22E4-EB6F-1048-863BBCD3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200F7-CCA5-E63E-E983-ED3BCFBBD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D6DF5-93F6-8B4A-47C1-C2A04625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BF79C-DFAB-77BD-6EE0-92D58189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F97A0-2963-6F76-5F5F-3308AE14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627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33E6-DAE3-1FA4-0436-35D3862D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B7E84-539A-6F4E-167B-BF418170C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52E77-2A77-E6BF-A05C-3DF521BC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09FA8-175B-D09A-2C26-A019B92A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0F40B-9833-2C92-BE3E-482E50F30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2241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0697-BCDA-F5AB-CA72-F96A765D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9B6DF-362C-09B7-8CBF-862AE2B28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54C63-F80B-2AC2-A32D-DD537C53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EB565-8809-9602-FBB8-3A25FAD2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BD7A4-2B0C-17B7-579B-E2B76EB4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8B29E-C06B-2164-83C6-C85D91F3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181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DE83-2B3A-42CD-65A2-BEACE992D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4EBAD-357E-D42C-0424-4E8AD9231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BFCEB-4E53-D339-7BB8-15352180C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BE731-6634-81FA-0BEB-017B3B180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DE87FF-A1C3-C680-81F7-C5A3802EE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00498-C956-C430-8E8C-3689F6AE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DD33A4-0173-639E-AFB5-37616213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E6D2B2-0D78-BA14-B415-74A29C97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228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D88D-983A-C9E5-8AFF-00C67AEB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7F2D9-EA9F-D090-5904-B4C5908F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562B4-FA21-18CD-85A0-DCC69BAE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50D09-2258-6998-FDCC-4A99116A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930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E602E-5341-0E77-D020-E16F29D7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292DC-872C-3109-967D-AD7D36FA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25469-A649-2C8B-D064-8BFD068FD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11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33A6D-B55E-01E2-DEA9-DBAE5E0BC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41222-50C3-908A-010F-44C84DA6A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2A83C-2BBF-38AD-3421-7361BD274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FAD13-D4B7-03FF-BC2A-8DDB301D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80090-BBB4-F9BF-18CA-9E5ACEC3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7D3C7-4640-C926-1E3F-9493D59C6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081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6109-E0AA-8118-3539-8346812B9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A4974-7134-BB33-58C8-C8744EF07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70E1C-8C74-65A1-E75D-26A4B7AB3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4DB7C-90EF-1166-FE00-4BE2F4B0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B950C-6D11-9F7D-1058-53B4BACB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79606-C42F-0EEB-F99E-135AEB4AD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995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DA9F4-F637-5A2F-7020-1C01233E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2245E-AF44-20DD-DF75-B7E33CB53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409EC-50B0-C7D6-08CF-B79915CA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F0A6F-858B-5742-F401-83EE87BC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FDE35-AE50-5A3D-C7FC-0EDFE832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712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3A6E8B-575E-7A06-9463-A7EDAE59E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C05D2-4CE2-E1B7-6F82-6279F2BBE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B6E2C-307F-0EA8-D55C-CF4280F6F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32D11-4D40-B9B3-0631-E7618577C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55FF8-FCCC-BB4B-FB32-7F66DB21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191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ext with Image Half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20"/>
          </p:nvPr>
        </p:nvSpPr>
        <p:spPr bwMode="auto"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591945" y="-4"/>
            <a:ext cx="6586315" cy="6858001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 extrusionOk="0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Insert image and send to back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17DE0E-AFB1-41FD-BC35-27DB61CA125F}" type="slidenum">
              <a:rPr lang="en-AU"/>
              <a:t>‹#›</a:t>
            </a:fld>
            <a:endParaRPr lang="en-AU"/>
          </a:p>
        </p:txBody>
      </p:sp>
      <p:sp>
        <p:nvSpPr>
          <p:cNvPr id="23" name="Content Placeholder 22"/>
          <p:cNvSpPr>
            <a:spLocks noGrp="1"/>
          </p:cNvSpPr>
          <p:nvPr>
            <p:ph sz="quarter" idx="23"/>
          </p:nvPr>
        </p:nvSpPr>
        <p:spPr bwMode="auto">
          <a:xfrm>
            <a:off x="676800" y="2520000"/>
            <a:ext cx="4500000" cy="3240087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 extrusionOk="0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  <a:lvl2pPr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AU" sz="140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/>
              <a:t>Fifth level</a:t>
            </a:r>
            <a:endParaRPr lang="en-AU"/>
          </a:p>
        </p:txBody>
      </p:sp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76800" y="1198800"/>
            <a:ext cx="4500000" cy="50351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Title here</a:t>
            </a:r>
            <a:endParaRPr lang="en-AU"/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95326" y="1800000"/>
            <a:ext cx="450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 b="0">
                <a:solidFill>
                  <a:schemeClr val="tx2"/>
                </a:solidFill>
                <a:latin typeface="+mj-lt"/>
              </a:defRPr>
            </a:lvl1pPr>
            <a:lvl2pPr marL="612" indent="0">
              <a:buNone/>
              <a:defRPr/>
            </a:lvl2pPr>
          </a:lstStyle>
          <a:p>
            <a:pPr lvl="0">
              <a:defRPr/>
            </a:pPr>
            <a:r>
              <a:rPr lang="en-US"/>
              <a:t>[Subtitle]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467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AB0B60-7877-240C-FF1A-905AE698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782A6-6665-01B5-3FED-C39A5AC5E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99A39-BE22-2CB5-5D67-95C74EB726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Levenim MT" panose="02010502060101010101" pitchFamily="2" charset="-79"/>
              </a:defRPr>
            </a:lvl1pPr>
          </a:lstStyle>
          <a:p>
            <a:fld id="{D528E6A7-8C11-4F94-9F9B-ECD6A04089B0}" type="datetimeFigureOut">
              <a:rPr lang="en-AU" smtClean="0"/>
              <a:pPr/>
              <a:t>24/09/2026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3EB1C-5052-0CE6-9DD4-0E8C63C80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Levenim MT" panose="02010502060101010101" pitchFamily="2" charset="-79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EB2EE-5997-EE7F-02B9-B95EA782D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Levenim MT" panose="02010502060101010101" pitchFamily="2" charset="-79"/>
              </a:defRPr>
            </a:lvl1pPr>
          </a:lstStyle>
          <a:p>
            <a:fld id="{63732EAA-D03C-4D17-A471-B93B66D1EFC0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342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Levenim MT" panose="02010502060101010101" pitchFamily="2" charset="-79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2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1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sv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sv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svg"/><Relationship Id="rId5" Type="http://schemas.openxmlformats.org/officeDocument/2006/relationships/image" Target="../media/image32.png"/><Relationship Id="rId4" Type="http://schemas.openxmlformats.org/officeDocument/2006/relationships/image" Target="../media/image28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0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19.svg"/><Relationship Id="rId4" Type="http://schemas.openxmlformats.org/officeDocument/2006/relationships/image" Target="../media/image20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customXml" Target="../ink/ink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3" Type="http://schemas.openxmlformats.org/officeDocument/2006/relationships/image" Target="../media/image380.png"/><Relationship Id="rId7" Type="http://schemas.openxmlformats.org/officeDocument/2006/relationships/image" Target="../media/image19.sv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9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45.png"/><Relationship Id="rId3" Type="http://schemas.openxmlformats.org/officeDocument/2006/relationships/image" Target="../media/image410.png"/><Relationship Id="rId7" Type="http://schemas.openxmlformats.org/officeDocument/2006/relationships/image" Target="../media/image21.png"/><Relationship Id="rId12" Type="http://schemas.openxmlformats.org/officeDocument/2006/relationships/image" Target="../media/image44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0.png"/><Relationship Id="rId11" Type="http://schemas.openxmlformats.org/officeDocument/2006/relationships/image" Target="../media/image20.svg"/><Relationship Id="rId5" Type="http://schemas.openxmlformats.org/officeDocument/2006/relationships/image" Target="../media/image380.png"/><Relationship Id="rId10" Type="http://schemas.openxmlformats.org/officeDocument/2006/relationships/image" Target="../media/image430.png"/><Relationship Id="rId4" Type="http://schemas.openxmlformats.org/officeDocument/2006/relationships/image" Target="../media/image420.png"/><Relationship Id="rId9" Type="http://schemas.openxmlformats.org/officeDocument/2006/relationships/image" Target="../media/image19.svg"/><Relationship Id="rId14" Type="http://schemas.openxmlformats.org/officeDocument/2006/relationships/image" Target="../media/image40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80.png"/><Relationship Id="rId7" Type="http://schemas.openxmlformats.org/officeDocument/2006/relationships/image" Target="../media/image19.sv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90.png"/><Relationship Id="rId9" Type="http://schemas.openxmlformats.org/officeDocument/2006/relationships/image" Target="../media/image40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47.png"/><Relationship Id="rId7" Type="http://schemas.openxmlformats.org/officeDocument/2006/relationships/image" Target="../media/image21.png"/><Relationship Id="rId12" Type="http://schemas.openxmlformats.org/officeDocument/2006/relationships/image" Target="../media/image40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0.png"/><Relationship Id="rId11" Type="http://schemas.openxmlformats.org/officeDocument/2006/relationships/image" Target="../media/image50.png"/><Relationship Id="rId5" Type="http://schemas.openxmlformats.org/officeDocument/2006/relationships/image" Target="../media/image380.png"/><Relationship Id="rId10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19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54.png"/><Relationship Id="rId3" Type="http://schemas.openxmlformats.org/officeDocument/2006/relationships/image" Target="../media/image51.png"/><Relationship Id="rId7" Type="http://schemas.openxmlformats.org/officeDocument/2006/relationships/image" Target="../media/image21.png"/><Relationship Id="rId12" Type="http://schemas.openxmlformats.org/officeDocument/2006/relationships/image" Target="../media/image5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0.png"/><Relationship Id="rId11" Type="http://schemas.openxmlformats.org/officeDocument/2006/relationships/image" Target="../media/image53.png"/><Relationship Id="rId5" Type="http://schemas.openxmlformats.org/officeDocument/2006/relationships/image" Target="../media/image380.png"/><Relationship Id="rId10" Type="http://schemas.openxmlformats.org/officeDocument/2006/relationships/image" Target="../media/image20.svg"/><Relationship Id="rId4" Type="http://schemas.openxmlformats.org/officeDocument/2006/relationships/image" Target="../media/image52.png"/><Relationship Id="rId9" Type="http://schemas.openxmlformats.org/officeDocument/2006/relationships/image" Target="../media/image19.svg"/><Relationship Id="rId14" Type="http://schemas.openxmlformats.org/officeDocument/2006/relationships/image" Target="../media/image40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1.png"/><Relationship Id="rId7" Type="http://schemas.openxmlformats.org/officeDocument/2006/relationships/image" Target="../media/image22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10" Type="http://schemas.openxmlformats.org/officeDocument/2006/relationships/image" Target="../media/image400.png"/><Relationship Id="rId4" Type="http://schemas.openxmlformats.org/officeDocument/2006/relationships/image" Target="../media/image370.png"/><Relationship Id="rId9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1.png"/><Relationship Id="rId7" Type="http://schemas.openxmlformats.org/officeDocument/2006/relationships/image" Target="../media/image22.svg"/><Relationship Id="rId12" Type="http://schemas.openxmlformats.org/officeDocument/2006/relationships/image" Target="../media/image5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0.png"/><Relationship Id="rId11" Type="http://schemas.openxmlformats.org/officeDocument/2006/relationships/image" Target="../media/image57.png"/><Relationship Id="rId5" Type="http://schemas.openxmlformats.org/officeDocument/2006/relationships/image" Target="../media/image380.png"/><Relationship Id="rId10" Type="http://schemas.openxmlformats.org/officeDocument/2006/relationships/image" Target="../media/image400.png"/><Relationship Id="rId4" Type="http://schemas.openxmlformats.org/officeDocument/2006/relationships/image" Target="../media/image56.png"/><Relationship Id="rId9" Type="http://schemas.openxmlformats.org/officeDocument/2006/relationships/image" Target="../media/image4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62.png"/><Relationship Id="rId18" Type="http://schemas.openxmlformats.org/officeDocument/2006/relationships/image" Target="../media/image66.png"/><Relationship Id="rId3" Type="http://schemas.openxmlformats.org/officeDocument/2006/relationships/image" Target="../media/image21.png"/><Relationship Id="rId21" Type="http://schemas.openxmlformats.org/officeDocument/2006/relationships/image" Target="../media/image69.png"/><Relationship Id="rId7" Type="http://schemas.openxmlformats.org/officeDocument/2006/relationships/image" Target="../media/image22.svg"/><Relationship Id="rId12" Type="http://schemas.openxmlformats.org/officeDocument/2006/relationships/image" Target="../media/image61.png"/><Relationship Id="rId17" Type="http://schemas.openxmlformats.org/officeDocument/2006/relationships/image" Target="../media/image65.png"/><Relationship Id="rId2" Type="http://schemas.openxmlformats.org/officeDocument/2006/relationships/image" Target="../media/image55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0.png"/><Relationship Id="rId11" Type="http://schemas.openxmlformats.org/officeDocument/2006/relationships/image" Target="../media/image60.png"/><Relationship Id="rId5" Type="http://schemas.openxmlformats.org/officeDocument/2006/relationships/image" Target="../media/image380.png"/><Relationship Id="rId15" Type="http://schemas.openxmlformats.org/officeDocument/2006/relationships/image" Target="../media/image20.svg"/><Relationship Id="rId10" Type="http://schemas.openxmlformats.org/officeDocument/2006/relationships/image" Target="../media/image400.png"/><Relationship Id="rId19" Type="http://schemas.openxmlformats.org/officeDocument/2006/relationships/image" Target="../media/image67.png"/><Relationship Id="rId4" Type="http://schemas.openxmlformats.org/officeDocument/2006/relationships/image" Target="../media/image59.png"/><Relationship Id="rId9" Type="http://schemas.openxmlformats.org/officeDocument/2006/relationships/image" Target="../media/image46.png"/><Relationship Id="rId14" Type="http://schemas.openxmlformats.org/officeDocument/2006/relationships/image" Target="../media/image6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7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" name="Picture Placeholder 11"/>
          <p:cNvPicPr>
            <a:picLocks noGrp="1" noChangeAspect="1"/>
          </p:cNvPicPr>
          <p:nvPr>
            <p:ph type="pic" sz="quarter" idx="2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quarter" idx="23"/>
          </p:nvPr>
        </p:nvSpPr>
        <p:spPr bwMode="auto"/>
        <p:txBody>
          <a:bodyPr/>
          <a:lstStyle/>
          <a:p>
            <a:pPr lvl="1">
              <a:defRPr/>
            </a:pPr>
            <a:r>
              <a:rPr lang="en-AU" dirty="0"/>
              <a:t>The University of Queensland (UQ) acknowledges the Traditional Owners and their custodianship of the lands on which we meet.</a:t>
            </a:r>
            <a:endParaRPr dirty="0"/>
          </a:p>
          <a:p>
            <a:pPr lvl="1">
              <a:defRPr/>
            </a:pPr>
            <a:r>
              <a:rPr lang="en-AU" dirty="0"/>
              <a:t>We pay our respects to their Ancestors and their descendants, who continue cultural and spiritual connections to Country.</a:t>
            </a:r>
            <a:endParaRPr dirty="0"/>
          </a:p>
          <a:p>
            <a:pPr lvl="1">
              <a:defRPr/>
            </a:pPr>
            <a:r>
              <a:rPr lang="en-AU" dirty="0"/>
              <a:t>We recognise their valuable contributions to Australian and global society.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AU" spc="0" dirty="0"/>
              <a:t>Acknowledgement  </a:t>
            </a:r>
            <a:br>
              <a:rPr lang="en-AU" spc="0" dirty="0"/>
            </a:br>
            <a:r>
              <a:rPr lang="en-AU" spc="0" dirty="0"/>
              <a:t>of Country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 bwMode="auto">
          <a:xfrm>
            <a:off x="720000" y="6401514"/>
            <a:ext cx="583264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n-AU" sz="800">
                <a:latin typeface="Arial"/>
              </a:rPr>
              <a:t>Image: Digital reproduction of </a:t>
            </a:r>
            <a:r>
              <a:rPr lang="en-AU" sz="800" i="1">
                <a:latin typeface="Arial"/>
              </a:rPr>
              <a:t>A guidance through time</a:t>
            </a:r>
            <a:r>
              <a:rPr lang="en-AU" sz="800">
                <a:latin typeface="Arial"/>
              </a:rPr>
              <a:t> by Casey Coolwell and Kyra Mancktelow</a:t>
            </a:r>
            <a:endParaRPr lang="en-US" sz="80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478DD5-672C-1923-B92C-7D25924EE4CD}"/>
              </a:ext>
            </a:extLst>
          </p:cNvPr>
          <p:cNvSpPr txBox="1"/>
          <p:nvPr/>
        </p:nvSpPr>
        <p:spPr>
          <a:xfrm>
            <a:off x="492991" y="1403472"/>
            <a:ext cx="112060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5400" dirty="0">
                <a:latin typeface="Levenim MT" panose="02010502060101010101" pitchFamily="2" charset="-79"/>
                <a:cs typeface="Levenim MT" panose="02010502060101010101" pitchFamily="2" charset="-79"/>
              </a:rPr>
              <a:t>Introduction to sequential decision-making for ecologists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175F8-FA29-2A3B-8DB7-2C8DD6BA0D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Luz Pascal</a:t>
            </a:r>
          </a:p>
        </p:txBody>
      </p:sp>
    </p:spTree>
    <p:extLst>
      <p:ext uri="{BB962C8B-B14F-4D97-AF65-F5344CB8AC3E}">
        <p14:creationId xmlns:p14="http://schemas.microsoft.com/office/powerpoint/2010/main" val="119095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44F88-DE6C-EA66-C3A4-483252A63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FE6139E-1157-C001-8054-BEA03F3235E3}"/>
              </a:ext>
            </a:extLst>
          </p:cNvPr>
          <p:cNvSpPr txBox="1"/>
          <p:nvPr/>
        </p:nvSpPr>
        <p:spPr>
          <a:xfrm>
            <a:off x="960581" y="1106865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Today:	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11EACC-B6EA-E81F-2A87-EC8905BDD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070905"/>
              </p:ext>
            </p:extLst>
          </p:nvPr>
        </p:nvGraphicFramePr>
        <p:xfrm>
          <a:off x="960581" y="1808371"/>
          <a:ext cx="10270837" cy="4204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339">
                  <a:extLst>
                    <a:ext uri="{9D8B030D-6E8A-4147-A177-3AD203B41FA5}">
                      <a16:colId xmlns:a16="http://schemas.microsoft.com/office/drawing/2014/main" val="1984197235"/>
                    </a:ext>
                  </a:extLst>
                </a:gridCol>
                <a:gridCol w="7796498">
                  <a:extLst>
                    <a:ext uri="{9D8B030D-6E8A-4147-A177-3AD203B41FA5}">
                      <a16:colId xmlns:a16="http://schemas.microsoft.com/office/drawing/2014/main" val="2026761780"/>
                    </a:ext>
                  </a:extLst>
                </a:gridCol>
              </a:tblGrid>
              <a:tr h="813810"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9h30 – 10h30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1h lecture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480067"/>
                  </a:ext>
                </a:extLst>
              </a:tr>
              <a:tr h="813810"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10h30-11h00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Morning tea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143321"/>
                  </a:ext>
                </a:extLst>
              </a:tr>
              <a:tr h="813810"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11h00-12h30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Collaborative tutorial: implementing methods in 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727001"/>
                  </a:ext>
                </a:extLst>
              </a:tr>
              <a:tr h="813810"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12h30-13h30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Lunch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353314"/>
                  </a:ext>
                </a:extLst>
              </a:tr>
              <a:tr h="949261"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13h30-16h00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Collaborative tutorial 2: implementing methods in R</a:t>
                      </a:r>
                    </a:p>
                    <a:p>
                      <a:pPr algn="l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And drop-in session: conversations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017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6693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E8C6F-DCD1-8F41-A406-96A68A57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B65B5E7-36E2-FEBC-E9E9-64551ECBE091}"/>
              </a:ext>
            </a:extLst>
          </p:cNvPr>
          <p:cNvSpPr/>
          <p:nvPr/>
        </p:nvSpPr>
        <p:spPr>
          <a:xfrm>
            <a:off x="838200" y="223838"/>
            <a:ext cx="10515600" cy="1325563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372388"/>
              <a:satOff val="8237"/>
              <a:lumOff val="6275"/>
              <a:alphaOff val="0"/>
            </a:schemeClr>
          </a:fillRef>
          <a:effectRef idx="0">
            <a:schemeClr val="accent3">
              <a:hueOff val="1372388"/>
              <a:satOff val="8237"/>
              <a:lumOff val="627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  <a:cs typeface="Levenim MT" panose="02010502060101010101" pitchFamily="2" charset="-79"/>
              </a:rPr>
              <a:t>Context &amp; motivation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DA945D-FC37-13A6-A7EE-7AB38D718D25}"/>
              </a:ext>
            </a:extLst>
          </p:cNvPr>
          <p:cNvSpPr txBox="1"/>
          <p:nvPr/>
        </p:nvSpPr>
        <p:spPr>
          <a:xfrm>
            <a:off x="838200" y="2542462"/>
            <a:ext cx="112060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How can we manage dynamic ecosystems?</a:t>
            </a:r>
          </a:p>
          <a:p>
            <a:pPr algn="l"/>
            <a:endParaRPr lang="en-AU" sz="3200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algn="l"/>
            <a:r>
              <a:rPr lang="en-AU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How can we adapt our decisions to climate change? </a:t>
            </a:r>
          </a:p>
          <a:p>
            <a:pPr algn="l"/>
            <a:endParaRPr lang="en-AU" sz="3200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algn="l"/>
            <a:r>
              <a:rPr lang="en-AU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How can we fish more sustainably?</a:t>
            </a:r>
          </a:p>
        </p:txBody>
      </p:sp>
    </p:spTree>
    <p:extLst>
      <p:ext uri="{BB962C8B-B14F-4D97-AF65-F5344CB8AC3E}">
        <p14:creationId xmlns:p14="http://schemas.microsoft.com/office/powerpoint/2010/main" val="556798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DF657D6-0D76-B872-CEC8-EFA7290851E5}"/>
              </a:ext>
            </a:extLst>
          </p:cNvPr>
          <p:cNvSpPr/>
          <p:nvPr/>
        </p:nvSpPr>
        <p:spPr>
          <a:xfrm>
            <a:off x="988291" y="3020291"/>
            <a:ext cx="4341964" cy="1736773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372388"/>
              <a:satOff val="8237"/>
              <a:lumOff val="6275"/>
              <a:alphaOff val="0"/>
            </a:schemeClr>
          </a:fillRef>
          <a:effectRef idx="0">
            <a:schemeClr val="accent3">
              <a:hueOff val="1372388"/>
              <a:satOff val="8237"/>
              <a:lumOff val="627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  <a:cs typeface="Levenim MT" panose="02010502060101010101" pitchFamily="2" charset="-79"/>
              </a:rPr>
              <a:t>Markov Chains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A12447-E11E-F5F4-675F-D2CF02446FE1}"/>
              </a:ext>
            </a:extLst>
          </p:cNvPr>
          <p:cNvSpPr/>
          <p:nvPr/>
        </p:nvSpPr>
        <p:spPr>
          <a:xfrm>
            <a:off x="6861747" y="3020291"/>
            <a:ext cx="4341964" cy="1736773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372388"/>
              <a:satOff val="8237"/>
              <a:lumOff val="6275"/>
              <a:alphaOff val="0"/>
            </a:schemeClr>
          </a:fillRef>
          <a:effectRef idx="0">
            <a:schemeClr val="accent3">
              <a:hueOff val="1372388"/>
              <a:satOff val="8237"/>
              <a:lumOff val="627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  <a:cs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84AA8D5-3FF3-034D-03B1-8D133F7D3A9D}"/>
              </a:ext>
            </a:extLst>
          </p:cNvPr>
          <p:cNvSpPr/>
          <p:nvPr/>
        </p:nvSpPr>
        <p:spPr>
          <a:xfrm>
            <a:off x="3925018" y="663073"/>
            <a:ext cx="4341964" cy="1736773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372388"/>
              <a:satOff val="8237"/>
              <a:lumOff val="6275"/>
              <a:alphaOff val="0"/>
            </a:schemeClr>
          </a:fillRef>
          <a:effectRef idx="0">
            <a:schemeClr val="accent3">
              <a:hueOff val="1372388"/>
              <a:satOff val="8237"/>
              <a:lumOff val="627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lvl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AU" sz="3400" dirty="0">
                <a:latin typeface="Levenim MT" panose="02010502060101010101" pitchFamily="2" charset="-79"/>
                <a:cs typeface="Levenim MT" panose="02010502060101010101" pitchFamily="2" charset="-79"/>
              </a:rPr>
              <a:t>Context &amp; motivation</a:t>
            </a:r>
          </a:p>
        </p:txBody>
      </p:sp>
    </p:spTree>
    <p:extLst>
      <p:ext uri="{BB962C8B-B14F-4D97-AF65-F5344CB8AC3E}">
        <p14:creationId xmlns:p14="http://schemas.microsoft.com/office/powerpoint/2010/main" val="1475820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2C3C02-8853-9B6C-09B1-0D9CF813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C4622B6-95DF-098F-28FC-DD231ABE51D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232903" y="1990543"/>
                <a:ext cx="6036055" cy="4502332"/>
              </a:xfrm>
            </p:spPr>
            <p:txBody>
              <a:bodyPr>
                <a:normAutofit/>
              </a:bodyPr>
              <a:lstStyle/>
              <a:p>
                <a:r>
                  <a:rPr lang="en-AU" sz="2400" b="1" i="1" dirty="0"/>
                  <a:t>Stochastic process</a:t>
                </a:r>
                <a:r>
                  <a:rPr lang="en-AU" sz="2400" i="1" dirty="0"/>
                  <a:t> describing a </a:t>
                </a:r>
                <a:r>
                  <a:rPr lang="en-AU" sz="2400" b="1" i="1" dirty="0"/>
                  <a:t>sequence of possible events </a:t>
                </a:r>
                <a:r>
                  <a:rPr lang="en-AU" sz="2400" i="1" dirty="0"/>
                  <a:t>in which </a:t>
                </a:r>
                <a:r>
                  <a:rPr lang="en-AU" sz="2400" b="1" i="1" dirty="0"/>
                  <a:t>the probability of each event depends only on the state attained in the previous event.</a:t>
                </a:r>
              </a:p>
              <a:p>
                <a:endParaRPr lang="en-AU" sz="2400" i="1" dirty="0"/>
              </a:p>
              <a:p>
                <a:r>
                  <a:rPr lang="en-AU" sz="2400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AU" sz="2400" i="1" dirty="0"/>
                  <a:t> </a:t>
                </a:r>
                <a:r>
                  <a:rPr lang="en-AU" sz="2400" dirty="0"/>
                  <a:t>be a sequence of random variables. This sequence is a discrete-time Markov chain if: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AU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4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b="0" i="1" dirty="0"/>
              </a:p>
              <a:p>
                <a:pPr marL="0" indent="0">
                  <a:buNone/>
                </a:pPr>
                <a:endParaRPr lang="en-AU" sz="2400" i="1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C4622B6-95DF-098F-28FC-DD231ABE51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232903" y="1990543"/>
                <a:ext cx="6036055" cy="4502332"/>
              </a:xfrm>
              <a:blipFill>
                <a:blip r:embed="rId3"/>
                <a:stretch>
                  <a:fillRect l="-1312" t="-1897" r="-29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08AF8A-160A-6FBA-FC0B-AD1267DAD0CB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lvl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AU" sz="3400" dirty="0">
                <a:latin typeface="Levenim MT" panose="02010502060101010101" pitchFamily="2" charset="-79"/>
              </a:rPr>
              <a:t>Markov Chains</a:t>
            </a:r>
          </a:p>
        </p:txBody>
      </p:sp>
      <p:pic>
        <p:nvPicPr>
          <p:cNvPr id="13" name="Picture 12" descr="A person with a beard and mustache&#10;&#10;Description automatically generated">
            <a:extLst>
              <a:ext uri="{FF2B5EF4-FFF2-40B4-BE49-F238E27FC236}">
                <a16:creationId xmlns:a16="http://schemas.microsoft.com/office/drawing/2014/main" id="{7DD068D4-9A72-3E84-0D88-03AED902B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794" y="1902177"/>
            <a:ext cx="3004028" cy="39052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AB880D-440F-29D0-460F-26AC6404BD72}"/>
              </a:ext>
            </a:extLst>
          </p:cNvPr>
          <p:cNvSpPr txBox="1"/>
          <p:nvPr/>
        </p:nvSpPr>
        <p:spPr>
          <a:xfrm>
            <a:off x="1468877" y="5933875"/>
            <a:ext cx="3433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i="1" dirty="0">
                <a:latin typeface="Levenim MT" panose="02010502060101010101" pitchFamily="2" charset="-79"/>
              </a:rPr>
              <a:t> Andrey Markov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65D261-A450-666C-B0BB-E935A73C64F1}"/>
              </a:ext>
            </a:extLst>
          </p:cNvPr>
          <p:cNvGrpSpPr/>
          <p:nvPr/>
        </p:nvGrpSpPr>
        <p:grpSpPr>
          <a:xfrm>
            <a:off x="5241956" y="1800876"/>
            <a:ext cx="6672403" cy="4502332"/>
            <a:chOff x="5241956" y="2101094"/>
            <a:chExt cx="6672403" cy="3340039"/>
          </a:xfrm>
        </p:grpSpPr>
        <p:sp>
          <p:nvSpPr>
            <p:cNvPr id="10" name="Speech Bubble: Rectangle 9">
              <a:extLst>
                <a:ext uri="{FF2B5EF4-FFF2-40B4-BE49-F238E27FC236}">
                  <a16:creationId xmlns:a16="http://schemas.microsoft.com/office/drawing/2014/main" id="{2691F407-229B-4CA0-F949-11FB8AB175E9}"/>
                </a:ext>
              </a:extLst>
            </p:cNvPr>
            <p:cNvSpPr/>
            <p:nvPr/>
          </p:nvSpPr>
          <p:spPr>
            <a:xfrm>
              <a:off x="5241956" y="2101618"/>
              <a:ext cx="6663350" cy="3339515"/>
            </a:xfrm>
            <a:prstGeom prst="wedgeRectCallout">
              <a:avLst>
                <a:gd name="adj1" fmla="val -80480"/>
                <a:gd name="adj2" fmla="val -1487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6000" dirty="0">
                  <a:solidFill>
                    <a:schemeClr val="bg1"/>
                  </a:solidFill>
                  <a:latin typeface="Levenim MT" panose="02010502060101010101" pitchFamily="2" charset="-79"/>
                </a:rPr>
                <a:t>Your past doesn’t</a:t>
              </a:r>
            </a:p>
            <a:p>
              <a:pPr algn="ctr"/>
              <a:r>
                <a:rPr lang="en-AU" sz="6000" dirty="0">
                  <a:solidFill>
                    <a:schemeClr val="bg1"/>
                  </a:solidFill>
                  <a:latin typeface="Levenim MT" panose="02010502060101010101" pitchFamily="2" charset="-79"/>
                </a:rPr>
                <a:t> define your future</a:t>
              </a:r>
            </a:p>
          </p:txBody>
        </p:sp>
        <p:sp>
          <p:nvSpPr>
            <p:cNvPr id="11" name="Speech Bubble: Rectangle 10">
              <a:extLst>
                <a:ext uri="{FF2B5EF4-FFF2-40B4-BE49-F238E27FC236}">
                  <a16:creationId xmlns:a16="http://schemas.microsoft.com/office/drawing/2014/main" id="{0DDB2705-2FDE-F4D2-9D0C-4B36A9BAD73B}"/>
                </a:ext>
              </a:extLst>
            </p:cNvPr>
            <p:cNvSpPr/>
            <p:nvPr/>
          </p:nvSpPr>
          <p:spPr>
            <a:xfrm>
              <a:off x="5251009" y="2101094"/>
              <a:ext cx="6663350" cy="3339515"/>
            </a:xfrm>
            <a:prstGeom prst="wedgeRectCallout">
              <a:avLst>
                <a:gd name="adj1" fmla="val -80623"/>
                <a:gd name="adj2" fmla="val -14454"/>
              </a:avLst>
            </a:prstGeom>
            <a:blipFill dpi="0" rotWithShape="1">
              <a:blip r:embed="rId5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6000" dirty="0">
                  <a:solidFill>
                    <a:schemeClr val="tx1"/>
                  </a:solidFill>
                  <a:latin typeface="Levenim MT" panose="02010502060101010101" pitchFamily="2" charset="-79"/>
                </a:rPr>
                <a:t>Your past doesn’t</a:t>
              </a:r>
            </a:p>
            <a:p>
              <a:pPr algn="ctr"/>
              <a:r>
                <a:rPr lang="en-AU" sz="6000" dirty="0">
                  <a:solidFill>
                    <a:schemeClr val="tx1"/>
                  </a:solidFill>
                  <a:latin typeface="Levenim MT" panose="02010502060101010101" pitchFamily="2" charset="-79"/>
                </a:rPr>
                <a:t> define your future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0720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D819-A9DD-7328-ED23-909997A2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08AF8A-160A-6FBA-FC0B-AD1267DAD0CB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Chains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086A92-5167-2976-7AB4-E5873D057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662" y="1690688"/>
            <a:ext cx="6726672" cy="5016010"/>
          </a:xfrm>
          <a:prstGeom prst="rect">
            <a:avLst/>
          </a:prstGeom>
        </p:spPr>
      </p:pic>
      <p:pic>
        <p:nvPicPr>
          <p:cNvPr id="7" name="Graphic 6" descr="Pawn with solid fill">
            <a:extLst>
              <a:ext uri="{FF2B5EF4-FFF2-40B4-BE49-F238E27FC236}">
                <a16:creationId xmlns:a16="http://schemas.microsoft.com/office/drawing/2014/main" id="{F19025C5-3D59-A87F-A7F4-F517716990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9213" y="45288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2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64D19-5668-3FB4-00BC-1431FDE4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6FF5-BC8E-228C-B10F-067F55A3F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4086292-5BA1-FCDF-3714-0FFDD4182069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Chains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A113AD-DD5D-4194-4BBC-8301CB74C1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2732662" y="1690688"/>
            <a:ext cx="6726672" cy="5016010"/>
          </a:xfrm>
          <a:prstGeom prst="rect">
            <a:avLst/>
          </a:prstGeom>
        </p:spPr>
      </p:pic>
      <p:pic>
        <p:nvPicPr>
          <p:cNvPr id="5" name="Graphic 4" descr="Pawn with solid fill">
            <a:extLst>
              <a:ext uri="{FF2B5EF4-FFF2-40B4-BE49-F238E27FC236}">
                <a16:creationId xmlns:a16="http://schemas.microsoft.com/office/drawing/2014/main" id="{2ED96C3A-C28C-1772-5947-1037C8BD03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9213" y="4528893"/>
            <a:ext cx="914400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36D744-DB62-C4BE-FA18-5A59DB1ACA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28" t="66558" r="47986" b="3038"/>
          <a:stretch>
            <a:fillRect/>
          </a:stretch>
        </p:blipFill>
        <p:spPr>
          <a:xfrm>
            <a:off x="4965700" y="5029200"/>
            <a:ext cx="1263650" cy="15250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44E77C-2C92-04C1-6A83-9AE9D2BD0F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87" t="83369" r="42573" b="3038"/>
          <a:stretch>
            <a:fillRect/>
          </a:stretch>
        </p:blipFill>
        <p:spPr>
          <a:xfrm>
            <a:off x="5969000" y="5872408"/>
            <a:ext cx="635000" cy="6818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69E23F-6114-FAA3-0AC2-C7188129C6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40" t="47310" r="48930" b="45664"/>
          <a:stretch>
            <a:fillRect/>
          </a:stretch>
        </p:blipFill>
        <p:spPr>
          <a:xfrm>
            <a:off x="5638007" y="4057528"/>
            <a:ext cx="533400" cy="3524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BAAEC78-49D6-8D9F-C024-B26E19F0246F}"/>
              </a:ext>
            </a:extLst>
          </p:cNvPr>
          <p:cNvSpPr txBox="1"/>
          <p:nvPr/>
        </p:nvSpPr>
        <p:spPr>
          <a:xfrm>
            <a:off x="9459334" y="3384332"/>
            <a:ext cx="284740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1/6 probability for each cell</a:t>
            </a:r>
          </a:p>
          <a:p>
            <a:endParaRPr lang="en-AU" sz="2800" dirty="0"/>
          </a:p>
          <a:p>
            <a:r>
              <a:rPr lang="en-AU" sz="2800" dirty="0"/>
              <a:t>Does not depend on the cells I have visited before</a:t>
            </a:r>
          </a:p>
        </p:txBody>
      </p:sp>
    </p:spTree>
    <p:extLst>
      <p:ext uri="{BB962C8B-B14F-4D97-AF65-F5344CB8AC3E}">
        <p14:creationId xmlns:p14="http://schemas.microsoft.com/office/powerpoint/2010/main" val="240090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52A9316-750A-210C-3E53-B0916EDF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6DD046-65AA-A838-DEDB-AAF2FDAC4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420132" cy="4667250"/>
          </a:xfrm>
        </p:spPr>
        <p:txBody>
          <a:bodyPr>
            <a:normAutofit/>
          </a:bodyPr>
          <a:lstStyle/>
          <a:p>
            <a:r>
              <a:rPr lang="en-AU" dirty="0"/>
              <a:t>How do I define a Markov chain?</a:t>
            </a:r>
          </a:p>
          <a:p>
            <a:pPr lvl="1"/>
            <a:r>
              <a:rPr lang="en-AU" dirty="0"/>
              <a:t>States: possible configurations of the studied system</a:t>
            </a:r>
          </a:p>
          <a:p>
            <a:pPr lvl="1"/>
            <a:r>
              <a:rPr lang="en-AU" dirty="0"/>
              <a:t>Transition function: how the system evolves over time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08AF8A-160A-6FBA-FC0B-AD1267DAD0CB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Chains</a:t>
            </a:r>
          </a:p>
        </p:txBody>
      </p:sp>
    </p:spTree>
    <p:extLst>
      <p:ext uri="{BB962C8B-B14F-4D97-AF65-F5344CB8AC3E}">
        <p14:creationId xmlns:p14="http://schemas.microsoft.com/office/powerpoint/2010/main" val="47527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52A9316-750A-210C-3E53-B0916EDF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6DD046-65AA-A838-DEDB-AAF2FDAC4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420132" cy="4667250"/>
          </a:xfrm>
        </p:spPr>
        <p:txBody>
          <a:bodyPr>
            <a:normAutofit/>
          </a:bodyPr>
          <a:lstStyle/>
          <a:p>
            <a:r>
              <a:rPr lang="en-AU" dirty="0"/>
              <a:t>Example:</a:t>
            </a:r>
          </a:p>
          <a:p>
            <a:pPr lvl="1"/>
            <a:r>
              <a:rPr lang="en-AU" dirty="0"/>
              <a:t>Reef ecosystem that can be described as unhealthy or healthy</a:t>
            </a:r>
          </a:p>
          <a:p>
            <a:pPr lvl="1"/>
            <a:r>
              <a:rPr lang="en-AU" dirty="0"/>
              <a:t>If unhealthy, the probability of staying unhealthy is 0.8 </a:t>
            </a:r>
          </a:p>
          <a:p>
            <a:pPr lvl="1"/>
            <a:r>
              <a:rPr lang="en-AU" dirty="0"/>
              <a:t>If healthy, the probability of staying healthy is 0.5 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08AF8A-160A-6FBA-FC0B-AD1267DAD0CB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Chains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FC1DF9-1180-1FF9-45CC-2AC3806CF73A}"/>
                  </a:ext>
                </a:extLst>
              </p:cNvPr>
              <p:cNvSpPr txBox="1"/>
              <p:nvPr/>
            </p:nvSpPr>
            <p:spPr>
              <a:xfrm>
                <a:off x="7879794" y="4562275"/>
                <a:ext cx="2555956" cy="1290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</m:mr>
                            <m:mr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AU" sz="4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FC1DF9-1180-1FF9-45CC-2AC3806CF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794" y="4562275"/>
                <a:ext cx="2555956" cy="1290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A14CFD4-F8D8-3BD9-0085-AE00C5409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74" y="4474884"/>
            <a:ext cx="838439" cy="6853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AA5EE-4F3E-9C65-58E7-C5AB4FFC5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152" y="4011880"/>
            <a:ext cx="838439" cy="6853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171F70-0B67-4BBA-48D0-3F34A4008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378" y="3993227"/>
            <a:ext cx="880896" cy="6853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2621AB-C6C7-E56F-0EBF-58A94A1A7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751" y="5178117"/>
            <a:ext cx="880896" cy="68533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C32B2DE-0941-F447-32FA-9E6C38425401}"/>
              </a:ext>
            </a:extLst>
          </p:cNvPr>
          <p:cNvGrpSpPr/>
          <p:nvPr/>
        </p:nvGrpSpPr>
        <p:grpSpPr>
          <a:xfrm>
            <a:off x="614063" y="3974136"/>
            <a:ext cx="3224136" cy="741347"/>
            <a:chOff x="414887" y="5335056"/>
            <a:chExt cx="3224136" cy="741347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9AA961B-3D15-774B-EFFC-B7173D3F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7224" y="5360207"/>
              <a:ext cx="913952" cy="71619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DF80D41-CF35-0671-7EE2-A6D059B6F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78790" y="5335056"/>
              <a:ext cx="960233" cy="71619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E723C8A-4163-53F2-B043-31F2604B4E01}"/>
                </a:ext>
              </a:extLst>
            </p:cNvPr>
            <p:cNvSpPr txBox="1"/>
            <p:nvPr/>
          </p:nvSpPr>
          <p:spPr>
            <a:xfrm>
              <a:off x="414887" y="5446976"/>
              <a:ext cx="136864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2800" dirty="0">
                  <a:latin typeface="Levenim MT" panose="02010502060101010101" pitchFamily="2" charset="-79"/>
                </a:rPr>
                <a:t>States: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F7ED508-6098-5F4A-3665-978CEA341583}"/>
              </a:ext>
            </a:extLst>
          </p:cNvPr>
          <p:cNvSpPr txBox="1"/>
          <p:nvPr/>
        </p:nvSpPr>
        <p:spPr>
          <a:xfrm>
            <a:off x="4532262" y="4586673"/>
            <a:ext cx="18297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Transition function: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2EEC91-7472-F3E5-3AE4-2BFD9A072372}"/>
              </a:ext>
            </a:extLst>
          </p:cNvPr>
          <p:cNvSpPr txBox="1"/>
          <p:nvPr/>
        </p:nvSpPr>
        <p:spPr>
          <a:xfrm rot="16200000">
            <a:off x="6234415" y="4885075"/>
            <a:ext cx="1120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From: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D580AC-C155-FB62-63FF-8FA79D30AA27}"/>
              </a:ext>
            </a:extLst>
          </p:cNvPr>
          <p:cNvSpPr txBox="1"/>
          <p:nvPr/>
        </p:nvSpPr>
        <p:spPr>
          <a:xfrm>
            <a:off x="8615620" y="3562836"/>
            <a:ext cx="1120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To: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B7B2C8-577D-15D4-2FCA-DBAADB6C95E7}"/>
              </a:ext>
            </a:extLst>
          </p:cNvPr>
          <p:cNvSpPr/>
          <p:nvPr/>
        </p:nvSpPr>
        <p:spPr>
          <a:xfrm>
            <a:off x="8261127" y="4649665"/>
            <a:ext cx="1708790" cy="1208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D9652E-8921-38A8-BA0B-97F6F509B94E}"/>
              </a:ext>
            </a:extLst>
          </p:cNvPr>
          <p:cNvSpPr txBox="1"/>
          <p:nvPr/>
        </p:nvSpPr>
        <p:spPr>
          <a:xfrm>
            <a:off x="8184714" y="4695439"/>
            <a:ext cx="838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200" dirty="0">
                <a:latin typeface="Levenim MT" panose="02010502060101010101" pitchFamily="2" charset="-79"/>
              </a:rPr>
              <a:t>0.8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0BC4A0-9E54-6788-C68E-154818B6512F}"/>
              </a:ext>
            </a:extLst>
          </p:cNvPr>
          <p:cNvSpPr txBox="1"/>
          <p:nvPr/>
        </p:nvSpPr>
        <p:spPr>
          <a:xfrm>
            <a:off x="9167161" y="4695439"/>
            <a:ext cx="838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200" dirty="0">
                <a:latin typeface="Levenim MT" panose="02010502060101010101" pitchFamily="2" charset="-79"/>
              </a:rPr>
              <a:t>0.2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633335-9559-5BB9-C27E-457E59087826}"/>
              </a:ext>
            </a:extLst>
          </p:cNvPr>
          <p:cNvSpPr txBox="1"/>
          <p:nvPr/>
        </p:nvSpPr>
        <p:spPr>
          <a:xfrm>
            <a:off x="8184714" y="5182182"/>
            <a:ext cx="838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200" dirty="0">
                <a:latin typeface="Levenim MT" panose="02010502060101010101" pitchFamily="2" charset="-79"/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5E93C32-32BB-3675-DB94-DA5A5474685D}"/>
                  </a:ext>
                </a:extLst>
              </p:cNvPr>
              <p:cNvSpPr txBox="1"/>
              <p:nvPr/>
            </p:nvSpPr>
            <p:spPr>
              <a:xfrm>
                <a:off x="9167161" y="5182182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AU" sz="3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AU" sz="3200" dirty="0">
                    <a:latin typeface="Levenim MT" panose="02010502060101010101" pitchFamily="2" charset="-79"/>
                  </a:rPr>
                  <a:t>5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5E93C32-32BB-3675-DB94-DA5A54746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161" y="5182182"/>
                <a:ext cx="838439" cy="584775"/>
              </a:xfrm>
              <a:prstGeom prst="rect">
                <a:avLst/>
              </a:prstGeom>
              <a:blipFill>
                <a:blip r:embed="rId5"/>
                <a:stretch>
                  <a:fillRect t="-11458" r="-11679" b="-354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167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/>
      <p:bldP spid="7" grpId="0"/>
      <p:bldP spid="9" grpId="0"/>
      <p:bldP spid="15" grpId="0"/>
      <p:bldP spid="17" grpId="0"/>
      <p:bldP spid="21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52A9316-750A-210C-3E53-B0916EDF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08AF8A-160A-6FBA-FC0B-AD1267DAD0CB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Chains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04DC6-0720-98DA-1595-391CCC4003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709"/>
          <a:stretch/>
        </p:blipFill>
        <p:spPr>
          <a:xfrm>
            <a:off x="884480" y="4614863"/>
            <a:ext cx="913952" cy="610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0392A0-E2A4-6E74-98A9-0E2BA6367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80" y="2730822"/>
            <a:ext cx="960233" cy="71619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860666-20DD-2E90-7B71-04EFE22FBAFB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434181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441CAB5-468B-5F64-E3F0-ED46F4EFBAD9}"/>
              </a:ext>
            </a:extLst>
          </p:cNvPr>
          <p:cNvSpPr/>
          <p:nvPr/>
        </p:nvSpPr>
        <p:spPr>
          <a:xfrm>
            <a:off x="2381061" y="488887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591036-7248-A351-A3CA-482F4AB4D9CE}"/>
              </a:ext>
            </a:extLst>
          </p:cNvPr>
          <p:cNvSpPr/>
          <p:nvPr/>
        </p:nvSpPr>
        <p:spPr>
          <a:xfrm>
            <a:off x="3705885" y="4889973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9C1F3D-EA43-AFD7-B6D1-C64C5A8D7458}"/>
              </a:ext>
            </a:extLst>
          </p:cNvPr>
          <p:cNvSpPr txBox="1"/>
          <p:nvPr/>
        </p:nvSpPr>
        <p:spPr>
          <a:xfrm>
            <a:off x="10911840" y="5203348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6FAB85-FC70-DFCE-9E9E-53C43DE0EFD8}"/>
              </a:ext>
            </a:extLst>
          </p:cNvPr>
          <p:cNvCxnSpPr>
            <a:stCxn id="14" idx="6"/>
            <a:endCxn id="15" idx="2"/>
          </p:cNvCxnSpPr>
          <p:nvPr/>
        </p:nvCxnSpPr>
        <p:spPr>
          <a:xfrm>
            <a:off x="2592310" y="4989011"/>
            <a:ext cx="1113575" cy="110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D4860BD-D94B-62A9-95E0-AFB5D2474C5B}"/>
              </a:ext>
            </a:extLst>
          </p:cNvPr>
          <p:cNvSpPr txBox="1"/>
          <p:nvPr/>
        </p:nvSpPr>
        <p:spPr>
          <a:xfrm>
            <a:off x="225582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885E1-4E6E-7D0A-C999-E9C4689BAAD3}"/>
              </a:ext>
            </a:extLst>
          </p:cNvPr>
          <p:cNvSpPr txBox="1"/>
          <p:nvPr/>
        </p:nvSpPr>
        <p:spPr>
          <a:xfrm>
            <a:off x="358064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B2F2D-6C20-CB9D-5C03-0037AE3CF912}"/>
              </a:ext>
            </a:extLst>
          </p:cNvPr>
          <p:cNvSpPr txBox="1"/>
          <p:nvPr/>
        </p:nvSpPr>
        <p:spPr>
          <a:xfrm>
            <a:off x="4905469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E1DCC-60A0-A897-B87F-3BB7F7BF7BAB}"/>
              </a:ext>
            </a:extLst>
          </p:cNvPr>
          <p:cNvSpPr txBox="1"/>
          <p:nvPr/>
        </p:nvSpPr>
        <p:spPr>
          <a:xfrm>
            <a:off x="6230293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831FF-88BF-3958-DC61-75DF08B19777}"/>
              </a:ext>
            </a:extLst>
          </p:cNvPr>
          <p:cNvSpPr txBox="1"/>
          <p:nvPr/>
        </p:nvSpPr>
        <p:spPr>
          <a:xfrm>
            <a:off x="7555117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0F427-E980-70A5-B17F-8D208119C4A6}"/>
              </a:ext>
            </a:extLst>
          </p:cNvPr>
          <p:cNvSpPr txBox="1"/>
          <p:nvPr/>
        </p:nvSpPr>
        <p:spPr>
          <a:xfrm>
            <a:off x="887994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C0E008-4F91-8E76-076B-3856E520E157}"/>
              </a:ext>
            </a:extLst>
          </p:cNvPr>
          <p:cNvSpPr txBox="1"/>
          <p:nvPr/>
        </p:nvSpPr>
        <p:spPr>
          <a:xfrm>
            <a:off x="1020476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4884F2-23A1-4AD2-B38D-92B848E3ED02}"/>
              </a:ext>
            </a:extLst>
          </p:cNvPr>
          <p:cNvCxnSpPr>
            <a:cxnSpLocks/>
          </p:cNvCxnSpPr>
          <p:nvPr/>
        </p:nvCxnSpPr>
        <p:spPr>
          <a:xfrm>
            <a:off x="247781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BE8A69-9871-A01B-494C-8F9630E6C91F}"/>
              </a:ext>
            </a:extLst>
          </p:cNvPr>
          <p:cNvCxnSpPr>
            <a:cxnSpLocks/>
          </p:cNvCxnSpPr>
          <p:nvPr/>
        </p:nvCxnSpPr>
        <p:spPr>
          <a:xfrm>
            <a:off x="381150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15D4D1-7754-5A00-49E9-905B3C598427}"/>
              </a:ext>
            </a:extLst>
          </p:cNvPr>
          <p:cNvCxnSpPr>
            <a:cxnSpLocks/>
          </p:cNvCxnSpPr>
          <p:nvPr/>
        </p:nvCxnSpPr>
        <p:spPr>
          <a:xfrm>
            <a:off x="5136332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F0B758-9A43-009F-0FE6-A35216066FEB}"/>
              </a:ext>
            </a:extLst>
          </p:cNvPr>
          <p:cNvCxnSpPr>
            <a:cxnSpLocks/>
          </p:cNvCxnSpPr>
          <p:nvPr/>
        </p:nvCxnSpPr>
        <p:spPr>
          <a:xfrm>
            <a:off x="646115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5D8695-8189-1C22-E41D-8D1E2E9DBE26}"/>
              </a:ext>
            </a:extLst>
          </p:cNvPr>
          <p:cNvCxnSpPr>
            <a:cxnSpLocks/>
          </p:cNvCxnSpPr>
          <p:nvPr/>
        </p:nvCxnSpPr>
        <p:spPr>
          <a:xfrm>
            <a:off x="7785980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DBBB0F-D4AB-2854-CBE7-448DDF86997D}"/>
              </a:ext>
            </a:extLst>
          </p:cNvPr>
          <p:cNvCxnSpPr>
            <a:cxnSpLocks/>
          </p:cNvCxnSpPr>
          <p:nvPr/>
        </p:nvCxnSpPr>
        <p:spPr>
          <a:xfrm>
            <a:off x="9110804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6F78B99-8910-ADAD-FB81-9D98DFA44C58}"/>
              </a:ext>
            </a:extLst>
          </p:cNvPr>
          <p:cNvCxnSpPr>
            <a:cxnSpLocks/>
          </p:cNvCxnSpPr>
          <p:nvPr/>
        </p:nvCxnSpPr>
        <p:spPr>
          <a:xfrm>
            <a:off x="1043562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B4EE62E-0E1B-023C-83CB-15FAE158BC7E}"/>
              </a:ext>
            </a:extLst>
          </p:cNvPr>
          <p:cNvSpPr/>
          <p:nvPr/>
        </p:nvSpPr>
        <p:spPr>
          <a:xfrm>
            <a:off x="3703626" y="3078032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8796D6D-2F1B-4960-A27B-6892FE49FF67}"/>
              </a:ext>
            </a:extLst>
          </p:cNvPr>
          <p:cNvCxnSpPr>
            <a:cxnSpLocks/>
            <a:stCxn id="14" idx="7"/>
            <a:endCxn id="26" idx="3"/>
          </p:cNvCxnSpPr>
          <p:nvPr/>
        </p:nvCxnSpPr>
        <p:spPr>
          <a:xfrm flipV="1">
            <a:off x="2561373" y="3248981"/>
            <a:ext cx="1173190" cy="16692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DD8A2E-5F06-4D33-59C0-661801D0F848}"/>
              </a:ext>
            </a:extLst>
          </p:cNvPr>
          <p:cNvGrpSpPr/>
          <p:nvPr/>
        </p:nvGrpSpPr>
        <p:grpSpPr>
          <a:xfrm>
            <a:off x="8202791" y="1081735"/>
            <a:ext cx="3902933" cy="2300612"/>
            <a:chOff x="6532817" y="3562836"/>
            <a:chExt cx="3902933" cy="2300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6881501-51A1-D6ED-408F-AC9BCCAEE0CE}"/>
                    </a:ext>
                  </a:extLst>
                </p:cNvPr>
                <p:cNvSpPr txBox="1"/>
                <p:nvPr/>
              </p:nvSpPr>
              <p:spPr>
                <a:xfrm>
                  <a:off x="7879794" y="4562275"/>
                  <a:ext cx="2555956" cy="12906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AU" sz="4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AU" sz="48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/>
                              </m:mr>
                              <m:mr>
                                <m:e/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lang="en-AU" sz="4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6881501-51A1-D6ED-408F-AC9BCCAEE0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9794" y="4562275"/>
                  <a:ext cx="2555956" cy="1290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E59A121-07D7-B5F2-E293-8FFB90EA5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74974" y="4474884"/>
              <a:ext cx="838439" cy="68533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E4CA853-B442-40E9-9B9B-C873F4F76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37152" y="4011880"/>
              <a:ext cx="838439" cy="68533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75E21D7-D5E3-4F6D-9ACE-C10F4294C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23378" y="3993227"/>
              <a:ext cx="880896" cy="685331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87047B3-3B30-7EDD-CE7E-B5E67867E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70751" y="5178117"/>
              <a:ext cx="880896" cy="685331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B42C6D4-0437-054C-E0CE-0C9790BCD758}"/>
                </a:ext>
              </a:extLst>
            </p:cNvPr>
            <p:cNvSpPr txBox="1"/>
            <p:nvPr/>
          </p:nvSpPr>
          <p:spPr>
            <a:xfrm rot="16200000">
              <a:off x="6234415" y="4885075"/>
              <a:ext cx="11200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2800" dirty="0">
                  <a:latin typeface="Levenim MT" panose="02010502060101010101" pitchFamily="2" charset="-79"/>
                </a:rPr>
                <a:t>From: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E50FB3-4F69-72F3-0804-25968603F787}"/>
                </a:ext>
              </a:extLst>
            </p:cNvPr>
            <p:cNvSpPr txBox="1"/>
            <p:nvPr/>
          </p:nvSpPr>
          <p:spPr>
            <a:xfrm>
              <a:off x="8615620" y="3562836"/>
              <a:ext cx="11200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2800" dirty="0">
                  <a:latin typeface="Levenim MT" panose="02010502060101010101" pitchFamily="2" charset="-79"/>
                </a:rPr>
                <a:t>To: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BA5C09D-5358-5398-5FA7-E6A306392CDB}"/>
                </a:ext>
              </a:extLst>
            </p:cNvPr>
            <p:cNvSpPr/>
            <p:nvPr/>
          </p:nvSpPr>
          <p:spPr>
            <a:xfrm>
              <a:off x="8261127" y="4649665"/>
              <a:ext cx="1708790" cy="120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latin typeface="Levenim MT" panose="02010502060101010101" pitchFamily="2" charset="-79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90C9010-4401-74E4-0B13-F0FB8CFC7A3B}"/>
                </a:ext>
              </a:extLst>
            </p:cNvPr>
            <p:cNvSpPr txBox="1"/>
            <p:nvPr/>
          </p:nvSpPr>
          <p:spPr>
            <a:xfrm>
              <a:off x="8184714" y="4695439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C6938AA-674B-73DD-473F-59A7C2D762C5}"/>
                </a:ext>
              </a:extLst>
            </p:cNvPr>
            <p:cNvSpPr txBox="1"/>
            <p:nvPr/>
          </p:nvSpPr>
          <p:spPr>
            <a:xfrm>
              <a:off x="9167161" y="4695439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5E08B74-4E44-31CD-B384-F8FF65EC66A7}"/>
                </a:ext>
              </a:extLst>
            </p:cNvPr>
            <p:cNvSpPr txBox="1"/>
            <p:nvPr/>
          </p:nvSpPr>
          <p:spPr>
            <a:xfrm>
              <a:off x="8184714" y="5182182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DAF38DC-57D7-6FBE-B86F-A3D0F1B7E5D1}"/>
                    </a:ext>
                  </a:extLst>
                </p:cNvPr>
                <p:cNvSpPr txBox="1"/>
                <p:nvPr/>
              </p:nvSpPr>
              <p:spPr>
                <a:xfrm>
                  <a:off x="9167161" y="5182182"/>
                  <a:ext cx="83843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AU" sz="3200" dirty="0">
                      <a:latin typeface="Levenim MT" panose="02010502060101010101" pitchFamily="2" charset="-79"/>
                    </a:rPr>
                    <a:t>5</a:t>
                  </a: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DAF38DC-57D7-6FBE-B86F-A3D0F1B7E5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7161" y="5182182"/>
                  <a:ext cx="838439" cy="584775"/>
                </a:xfrm>
                <a:prstGeom prst="rect">
                  <a:avLst/>
                </a:prstGeom>
                <a:blipFill>
                  <a:blip r:embed="rId5"/>
                  <a:stretch>
                    <a:fillRect t="-11458" r="-11679" b="-3541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C9BA44CB-4E00-1C90-931A-4946A5B2A92C}"/>
              </a:ext>
            </a:extLst>
          </p:cNvPr>
          <p:cNvSpPr txBox="1"/>
          <p:nvPr/>
        </p:nvSpPr>
        <p:spPr>
          <a:xfrm>
            <a:off x="2486684" y="3498816"/>
            <a:ext cx="838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200" dirty="0">
                <a:latin typeface="Levenim MT" panose="02010502060101010101" pitchFamily="2" charset="-79"/>
              </a:rPr>
              <a:t>0.2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BB20A1-5D12-DDAE-87D6-A6DCDBD7BC22}"/>
              </a:ext>
            </a:extLst>
          </p:cNvPr>
          <p:cNvSpPr txBox="1"/>
          <p:nvPr/>
        </p:nvSpPr>
        <p:spPr>
          <a:xfrm>
            <a:off x="2709288" y="4921669"/>
            <a:ext cx="838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200" dirty="0">
                <a:latin typeface="Levenim MT" panose="02010502060101010101" pitchFamily="2" charset="-79"/>
              </a:rPr>
              <a:t>0.8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1B59AC-802C-494E-35E8-CD69BF87A333}"/>
              </a:ext>
            </a:extLst>
          </p:cNvPr>
          <p:cNvSpPr/>
          <p:nvPr/>
        </p:nvSpPr>
        <p:spPr>
          <a:xfrm>
            <a:off x="9965458" y="2214338"/>
            <a:ext cx="1708790" cy="482678"/>
          </a:xfrm>
          <a:prstGeom prst="rect">
            <a:avLst/>
          </a:prstGeom>
          <a:solidFill>
            <a:srgbClr val="FF0000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220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6" grpId="0" animBg="1"/>
      <p:bldP spid="42" grpId="0"/>
      <p:bldP spid="44" grpId="0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52A9316-750A-210C-3E53-B0916EDF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08AF8A-160A-6FBA-FC0B-AD1267DAD0CB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Chains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04DC6-0720-98DA-1595-391CCC4003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709"/>
          <a:stretch/>
        </p:blipFill>
        <p:spPr>
          <a:xfrm>
            <a:off x="884480" y="4614863"/>
            <a:ext cx="913952" cy="610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0392A0-E2A4-6E74-98A9-0E2BA6367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80" y="2730822"/>
            <a:ext cx="960233" cy="71619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860666-20DD-2E90-7B71-04EFE22FBAFB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434181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441CAB5-468B-5F64-E3F0-ED46F4EFBAD9}"/>
              </a:ext>
            </a:extLst>
          </p:cNvPr>
          <p:cNvSpPr/>
          <p:nvPr/>
        </p:nvSpPr>
        <p:spPr>
          <a:xfrm>
            <a:off x="2381061" y="488887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591036-7248-A351-A3CA-482F4AB4D9CE}"/>
              </a:ext>
            </a:extLst>
          </p:cNvPr>
          <p:cNvSpPr/>
          <p:nvPr/>
        </p:nvSpPr>
        <p:spPr>
          <a:xfrm>
            <a:off x="3705885" y="4889973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666A024-FDFA-1B0F-B970-956768A80610}"/>
              </a:ext>
            </a:extLst>
          </p:cNvPr>
          <p:cNvSpPr/>
          <p:nvPr/>
        </p:nvSpPr>
        <p:spPr>
          <a:xfrm>
            <a:off x="5030709" y="4891075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9C1F3D-EA43-AFD7-B6D1-C64C5A8D7458}"/>
              </a:ext>
            </a:extLst>
          </p:cNvPr>
          <p:cNvSpPr txBox="1"/>
          <p:nvPr/>
        </p:nvSpPr>
        <p:spPr>
          <a:xfrm>
            <a:off x="10911840" y="5203348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6FAB85-FC70-DFCE-9E9E-53C43DE0EFD8}"/>
              </a:ext>
            </a:extLst>
          </p:cNvPr>
          <p:cNvCxnSpPr>
            <a:stCxn id="14" idx="6"/>
            <a:endCxn id="15" idx="2"/>
          </p:cNvCxnSpPr>
          <p:nvPr/>
        </p:nvCxnSpPr>
        <p:spPr>
          <a:xfrm>
            <a:off x="2592310" y="4989011"/>
            <a:ext cx="1113575" cy="110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5DF1AEB-5F18-89D0-79D3-41ED1979C4A4}"/>
              </a:ext>
            </a:extLst>
          </p:cNvPr>
          <p:cNvCxnSpPr/>
          <p:nvPr/>
        </p:nvCxnSpPr>
        <p:spPr>
          <a:xfrm>
            <a:off x="3917134" y="4983410"/>
            <a:ext cx="1113575" cy="110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D4860BD-D94B-62A9-95E0-AFB5D2474C5B}"/>
              </a:ext>
            </a:extLst>
          </p:cNvPr>
          <p:cNvSpPr txBox="1"/>
          <p:nvPr/>
        </p:nvSpPr>
        <p:spPr>
          <a:xfrm>
            <a:off x="225582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885E1-4E6E-7D0A-C999-E9C4689BAAD3}"/>
              </a:ext>
            </a:extLst>
          </p:cNvPr>
          <p:cNvSpPr txBox="1"/>
          <p:nvPr/>
        </p:nvSpPr>
        <p:spPr>
          <a:xfrm>
            <a:off x="358064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B2F2D-6C20-CB9D-5C03-0037AE3CF912}"/>
              </a:ext>
            </a:extLst>
          </p:cNvPr>
          <p:cNvSpPr txBox="1"/>
          <p:nvPr/>
        </p:nvSpPr>
        <p:spPr>
          <a:xfrm>
            <a:off x="4905469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E1DCC-60A0-A897-B87F-3BB7F7BF7BAB}"/>
              </a:ext>
            </a:extLst>
          </p:cNvPr>
          <p:cNvSpPr txBox="1"/>
          <p:nvPr/>
        </p:nvSpPr>
        <p:spPr>
          <a:xfrm>
            <a:off x="6230293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831FF-88BF-3958-DC61-75DF08B19777}"/>
              </a:ext>
            </a:extLst>
          </p:cNvPr>
          <p:cNvSpPr txBox="1"/>
          <p:nvPr/>
        </p:nvSpPr>
        <p:spPr>
          <a:xfrm>
            <a:off x="7555117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0F427-E980-70A5-B17F-8D208119C4A6}"/>
              </a:ext>
            </a:extLst>
          </p:cNvPr>
          <p:cNvSpPr txBox="1"/>
          <p:nvPr/>
        </p:nvSpPr>
        <p:spPr>
          <a:xfrm>
            <a:off x="887994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C0E008-4F91-8E76-076B-3856E520E157}"/>
              </a:ext>
            </a:extLst>
          </p:cNvPr>
          <p:cNvSpPr txBox="1"/>
          <p:nvPr/>
        </p:nvSpPr>
        <p:spPr>
          <a:xfrm>
            <a:off x="1020476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4884F2-23A1-4AD2-B38D-92B848E3ED02}"/>
              </a:ext>
            </a:extLst>
          </p:cNvPr>
          <p:cNvCxnSpPr>
            <a:cxnSpLocks/>
          </p:cNvCxnSpPr>
          <p:nvPr/>
        </p:nvCxnSpPr>
        <p:spPr>
          <a:xfrm>
            <a:off x="247781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BE8A69-9871-A01B-494C-8F9630E6C91F}"/>
              </a:ext>
            </a:extLst>
          </p:cNvPr>
          <p:cNvCxnSpPr>
            <a:cxnSpLocks/>
          </p:cNvCxnSpPr>
          <p:nvPr/>
        </p:nvCxnSpPr>
        <p:spPr>
          <a:xfrm>
            <a:off x="381150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15D4D1-7754-5A00-49E9-905B3C598427}"/>
              </a:ext>
            </a:extLst>
          </p:cNvPr>
          <p:cNvCxnSpPr>
            <a:cxnSpLocks/>
          </p:cNvCxnSpPr>
          <p:nvPr/>
        </p:nvCxnSpPr>
        <p:spPr>
          <a:xfrm>
            <a:off x="5136332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F0B758-9A43-009F-0FE6-A35216066FEB}"/>
              </a:ext>
            </a:extLst>
          </p:cNvPr>
          <p:cNvCxnSpPr>
            <a:cxnSpLocks/>
          </p:cNvCxnSpPr>
          <p:nvPr/>
        </p:nvCxnSpPr>
        <p:spPr>
          <a:xfrm>
            <a:off x="646115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5D8695-8189-1C22-E41D-8D1E2E9DBE26}"/>
              </a:ext>
            </a:extLst>
          </p:cNvPr>
          <p:cNvCxnSpPr>
            <a:cxnSpLocks/>
          </p:cNvCxnSpPr>
          <p:nvPr/>
        </p:nvCxnSpPr>
        <p:spPr>
          <a:xfrm>
            <a:off x="7785980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DBBB0F-D4AB-2854-CBE7-448DDF86997D}"/>
              </a:ext>
            </a:extLst>
          </p:cNvPr>
          <p:cNvCxnSpPr>
            <a:cxnSpLocks/>
          </p:cNvCxnSpPr>
          <p:nvPr/>
        </p:nvCxnSpPr>
        <p:spPr>
          <a:xfrm>
            <a:off x="9110804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6F78B99-8910-ADAD-FB81-9D98DFA44C58}"/>
              </a:ext>
            </a:extLst>
          </p:cNvPr>
          <p:cNvCxnSpPr>
            <a:cxnSpLocks/>
          </p:cNvCxnSpPr>
          <p:nvPr/>
        </p:nvCxnSpPr>
        <p:spPr>
          <a:xfrm>
            <a:off x="1043562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8E8A7C7D-CE8C-0E2B-7007-5F00875B4A33}"/>
              </a:ext>
            </a:extLst>
          </p:cNvPr>
          <p:cNvSpPr/>
          <p:nvPr/>
        </p:nvSpPr>
        <p:spPr>
          <a:xfrm>
            <a:off x="5018036" y="3067198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838DAE5-80DA-5A85-B1FF-ADDB75370033}"/>
              </a:ext>
            </a:extLst>
          </p:cNvPr>
          <p:cNvCxnSpPr>
            <a:cxnSpLocks/>
            <a:endCxn id="67" idx="3"/>
          </p:cNvCxnSpPr>
          <p:nvPr/>
        </p:nvCxnSpPr>
        <p:spPr>
          <a:xfrm flipV="1">
            <a:off x="3875783" y="3238147"/>
            <a:ext cx="1173190" cy="16692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9CC887D-428A-07DB-B7D6-2A16F06A737D}"/>
              </a:ext>
            </a:extLst>
          </p:cNvPr>
          <p:cNvSpPr txBox="1"/>
          <p:nvPr/>
        </p:nvSpPr>
        <p:spPr>
          <a:xfrm>
            <a:off x="3776681" y="3501943"/>
            <a:ext cx="838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200" dirty="0">
                <a:latin typeface="Levenim MT" panose="02010502060101010101" pitchFamily="2" charset="-79"/>
              </a:rPr>
              <a:t>0.2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40D4B1-232E-F941-8DAC-29E2D87934D6}"/>
              </a:ext>
            </a:extLst>
          </p:cNvPr>
          <p:cNvSpPr txBox="1"/>
          <p:nvPr/>
        </p:nvSpPr>
        <p:spPr>
          <a:xfrm>
            <a:off x="3999285" y="4924796"/>
            <a:ext cx="838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200" dirty="0">
                <a:latin typeface="Levenim MT" panose="02010502060101010101" pitchFamily="2" charset="-79"/>
              </a:rPr>
              <a:t>0.8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E367BB9-32EF-620D-F1B9-022A331207FB}"/>
              </a:ext>
            </a:extLst>
          </p:cNvPr>
          <p:cNvGrpSpPr/>
          <p:nvPr/>
        </p:nvGrpSpPr>
        <p:grpSpPr>
          <a:xfrm>
            <a:off x="8202791" y="1081735"/>
            <a:ext cx="3902933" cy="2300612"/>
            <a:chOff x="6532817" y="3562836"/>
            <a:chExt cx="3902933" cy="2300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A03F340-43E8-D312-C68B-D6CF49BB30AF}"/>
                    </a:ext>
                  </a:extLst>
                </p:cNvPr>
                <p:cNvSpPr txBox="1"/>
                <p:nvPr/>
              </p:nvSpPr>
              <p:spPr>
                <a:xfrm>
                  <a:off x="7879794" y="4562275"/>
                  <a:ext cx="2555956" cy="12906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AU" sz="4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AU" sz="48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/>
                              </m:mr>
                              <m:mr>
                                <m:e/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lang="en-AU" sz="4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A03F340-43E8-D312-C68B-D6CF49BB30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9794" y="4562275"/>
                  <a:ext cx="2555956" cy="1290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FA62A89-7079-1D1D-F599-671E08D73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74974" y="4474884"/>
              <a:ext cx="838439" cy="68533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C39E0D24-6161-B782-4172-DFCA339AA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37152" y="4011880"/>
              <a:ext cx="838439" cy="685331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993C6EB-9245-593A-695C-1FF1C2D48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23378" y="3993227"/>
              <a:ext cx="880896" cy="685331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C9D04648-62B3-ADAE-2429-9D28BD55F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70751" y="5178117"/>
              <a:ext cx="880896" cy="685331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36BF500-FECE-0674-13BD-118B4B87DCD8}"/>
                </a:ext>
              </a:extLst>
            </p:cNvPr>
            <p:cNvSpPr txBox="1"/>
            <p:nvPr/>
          </p:nvSpPr>
          <p:spPr>
            <a:xfrm rot="16200000">
              <a:off x="6234415" y="4885075"/>
              <a:ext cx="11200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2800" dirty="0">
                  <a:latin typeface="Levenim MT" panose="02010502060101010101" pitchFamily="2" charset="-79"/>
                </a:rPr>
                <a:t>From: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BAE0190-8200-1132-C06C-C082FC39B6CA}"/>
                </a:ext>
              </a:extLst>
            </p:cNvPr>
            <p:cNvSpPr txBox="1"/>
            <p:nvPr/>
          </p:nvSpPr>
          <p:spPr>
            <a:xfrm>
              <a:off x="8615620" y="3562836"/>
              <a:ext cx="11200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2800" dirty="0">
                  <a:latin typeface="Levenim MT" panose="02010502060101010101" pitchFamily="2" charset="-79"/>
                </a:rPr>
                <a:t>To: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7CFEC31-C48B-B234-AD6A-557CA7035C01}"/>
                </a:ext>
              </a:extLst>
            </p:cNvPr>
            <p:cNvSpPr/>
            <p:nvPr/>
          </p:nvSpPr>
          <p:spPr>
            <a:xfrm>
              <a:off x="8261127" y="4649665"/>
              <a:ext cx="1708790" cy="120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latin typeface="Levenim MT" panose="02010502060101010101" pitchFamily="2" charset="-79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5053DEB-5CFA-A60B-A7B1-C24A853FAAF4}"/>
                </a:ext>
              </a:extLst>
            </p:cNvPr>
            <p:cNvSpPr txBox="1"/>
            <p:nvPr/>
          </p:nvSpPr>
          <p:spPr>
            <a:xfrm>
              <a:off x="8184714" y="4695439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0.8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62BF527-913B-A667-4DCB-06747920927D}"/>
                </a:ext>
              </a:extLst>
            </p:cNvPr>
            <p:cNvSpPr txBox="1"/>
            <p:nvPr/>
          </p:nvSpPr>
          <p:spPr>
            <a:xfrm>
              <a:off x="9167161" y="4695439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0.2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8B53926-A523-F9DD-9AAB-43BC10CB9C61}"/>
                </a:ext>
              </a:extLst>
            </p:cNvPr>
            <p:cNvSpPr txBox="1"/>
            <p:nvPr/>
          </p:nvSpPr>
          <p:spPr>
            <a:xfrm>
              <a:off x="8184714" y="5182182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C494F46-B4F3-BC3E-8F03-ED4E225FF083}"/>
                    </a:ext>
                  </a:extLst>
                </p:cNvPr>
                <p:cNvSpPr txBox="1"/>
                <p:nvPr/>
              </p:nvSpPr>
              <p:spPr>
                <a:xfrm>
                  <a:off x="9167161" y="5182182"/>
                  <a:ext cx="83843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AU" sz="3200" dirty="0">
                      <a:latin typeface="Levenim MT" panose="02010502060101010101" pitchFamily="2" charset="-79"/>
                    </a:rPr>
                    <a:t>5</a:t>
                  </a: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C494F46-B4F3-BC3E-8F03-ED4E225FF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7161" y="5182182"/>
                  <a:ext cx="838439" cy="584775"/>
                </a:xfrm>
                <a:prstGeom prst="rect">
                  <a:avLst/>
                </a:prstGeom>
                <a:blipFill>
                  <a:blip r:embed="rId5"/>
                  <a:stretch>
                    <a:fillRect t="-11458" r="-11679" b="-3541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D80F3CB-5E7D-9E1C-CA91-0797DF9663DB}"/>
              </a:ext>
            </a:extLst>
          </p:cNvPr>
          <p:cNvSpPr/>
          <p:nvPr/>
        </p:nvSpPr>
        <p:spPr>
          <a:xfrm>
            <a:off x="9965458" y="2214338"/>
            <a:ext cx="1708790" cy="482678"/>
          </a:xfrm>
          <a:prstGeom prst="rect">
            <a:avLst/>
          </a:prstGeom>
          <a:solidFill>
            <a:srgbClr val="FF0000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012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7" grpId="0" animBg="1"/>
      <p:bldP spid="42" grpId="0"/>
      <p:bldP spid="44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52A9316-750A-210C-3E53-B0916EDF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08AF8A-160A-6FBA-FC0B-AD1267DAD0CB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Chains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04DC6-0720-98DA-1595-391CCC4003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709"/>
          <a:stretch/>
        </p:blipFill>
        <p:spPr>
          <a:xfrm>
            <a:off x="884480" y="4614863"/>
            <a:ext cx="913952" cy="610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0392A0-E2A4-6E74-98A9-0E2BA6367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80" y="2730822"/>
            <a:ext cx="960233" cy="71619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860666-20DD-2E90-7B71-04EFE22FBAFB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434181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441CAB5-468B-5F64-E3F0-ED46F4EFBAD9}"/>
              </a:ext>
            </a:extLst>
          </p:cNvPr>
          <p:cNvSpPr/>
          <p:nvPr/>
        </p:nvSpPr>
        <p:spPr>
          <a:xfrm>
            <a:off x="2381061" y="488887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591036-7248-A351-A3CA-482F4AB4D9CE}"/>
              </a:ext>
            </a:extLst>
          </p:cNvPr>
          <p:cNvSpPr/>
          <p:nvPr/>
        </p:nvSpPr>
        <p:spPr>
          <a:xfrm>
            <a:off x="3705885" y="4889973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666A024-FDFA-1B0F-B970-956768A80610}"/>
              </a:ext>
            </a:extLst>
          </p:cNvPr>
          <p:cNvSpPr/>
          <p:nvPr/>
        </p:nvSpPr>
        <p:spPr>
          <a:xfrm>
            <a:off x="5030709" y="4891075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9C1F3D-EA43-AFD7-B6D1-C64C5A8D7458}"/>
              </a:ext>
            </a:extLst>
          </p:cNvPr>
          <p:cNvSpPr txBox="1"/>
          <p:nvPr/>
        </p:nvSpPr>
        <p:spPr>
          <a:xfrm>
            <a:off x="10911840" y="5203348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6FAB85-FC70-DFCE-9E9E-53C43DE0EFD8}"/>
              </a:ext>
            </a:extLst>
          </p:cNvPr>
          <p:cNvCxnSpPr>
            <a:stCxn id="14" idx="6"/>
            <a:endCxn id="15" idx="2"/>
          </p:cNvCxnSpPr>
          <p:nvPr/>
        </p:nvCxnSpPr>
        <p:spPr>
          <a:xfrm>
            <a:off x="2592310" y="4989011"/>
            <a:ext cx="1113575" cy="110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5DF1AEB-5F18-89D0-79D3-41ED1979C4A4}"/>
              </a:ext>
            </a:extLst>
          </p:cNvPr>
          <p:cNvCxnSpPr/>
          <p:nvPr/>
        </p:nvCxnSpPr>
        <p:spPr>
          <a:xfrm>
            <a:off x="3917134" y="4983410"/>
            <a:ext cx="1113575" cy="110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D4860BD-D94B-62A9-95E0-AFB5D2474C5B}"/>
              </a:ext>
            </a:extLst>
          </p:cNvPr>
          <p:cNvSpPr txBox="1"/>
          <p:nvPr/>
        </p:nvSpPr>
        <p:spPr>
          <a:xfrm>
            <a:off x="225582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885E1-4E6E-7D0A-C999-E9C4689BAAD3}"/>
              </a:ext>
            </a:extLst>
          </p:cNvPr>
          <p:cNvSpPr txBox="1"/>
          <p:nvPr/>
        </p:nvSpPr>
        <p:spPr>
          <a:xfrm>
            <a:off x="358064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B2F2D-6C20-CB9D-5C03-0037AE3CF912}"/>
              </a:ext>
            </a:extLst>
          </p:cNvPr>
          <p:cNvSpPr txBox="1"/>
          <p:nvPr/>
        </p:nvSpPr>
        <p:spPr>
          <a:xfrm>
            <a:off x="4905469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E1DCC-60A0-A897-B87F-3BB7F7BF7BAB}"/>
              </a:ext>
            </a:extLst>
          </p:cNvPr>
          <p:cNvSpPr txBox="1"/>
          <p:nvPr/>
        </p:nvSpPr>
        <p:spPr>
          <a:xfrm>
            <a:off x="6230293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831FF-88BF-3958-DC61-75DF08B19777}"/>
              </a:ext>
            </a:extLst>
          </p:cNvPr>
          <p:cNvSpPr txBox="1"/>
          <p:nvPr/>
        </p:nvSpPr>
        <p:spPr>
          <a:xfrm>
            <a:off x="7555117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0F427-E980-70A5-B17F-8D208119C4A6}"/>
              </a:ext>
            </a:extLst>
          </p:cNvPr>
          <p:cNvSpPr txBox="1"/>
          <p:nvPr/>
        </p:nvSpPr>
        <p:spPr>
          <a:xfrm>
            <a:off x="887994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C0E008-4F91-8E76-076B-3856E520E157}"/>
              </a:ext>
            </a:extLst>
          </p:cNvPr>
          <p:cNvSpPr txBox="1"/>
          <p:nvPr/>
        </p:nvSpPr>
        <p:spPr>
          <a:xfrm>
            <a:off x="1020476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4884F2-23A1-4AD2-B38D-92B848E3ED02}"/>
              </a:ext>
            </a:extLst>
          </p:cNvPr>
          <p:cNvCxnSpPr>
            <a:cxnSpLocks/>
          </p:cNvCxnSpPr>
          <p:nvPr/>
        </p:nvCxnSpPr>
        <p:spPr>
          <a:xfrm>
            <a:off x="247781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BE8A69-9871-A01B-494C-8F9630E6C91F}"/>
              </a:ext>
            </a:extLst>
          </p:cNvPr>
          <p:cNvCxnSpPr>
            <a:cxnSpLocks/>
          </p:cNvCxnSpPr>
          <p:nvPr/>
        </p:nvCxnSpPr>
        <p:spPr>
          <a:xfrm>
            <a:off x="381150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15D4D1-7754-5A00-49E9-905B3C598427}"/>
              </a:ext>
            </a:extLst>
          </p:cNvPr>
          <p:cNvCxnSpPr>
            <a:cxnSpLocks/>
          </p:cNvCxnSpPr>
          <p:nvPr/>
        </p:nvCxnSpPr>
        <p:spPr>
          <a:xfrm>
            <a:off x="5136332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F0B758-9A43-009F-0FE6-A35216066FEB}"/>
              </a:ext>
            </a:extLst>
          </p:cNvPr>
          <p:cNvCxnSpPr>
            <a:cxnSpLocks/>
          </p:cNvCxnSpPr>
          <p:nvPr/>
        </p:nvCxnSpPr>
        <p:spPr>
          <a:xfrm>
            <a:off x="646115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5D8695-8189-1C22-E41D-8D1E2E9DBE26}"/>
              </a:ext>
            </a:extLst>
          </p:cNvPr>
          <p:cNvCxnSpPr>
            <a:cxnSpLocks/>
          </p:cNvCxnSpPr>
          <p:nvPr/>
        </p:nvCxnSpPr>
        <p:spPr>
          <a:xfrm>
            <a:off x="7785980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DBBB0F-D4AB-2854-CBE7-448DDF86997D}"/>
              </a:ext>
            </a:extLst>
          </p:cNvPr>
          <p:cNvCxnSpPr>
            <a:cxnSpLocks/>
          </p:cNvCxnSpPr>
          <p:nvPr/>
        </p:nvCxnSpPr>
        <p:spPr>
          <a:xfrm>
            <a:off x="9110804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6F78B99-8910-ADAD-FB81-9D98DFA44C58}"/>
              </a:ext>
            </a:extLst>
          </p:cNvPr>
          <p:cNvCxnSpPr>
            <a:cxnSpLocks/>
          </p:cNvCxnSpPr>
          <p:nvPr/>
        </p:nvCxnSpPr>
        <p:spPr>
          <a:xfrm>
            <a:off x="1043562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D7B1CF43-2F2C-1167-D977-C90FFE8DF676}"/>
              </a:ext>
            </a:extLst>
          </p:cNvPr>
          <p:cNvSpPr/>
          <p:nvPr/>
        </p:nvSpPr>
        <p:spPr>
          <a:xfrm>
            <a:off x="6363928" y="4872875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9D208FE-9C19-E137-B391-872DD6FA1977}"/>
              </a:ext>
            </a:extLst>
          </p:cNvPr>
          <p:cNvCxnSpPr/>
          <p:nvPr/>
        </p:nvCxnSpPr>
        <p:spPr>
          <a:xfrm>
            <a:off x="5250353" y="4965210"/>
            <a:ext cx="1113575" cy="110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3C7649B-696B-8FCE-19C5-2E0BFD557A0E}"/>
                  </a:ext>
                </a:extLst>
              </p:cNvPr>
              <p:cNvSpPr txBox="1"/>
              <p:nvPr/>
            </p:nvSpPr>
            <p:spPr>
              <a:xfrm>
                <a:off x="5402813" y="4915122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.8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3C7649B-696B-8FCE-19C5-2E0BFD557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813" y="4915122"/>
                <a:ext cx="83843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A6D6622F-8C1A-D2CE-43DA-298A727070C5}"/>
              </a:ext>
            </a:extLst>
          </p:cNvPr>
          <p:cNvSpPr/>
          <p:nvPr/>
        </p:nvSpPr>
        <p:spPr>
          <a:xfrm>
            <a:off x="6351255" y="3048998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4B382F-490B-8AC9-CDE9-F2D72140A817}"/>
              </a:ext>
            </a:extLst>
          </p:cNvPr>
          <p:cNvCxnSpPr>
            <a:cxnSpLocks/>
            <a:endCxn id="20" idx="3"/>
          </p:cNvCxnSpPr>
          <p:nvPr/>
        </p:nvCxnSpPr>
        <p:spPr>
          <a:xfrm flipV="1">
            <a:off x="5209002" y="3219947"/>
            <a:ext cx="1173190" cy="16692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732247-B339-392F-7128-EFDF413DCF8C}"/>
                  </a:ext>
                </a:extLst>
              </p:cNvPr>
              <p:cNvSpPr txBox="1"/>
              <p:nvPr/>
            </p:nvSpPr>
            <p:spPr>
              <a:xfrm>
                <a:off x="5053079" y="3563280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.2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732247-B339-392F-7128-EFDF413DC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079" y="3563280"/>
                <a:ext cx="83843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2E0CEC05-1303-8BDE-3E28-8FD3709E56A0}"/>
              </a:ext>
            </a:extLst>
          </p:cNvPr>
          <p:cNvGrpSpPr/>
          <p:nvPr/>
        </p:nvGrpSpPr>
        <p:grpSpPr>
          <a:xfrm>
            <a:off x="8202791" y="1081735"/>
            <a:ext cx="3902933" cy="2300612"/>
            <a:chOff x="6532817" y="3562836"/>
            <a:chExt cx="3902933" cy="2300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3834EE1-7E59-9F4C-9771-BD7211B83DCD}"/>
                    </a:ext>
                  </a:extLst>
                </p:cNvPr>
                <p:cNvSpPr txBox="1"/>
                <p:nvPr/>
              </p:nvSpPr>
              <p:spPr>
                <a:xfrm>
                  <a:off x="7879794" y="4562275"/>
                  <a:ext cx="2555956" cy="12906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AU" sz="4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AU" sz="48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/>
                              </m:mr>
                              <m:mr>
                                <m:e/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lang="en-AU" sz="4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3834EE1-7E59-9F4C-9771-BD7211B83D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9794" y="4562275"/>
                  <a:ext cx="2555956" cy="1290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15B94FE-A83D-1E80-3F19-328A9D1E1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74974" y="4474884"/>
              <a:ext cx="838439" cy="685331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9427C0F-12B3-2E1D-2F8F-21317489C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37152" y="4011880"/>
              <a:ext cx="838439" cy="68533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1C1CB0F-F51D-37D0-9AAB-461FC8CB0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23378" y="3993227"/>
              <a:ext cx="880896" cy="68533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35C5A06-88A5-E41C-2518-A018EE4E1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70751" y="5178117"/>
              <a:ext cx="880896" cy="685331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D8DAF22-DA57-4E15-5751-7D17D23BC08B}"/>
                </a:ext>
              </a:extLst>
            </p:cNvPr>
            <p:cNvSpPr txBox="1"/>
            <p:nvPr/>
          </p:nvSpPr>
          <p:spPr>
            <a:xfrm rot="16200000">
              <a:off x="6234415" y="4885075"/>
              <a:ext cx="11200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2800" dirty="0">
                  <a:latin typeface="Levenim MT" panose="02010502060101010101" pitchFamily="2" charset="-79"/>
                </a:rPr>
                <a:t>From: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E131F03-337B-45A2-F1F4-D1450B5B4730}"/>
                </a:ext>
              </a:extLst>
            </p:cNvPr>
            <p:cNvSpPr txBox="1"/>
            <p:nvPr/>
          </p:nvSpPr>
          <p:spPr>
            <a:xfrm>
              <a:off x="8615620" y="3562836"/>
              <a:ext cx="11200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2800" dirty="0">
                  <a:latin typeface="Levenim MT" panose="02010502060101010101" pitchFamily="2" charset="-79"/>
                </a:rPr>
                <a:t>To: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8939AB5-E711-207C-3B19-1CD8FB0420B8}"/>
                </a:ext>
              </a:extLst>
            </p:cNvPr>
            <p:cNvSpPr/>
            <p:nvPr/>
          </p:nvSpPr>
          <p:spPr>
            <a:xfrm>
              <a:off x="8261127" y="4649665"/>
              <a:ext cx="1708790" cy="120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latin typeface="Levenim MT" panose="02010502060101010101" pitchFamily="2" charset="-79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B674AF-02E0-A344-C584-248D155BC778}"/>
                </a:ext>
              </a:extLst>
            </p:cNvPr>
            <p:cNvSpPr txBox="1"/>
            <p:nvPr/>
          </p:nvSpPr>
          <p:spPr>
            <a:xfrm>
              <a:off x="8184714" y="4695439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0.8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2953ABC-C66B-6EFC-B924-690024266BA6}"/>
                </a:ext>
              </a:extLst>
            </p:cNvPr>
            <p:cNvSpPr txBox="1"/>
            <p:nvPr/>
          </p:nvSpPr>
          <p:spPr>
            <a:xfrm>
              <a:off x="9167161" y="4695439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2739488-DEC2-530F-B671-3BB65A2128FC}"/>
                </a:ext>
              </a:extLst>
            </p:cNvPr>
            <p:cNvSpPr txBox="1"/>
            <p:nvPr/>
          </p:nvSpPr>
          <p:spPr>
            <a:xfrm>
              <a:off x="8184714" y="5182182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BC6D189-131F-13B6-C3B3-5D9F0D7ADF58}"/>
                    </a:ext>
                  </a:extLst>
                </p:cNvPr>
                <p:cNvSpPr txBox="1"/>
                <p:nvPr/>
              </p:nvSpPr>
              <p:spPr>
                <a:xfrm>
                  <a:off x="9167161" y="5182182"/>
                  <a:ext cx="83843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AU" sz="3200" dirty="0">
                      <a:latin typeface="Levenim MT" panose="02010502060101010101" pitchFamily="2" charset="-79"/>
                    </a:rPr>
                    <a:t>5</a:t>
                  </a: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BC6D189-131F-13B6-C3B3-5D9F0D7AD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7161" y="5182182"/>
                  <a:ext cx="838439" cy="584775"/>
                </a:xfrm>
                <a:prstGeom prst="rect">
                  <a:avLst/>
                </a:prstGeom>
                <a:blipFill>
                  <a:blip r:embed="rId7"/>
                  <a:stretch>
                    <a:fillRect t="-11458" r="-11679" b="-3541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8664A1B-2965-9105-F397-A7A723C56230}"/>
              </a:ext>
            </a:extLst>
          </p:cNvPr>
          <p:cNvSpPr/>
          <p:nvPr/>
        </p:nvSpPr>
        <p:spPr>
          <a:xfrm>
            <a:off x="9965458" y="2214338"/>
            <a:ext cx="1708790" cy="482678"/>
          </a:xfrm>
          <a:prstGeom prst="rect">
            <a:avLst/>
          </a:prstGeom>
          <a:solidFill>
            <a:srgbClr val="FF0000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144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  <p:bldP spid="20" grpId="0" animBg="1"/>
      <p:bldP spid="26" grpId="0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52A9316-750A-210C-3E53-B0916EDF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08AF8A-160A-6FBA-FC0B-AD1267DAD0CB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Chains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04DC6-0720-98DA-1595-391CCC4003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709"/>
          <a:stretch/>
        </p:blipFill>
        <p:spPr>
          <a:xfrm>
            <a:off x="884480" y="4614863"/>
            <a:ext cx="913952" cy="610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0392A0-E2A4-6E74-98A9-0E2BA6367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80" y="2730822"/>
            <a:ext cx="960233" cy="71619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860666-20DD-2E90-7B71-04EFE22FBAFB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434181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441CAB5-468B-5F64-E3F0-ED46F4EFBAD9}"/>
              </a:ext>
            </a:extLst>
          </p:cNvPr>
          <p:cNvSpPr/>
          <p:nvPr/>
        </p:nvSpPr>
        <p:spPr>
          <a:xfrm>
            <a:off x="2381061" y="488887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591036-7248-A351-A3CA-482F4AB4D9CE}"/>
              </a:ext>
            </a:extLst>
          </p:cNvPr>
          <p:cNvSpPr/>
          <p:nvPr/>
        </p:nvSpPr>
        <p:spPr>
          <a:xfrm>
            <a:off x="3705885" y="4889973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666A024-FDFA-1B0F-B970-956768A80610}"/>
              </a:ext>
            </a:extLst>
          </p:cNvPr>
          <p:cNvSpPr/>
          <p:nvPr/>
        </p:nvSpPr>
        <p:spPr>
          <a:xfrm>
            <a:off x="5030709" y="4891075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5320C9-EA94-10C6-7C69-0BFFB0BF26FC}"/>
              </a:ext>
            </a:extLst>
          </p:cNvPr>
          <p:cNvSpPr/>
          <p:nvPr/>
        </p:nvSpPr>
        <p:spPr>
          <a:xfrm>
            <a:off x="6355533" y="3091134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33D751D-0BA0-3252-5EB1-F1502245E20E}"/>
              </a:ext>
            </a:extLst>
          </p:cNvPr>
          <p:cNvSpPr/>
          <p:nvPr/>
        </p:nvSpPr>
        <p:spPr>
          <a:xfrm>
            <a:off x="7680357" y="3078032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9C1F3D-EA43-AFD7-B6D1-C64C5A8D7458}"/>
              </a:ext>
            </a:extLst>
          </p:cNvPr>
          <p:cNvSpPr txBox="1"/>
          <p:nvPr/>
        </p:nvSpPr>
        <p:spPr>
          <a:xfrm>
            <a:off x="10911840" y="5203348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6FAB85-FC70-DFCE-9E9E-53C43DE0EFD8}"/>
              </a:ext>
            </a:extLst>
          </p:cNvPr>
          <p:cNvCxnSpPr>
            <a:stCxn id="14" idx="6"/>
            <a:endCxn id="15" idx="2"/>
          </p:cNvCxnSpPr>
          <p:nvPr/>
        </p:nvCxnSpPr>
        <p:spPr>
          <a:xfrm>
            <a:off x="2592310" y="4989011"/>
            <a:ext cx="1113575" cy="110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5DF1AEB-5F18-89D0-79D3-41ED1979C4A4}"/>
              </a:ext>
            </a:extLst>
          </p:cNvPr>
          <p:cNvCxnSpPr/>
          <p:nvPr/>
        </p:nvCxnSpPr>
        <p:spPr>
          <a:xfrm>
            <a:off x="3917134" y="4983410"/>
            <a:ext cx="1113575" cy="110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5E73045-FFB8-7407-B286-C1F89294BCBD}"/>
              </a:ext>
            </a:extLst>
          </p:cNvPr>
          <p:cNvCxnSpPr>
            <a:cxnSpLocks/>
            <a:stCxn id="16" idx="7"/>
            <a:endCxn id="17" idx="3"/>
          </p:cNvCxnSpPr>
          <p:nvPr/>
        </p:nvCxnSpPr>
        <p:spPr>
          <a:xfrm flipV="1">
            <a:off x="5211021" y="3262083"/>
            <a:ext cx="1175449" cy="165832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7F02C9-CB7F-FB34-A66B-AA63307FFA6A}"/>
              </a:ext>
            </a:extLst>
          </p:cNvPr>
          <p:cNvCxnSpPr/>
          <p:nvPr/>
        </p:nvCxnSpPr>
        <p:spPr>
          <a:xfrm>
            <a:off x="6566782" y="3190171"/>
            <a:ext cx="1113575" cy="110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D4860BD-D94B-62A9-95E0-AFB5D2474C5B}"/>
              </a:ext>
            </a:extLst>
          </p:cNvPr>
          <p:cNvSpPr txBox="1"/>
          <p:nvPr/>
        </p:nvSpPr>
        <p:spPr>
          <a:xfrm>
            <a:off x="225582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885E1-4E6E-7D0A-C999-E9C4689BAAD3}"/>
              </a:ext>
            </a:extLst>
          </p:cNvPr>
          <p:cNvSpPr txBox="1"/>
          <p:nvPr/>
        </p:nvSpPr>
        <p:spPr>
          <a:xfrm>
            <a:off x="358064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B2F2D-6C20-CB9D-5C03-0037AE3CF912}"/>
              </a:ext>
            </a:extLst>
          </p:cNvPr>
          <p:cNvSpPr txBox="1"/>
          <p:nvPr/>
        </p:nvSpPr>
        <p:spPr>
          <a:xfrm>
            <a:off x="4905469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E1DCC-60A0-A897-B87F-3BB7F7BF7BAB}"/>
              </a:ext>
            </a:extLst>
          </p:cNvPr>
          <p:cNvSpPr txBox="1"/>
          <p:nvPr/>
        </p:nvSpPr>
        <p:spPr>
          <a:xfrm>
            <a:off x="6230293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831FF-88BF-3958-DC61-75DF08B19777}"/>
              </a:ext>
            </a:extLst>
          </p:cNvPr>
          <p:cNvSpPr txBox="1"/>
          <p:nvPr/>
        </p:nvSpPr>
        <p:spPr>
          <a:xfrm>
            <a:off x="7555117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0F427-E980-70A5-B17F-8D208119C4A6}"/>
              </a:ext>
            </a:extLst>
          </p:cNvPr>
          <p:cNvSpPr txBox="1"/>
          <p:nvPr/>
        </p:nvSpPr>
        <p:spPr>
          <a:xfrm>
            <a:off x="887994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C0E008-4F91-8E76-076B-3856E520E157}"/>
              </a:ext>
            </a:extLst>
          </p:cNvPr>
          <p:cNvSpPr txBox="1"/>
          <p:nvPr/>
        </p:nvSpPr>
        <p:spPr>
          <a:xfrm>
            <a:off x="1020476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4884F2-23A1-4AD2-B38D-92B848E3ED02}"/>
              </a:ext>
            </a:extLst>
          </p:cNvPr>
          <p:cNvCxnSpPr>
            <a:cxnSpLocks/>
          </p:cNvCxnSpPr>
          <p:nvPr/>
        </p:nvCxnSpPr>
        <p:spPr>
          <a:xfrm>
            <a:off x="247781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BE8A69-9871-A01B-494C-8F9630E6C91F}"/>
              </a:ext>
            </a:extLst>
          </p:cNvPr>
          <p:cNvCxnSpPr>
            <a:cxnSpLocks/>
          </p:cNvCxnSpPr>
          <p:nvPr/>
        </p:nvCxnSpPr>
        <p:spPr>
          <a:xfrm>
            <a:off x="381150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15D4D1-7754-5A00-49E9-905B3C598427}"/>
              </a:ext>
            </a:extLst>
          </p:cNvPr>
          <p:cNvCxnSpPr>
            <a:cxnSpLocks/>
          </p:cNvCxnSpPr>
          <p:nvPr/>
        </p:nvCxnSpPr>
        <p:spPr>
          <a:xfrm>
            <a:off x="5136332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F0B758-9A43-009F-0FE6-A35216066FEB}"/>
              </a:ext>
            </a:extLst>
          </p:cNvPr>
          <p:cNvCxnSpPr>
            <a:cxnSpLocks/>
          </p:cNvCxnSpPr>
          <p:nvPr/>
        </p:nvCxnSpPr>
        <p:spPr>
          <a:xfrm>
            <a:off x="646115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5D8695-8189-1C22-E41D-8D1E2E9DBE26}"/>
              </a:ext>
            </a:extLst>
          </p:cNvPr>
          <p:cNvCxnSpPr>
            <a:cxnSpLocks/>
          </p:cNvCxnSpPr>
          <p:nvPr/>
        </p:nvCxnSpPr>
        <p:spPr>
          <a:xfrm>
            <a:off x="7785980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DBBB0F-D4AB-2854-CBE7-448DDF86997D}"/>
              </a:ext>
            </a:extLst>
          </p:cNvPr>
          <p:cNvCxnSpPr>
            <a:cxnSpLocks/>
          </p:cNvCxnSpPr>
          <p:nvPr/>
        </p:nvCxnSpPr>
        <p:spPr>
          <a:xfrm>
            <a:off x="9110804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6F78B99-8910-ADAD-FB81-9D98DFA44C58}"/>
              </a:ext>
            </a:extLst>
          </p:cNvPr>
          <p:cNvCxnSpPr>
            <a:cxnSpLocks/>
          </p:cNvCxnSpPr>
          <p:nvPr/>
        </p:nvCxnSpPr>
        <p:spPr>
          <a:xfrm>
            <a:off x="1043562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AFDB07E1-7BE3-6D60-C876-FE7965C27C29}"/>
              </a:ext>
            </a:extLst>
          </p:cNvPr>
          <p:cNvSpPr/>
          <p:nvPr/>
        </p:nvSpPr>
        <p:spPr>
          <a:xfrm>
            <a:off x="7662093" y="4918201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CB71AA8-ABAF-713F-654F-EBD919928761}"/>
              </a:ext>
            </a:extLst>
          </p:cNvPr>
          <p:cNvCxnSpPr>
            <a:cxnSpLocks/>
            <a:stCxn id="71" idx="1"/>
          </p:cNvCxnSpPr>
          <p:nvPr/>
        </p:nvCxnSpPr>
        <p:spPr>
          <a:xfrm flipH="1" flipV="1">
            <a:off x="6517583" y="3278311"/>
            <a:ext cx="1175447" cy="16692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15F4BE-8465-557E-0A7B-CA05A5F418B6}"/>
              </a:ext>
            </a:extLst>
          </p:cNvPr>
          <p:cNvGrpSpPr/>
          <p:nvPr/>
        </p:nvGrpSpPr>
        <p:grpSpPr>
          <a:xfrm>
            <a:off x="8202791" y="1081735"/>
            <a:ext cx="3902933" cy="2300612"/>
            <a:chOff x="6532817" y="3562836"/>
            <a:chExt cx="3902933" cy="2300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93084D9-3412-4497-1D95-4EB30DB67D9D}"/>
                    </a:ext>
                  </a:extLst>
                </p:cNvPr>
                <p:cNvSpPr txBox="1"/>
                <p:nvPr/>
              </p:nvSpPr>
              <p:spPr>
                <a:xfrm>
                  <a:off x="7879794" y="4562275"/>
                  <a:ext cx="2555956" cy="12906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AU" sz="4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AU" sz="48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/>
                              </m:mr>
                              <m:mr>
                                <m:e/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lang="en-AU" sz="4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93084D9-3412-4497-1D95-4EB30DB67D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9794" y="4562275"/>
                  <a:ext cx="2555956" cy="1290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8165986-9704-0EC5-6EC8-981B86917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74974" y="4474884"/>
              <a:ext cx="838439" cy="68533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4A6D257-BDE9-2F64-962F-EBF543DD3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37152" y="4011880"/>
              <a:ext cx="838439" cy="685331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12DE6DE-FFEE-8E70-2454-104BA7E31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23378" y="3993227"/>
              <a:ext cx="880896" cy="685331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3CDE8A5E-A07E-E5A8-1124-DD6497597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70751" y="5178117"/>
              <a:ext cx="880896" cy="6853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CDC2E8C-057A-B949-9F07-43721C6C5D1C}"/>
                </a:ext>
              </a:extLst>
            </p:cNvPr>
            <p:cNvSpPr txBox="1"/>
            <p:nvPr/>
          </p:nvSpPr>
          <p:spPr>
            <a:xfrm rot="16200000">
              <a:off x="6234415" y="4885075"/>
              <a:ext cx="11200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2800" dirty="0">
                  <a:latin typeface="Levenim MT" panose="02010502060101010101" pitchFamily="2" charset="-79"/>
                </a:rPr>
                <a:t>From: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9BDC677-9C88-D35D-57E5-06CFF58D99C5}"/>
                </a:ext>
              </a:extLst>
            </p:cNvPr>
            <p:cNvSpPr txBox="1"/>
            <p:nvPr/>
          </p:nvSpPr>
          <p:spPr>
            <a:xfrm>
              <a:off x="8615620" y="3562836"/>
              <a:ext cx="11200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2800" dirty="0">
                  <a:latin typeface="Levenim MT" panose="02010502060101010101" pitchFamily="2" charset="-79"/>
                </a:rPr>
                <a:t>To: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A1015FD-C077-0DEB-8149-3B4578D41DF8}"/>
                </a:ext>
              </a:extLst>
            </p:cNvPr>
            <p:cNvSpPr/>
            <p:nvPr/>
          </p:nvSpPr>
          <p:spPr>
            <a:xfrm>
              <a:off x="8261127" y="4649665"/>
              <a:ext cx="1708790" cy="120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latin typeface="Levenim MT" panose="02010502060101010101" pitchFamily="2" charset="-79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7525683-D678-54A0-F73E-838F2BB976BF}"/>
                </a:ext>
              </a:extLst>
            </p:cNvPr>
            <p:cNvSpPr txBox="1"/>
            <p:nvPr/>
          </p:nvSpPr>
          <p:spPr>
            <a:xfrm>
              <a:off x="8184714" y="4695439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0.8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1FCC03-3612-E038-BAA1-FDAFE306CA4A}"/>
                </a:ext>
              </a:extLst>
            </p:cNvPr>
            <p:cNvSpPr txBox="1"/>
            <p:nvPr/>
          </p:nvSpPr>
          <p:spPr>
            <a:xfrm>
              <a:off x="9167161" y="4695439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0.2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D26A52-A08B-CD55-9735-F0005344B577}"/>
                </a:ext>
              </a:extLst>
            </p:cNvPr>
            <p:cNvSpPr txBox="1"/>
            <p:nvPr/>
          </p:nvSpPr>
          <p:spPr>
            <a:xfrm>
              <a:off x="8184714" y="5182182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A07F25-A05F-DF81-EF7D-F9F42B6C8661}"/>
                    </a:ext>
                  </a:extLst>
                </p:cNvPr>
                <p:cNvSpPr txBox="1"/>
                <p:nvPr/>
              </p:nvSpPr>
              <p:spPr>
                <a:xfrm>
                  <a:off x="9167161" y="5182182"/>
                  <a:ext cx="83843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AU" sz="3200" dirty="0">
                      <a:latin typeface="Levenim MT" panose="02010502060101010101" pitchFamily="2" charset="-79"/>
                    </a:rPr>
                    <a:t>5</a:t>
                  </a: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A07F25-A05F-DF81-EF7D-F9F42B6C8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7161" y="5182182"/>
                  <a:ext cx="838439" cy="584775"/>
                </a:xfrm>
                <a:prstGeom prst="rect">
                  <a:avLst/>
                </a:prstGeom>
                <a:blipFill>
                  <a:blip r:embed="rId5"/>
                  <a:stretch>
                    <a:fillRect t="-11458" r="-11679" b="-3541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BCCF37E-91C8-8EA7-97BA-928BFA150B77}"/>
              </a:ext>
            </a:extLst>
          </p:cNvPr>
          <p:cNvSpPr txBox="1"/>
          <p:nvPr/>
        </p:nvSpPr>
        <p:spPr>
          <a:xfrm>
            <a:off x="6608851" y="2598476"/>
            <a:ext cx="838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200" dirty="0">
                <a:latin typeface="Levenim MT" panose="02010502060101010101" pitchFamily="2" charset="-79"/>
              </a:rPr>
              <a:t>0.5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ED3C16-4B09-FB7A-429F-238E5BBC89E3}"/>
              </a:ext>
            </a:extLst>
          </p:cNvPr>
          <p:cNvSpPr txBox="1"/>
          <p:nvPr/>
        </p:nvSpPr>
        <p:spPr>
          <a:xfrm>
            <a:off x="6992664" y="3718368"/>
            <a:ext cx="838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200" dirty="0">
                <a:latin typeface="Levenim MT" panose="02010502060101010101" pitchFamily="2" charset="-79"/>
              </a:rPr>
              <a:t>0.5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243FC-235A-6140-549D-054F76176561}"/>
              </a:ext>
            </a:extLst>
          </p:cNvPr>
          <p:cNvSpPr/>
          <p:nvPr/>
        </p:nvSpPr>
        <p:spPr>
          <a:xfrm>
            <a:off x="9948280" y="2698292"/>
            <a:ext cx="1708790" cy="482678"/>
          </a:xfrm>
          <a:prstGeom prst="rect">
            <a:avLst/>
          </a:prstGeom>
          <a:solidFill>
            <a:srgbClr val="FF0000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325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71" grpId="0" animBg="1"/>
      <p:bldP spid="46" grpId="0"/>
      <p:bldP spid="48" grpId="0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52A9316-750A-210C-3E53-B0916EDF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08AF8A-160A-6FBA-FC0B-AD1267DAD0CB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Chains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04DC6-0720-98DA-1595-391CCC4003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709"/>
          <a:stretch/>
        </p:blipFill>
        <p:spPr>
          <a:xfrm>
            <a:off x="884480" y="4614863"/>
            <a:ext cx="913952" cy="610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0392A0-E2A4-6E74-98A9-0E2BA6367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80" y="2730822"/>
            <a:ext cx="960233" cy="71619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860666-20DD-2E90-7B71-04EFE22FBAFB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434181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441CAB5-468B-5F64-E3F0-ED46F4EFBAD9}"/>
              </a:ext>
            </a:extLst>
          </p:cNvPr>
          <p:cNvSpPr/>
          <p:nvPr/>
        </p:nvSpPr>
        <p:spPr>
          <a:xfrm>
            <a:off x="2381061" y="488887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591036-7248-A351-A3CA-482F4AB4D9CE}"/>
              </a:ext>
            </a:extLst>
          </p:cNvPr>
          <p:cNvSpPr/>
          <p:nvPr/>
        </p:nvSpPr>
        <p:spPr>
          <a:xfrm>
            <a:off x="3705885" y="4889973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666A024-FDFA-1B0F-B970-956768A80610}"/>
              </a:ext>
            </a:extLst>
          </p:cNvPr>
          <p:cNvSpPr/>
          <p:nvPr/>
        </p:nvSpPr>
        <p:spPr>
          <a:xfrm>
            <a:off x="5030709" y="4891075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5320C9-EA94-10C6-7C69-0BFFB0BF26FC}"/>
              </a:ext>
            </a:extLst>
          </p:cNvPr>
          <p:cNvSpPr/>
          <p:nvPr/>
        </p:nvSpPr>
        <p:spPr>
          <a:xfrm>
            <a:off x="6355533" y="3091134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33D751D-0BA0-3252-5EB1-F1502245E20E}"/>
              </a:ext>
            </a:extLst>
          </p:cNvPr>
          <p:cNvSpPr/>
          <p:nvPr/>
        </p:nvSpPr>
        <p:spPr>
          <a:xfrm>
            <a:off x="7680357" y="3078032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9C1F3D-EA43-AFD7-B6D1-C64C5A8D7458}"/>
              </a:ext>
            </a:extLst>
          </p:cNvPr>
          <p:cNvSpPr txBox="1"/>
          <p:nvPr/>
        </p:nvSpPr>
        <p:spPr>
          <a:xfrm>
            <a:off x="10911840" y="5203348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6FAB85-FC70-DFCE-9E9E-53C43DE0EFD8}"/>
              </a:ext>
            </a:extLst>
          </p:cNvPr>
          <p:cNvCxnSpPr>
            <a:stCxn id="14" idx="6"/>
            <a:endCxn id="15" idx="2"/>
          </p:cNvCxnSpPr>
          <p:nvPr/>
        </p:nvCxnSpPr>
        <p:spPr>
          <a:xfrm>
            <a:off x="2592310" y="4989011"/>
            <a:ext cx="1113575" cy="110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5DF1AEB-5F18-89D0-79D3-41ED1979C4A4}"/>
              </a:ext>
            </a:extLst>
          </p:cNvPr>
          <p:cNvCxnSpPr/>
          <p:nvPr/>
        </p:nvCxnSpPr>
        <p:spPr>
          <a:xfrm>
            <a:off x="3917134" y="4983410"/>
            <a:ext cx="1113575" cy="110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5E73045-FFB8-7407-B286-C1F89294BCBD}"/>
              </a:ext>
            </a:extLst>
          </p:cNvPr>
          <p:cNvCxnSpPr>
            <a:cxnSpLocks/>
            <a:stCxn id="16" idx="7"/>
            <a:endCxn id="17" idx="3"/>
          </p:cNvCxnSpPr>
          <p:nvPr/>
        </p:nvCxnSpPr>
        <p:spPr>
          <a:xfrm flipV="1">
            <a:off x="5211021" y="3262083"/>
            <a:ext cx="1175449" cy="165832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7F02C9-CB7F-FB34-A66B-AA63307FFA6A}"/>
              </a:ext>
            </a:extLst>
          </p:cNvPr>
          <p:cNvCxnSpPr/>
          <p:nvPr/>
        </p:nvCxnSpPr>
        <p:spPr>
          <a:xfrm>
            <a:off x="6566782" y="3190171"/>
            <a:ext cx="1113575" cy="110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D4860BD-D94B-62A9-95E0-AFB5D2474C5B}"/>
              </a:ext>
            </a:extLst>
          </p:cNvPr>
          <p:cNvSpPr txBox="1"/>
          <p:nvPr/>
        </p:nvSpPr>
        <p:spPr>
          <a:xfrm>
            <a:off x="225582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885E1-4E6E-7D0A-C999-E9C4689BAAD3}"/>
              </a:ext>
            </a:extLst>
          </p:cNvPr>
          <p:cNvSpPr txBox="1"/>
          <p:nvPr/>
        </p:nvSpPr>
        <p:spPr>
          <a:xfrm>
            <a:off x="358064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B2F2D-6C20-CB9D-5C03-0037AE3CF912}"/>
              </a:ext>
            </a:extLst>
          </p:cNvPr>
          <p:cNvSpPr txBox="1"/>
          <p:nvPr/>
        </p:nvSpPr>
        <p:spPr>
          <a:xfrm>
            <a:off x="4905469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E1DCC-60A0-A897-B87F-3BB7F7BF7BAB}"/>
              </a:ext>
            </a:extLst>
          </p:cNvPr>
          <p:cNvSpPr txBox="1"/>
          <p:nvPr/>
        </p:nvSpPr>
        <p:spPr>
          <a:xfrm>
            <a:off x="6230293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831FF-88BF-3958-DC61-75DF08B19777}"/>
              </a:ext>
            </a:extLst>
          </p:cNvPr>
          <p:cNvSpPr txBox="1"/>
          <p:nvPr/>
        </p:nvSpPr>
        <p:spPr>
          <a:xfrm>
            <a:off x="7555117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0F427-E980-70A5-B17F-8D208119C4A6}"/>
              </a:ext>
            </a:extLst>
          </p:cNvPr>
          <p:cNvSpPr txBox="1"/>
          <p:nvPr/>
        </p:nvSpPr>
        <p:spPr>
          <a:xfrm>
            <a:off x="887994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C0E008-4F91-8E76-076B-3856E520E157}"/>
              </a:ext>
            </a:extLst>
          </p:cNvPr>
          <p:cNvSpPr txBox="1"/>
          <p:nvPr/>
        </p:nvSpPr>
        <p:spPr>
          <a:xfrm>
            <a:off x="1020476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4884F2-23A1-4AD2-B38D-92B848E3ED02}"/>
              </a:ext>
            </a:extLst>
          </p:cNvPr>
          <p:cNvCxnSpPr>
            <a:cxnSpLocks/>
          </p:cNvCxnSpPr>
          <p:nvPr/>
        </p:nvCxnSpPr>
        <p:spPr>
          <a:xfrm>
            <a:off x="247781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BE8A69-9871-A01B-494C-8F9630E6C91F}"/>
              </a:ext>
            </a:extLst>
          </p:cNvPr>
          <p:cNvCxnSpPr>
            <a:cxnSpLocks/>
          </p:cNvCxnSpPr>
          <p:nvPr/>
        </p:nvCxnSpPr>
        <p:spPr>
          <a:xfrm>
            <a:off x="381150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15D4D1-7754-5A00-49E9-905B3C598427}"/>
              </a:ext>
            </a:extLst>
          </p:cNvPr>
          <p:cNvCxnSpPr>
            <a:cxnSpLocks/>
          </p:cNvCxnSpPr>
          <p:nvPr/>
        </p:nvCxnSpPr>
        <p:spPr>
          <a:xfrm>
            <a:off x="5136332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F0B758-9A43-009F-0FE6-A35216066FEB}"/>
              </a:ext>
            </a:extLst>
          </p:cNvPr>
          <p:cNvCxnSpPr>
            <a:cxnSpLocks/>
          </p:cNvCxnSpPr>
          <p:nvPr/>
        </p:nvCxnSpPr>
        <p:spPr>
          <a:xfrm>
            <a:off x="646115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5D8695-8189-1C22-E41D-8D1E2E9DBE26}"/>
              </a:ext>
            </a:extLst>
          </p:cNvPr>
          <p:cNvCxnSpPr>
            <a:cxnSpLocks/>
          </p:cNvCxnSpPr>
          <p:nvPr/>
        </p:nvCxnSpPr>
        <p:spPr>
          <a:xfrm>
            <a:off x="7785980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DBBB0F-D4AB-2854-CBE7-448DDF86997D}"/>
              </a:ext>
            </a:extLst>
          </p:cNvPr>
          <p:cNvCxnSpPr>
            <a:cxnSpLocks/>
          </p:cNvCxnSpPr>
          <p:nvPr/>
        </p:nvCxnSpPr>
        <p:spPr>
          <a:xfrm>
            <a:off x="9110804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6F78B99-8910-ADAD-FB81-9D98DFA44C58}"/>
              </a:ext>
            </a:extLst>
          </p:cNvPr>
          <p:cNvCxnSpPr>
            <a:cxnSpLocks/>
          </p:cNvCxnSpPr>
          <p:nvPr/>
        </p:nvCxnSpPr>
        <p:spPr>
          <a:xfrm>
            <a:off x="1043562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6B8BDAE-CAFB-0683-C1BB-D99D85FD219C}"/>
              </a:ext>
            </a:extLst>
          </p:cNvPr>
          <p:cNvGrpSpPr/>
          <p:nvPr/>
        </p:nvGrpSpPr>
        <p:grpSpPr>
          <a:xfrm>
            <a:off x="8202791" y="1081735"/>
            <a:ext cx="3902933" cy="2300612"/>
            <a:chOff x="6532817" y="3562836"/>
            <a:chExt cx="3902933" cy="2300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DE567C1-E976-58C7-4C0B-6EC1C65E517C}"/>
                    </a:ext>
                  </a:extLst>
                </p:cNvPr>
                <p:cNvSpPr txBox="1"/>
                <p:nvPr/>
              </p:nvSpPr>
              <p:spPr>
                <a:xfrm>
                  <a:off x="7879794" y="4562275"/>
                  <a:ext cx="2555956" cy="12906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AU" sz="4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AU" sz="48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/>
                              </m:mr>
                              <m:mr>
                                <m:e/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lang="en-AU" sz="4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DE567C1-E976-58C7-4C0B-6EC1C65E51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9794" y="4562275"/>
                  <a:ext cx="2555956" cy="1290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868E8D7-C6D3-BC94-50C1-3D13A1364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74974" y="4474884"/>
              <a:ext cx="838439" cy="68533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B647D94-57C8-B4F5-1B86-EAF1ADE2A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37152" y="4011880"/>
              <a:ext cx="838439" cy="685331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985517B1-E314-2DDF-D8A1-6AC5AFA55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23378" y="3993227"/>
              <a:ext cx="880896" cy="685331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0A48478-8055-37CE-AFEC-45D100F02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70751" y="5178117"/>
              <a:ext cx="880896" cy="685331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12A4F8D-1990-5918-ECED-55031DACBCF3}"/>
                </a:ext>
              </a:extLst>
            </p:cNvPr>
            <p:cNvSpPr txBox="1"/>
            <p:nvPr/>
          </p:nvSpPr>
          <p:spPr>
            <a:xfrm rot="16200000">
              <a:off x="6234415" y="4885075"/>
              <a:ext cx="11200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2800" dirty="0">
                  <a:latin typeface="Levenim MT" panose="02010502060101010101" pitchFamily="2" charset="-79"/>
                </a:rPr>
                <a:t>From: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5CF73F7-6B97-D546-4691-9D4037CFDC09}"/>
                </a:ext>
              </a:extLst>
            </p:cNvPr>
            <p:cNvSpPr txBox="1"/>
            <p:nvPr/>
          </p:nvSpPr>
          <p:spPr>
            <a:xfrm>
              <a:off x="8615620" y="3562836"/>
              <a:ext cx="11200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2800" dirty="0">
                  <a:latin typeface="Levenim MT" panose="02010502060101010101" pitchFamily="2" charset="-79"/>
                </a:rPr>
                <a:t>To: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CA066CD-A9C5-A292-A8C3-CDACCD9785A8}"/>
                </a:ext>
              </a:extLst>
            </p:cNvPr>
            <p:cNvSpPr/>
            <p:nvPr/>
          </p:nvSpPr>
          <p:spPr>
            <a:xfrm>
              <a:off x="8261127" y="4649665"/>
              <a:ext cx="1708790" cy="120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latin typeface="Levenim MT" panose="02010502060101010101" pitchFamily="2" charset="-79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E3DC564-7EFE-5DB4-A7C8-3ED6A07BF396}"/>
                </a:ext>
              </a:extLst>
            </p:cNvPr>
            <p:cNvSpPr txBox="1"/>
            <p:nvPr/>
          </p:nvSpPr>
          <p:spPr>
            <a:xfrm>
              <a:off x="8184714" y="4695439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0.8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A5AD87D-81FC-1E84-19B8-D940E548BD54}"/>
                </a:ext>
              </a:extLst>
            </p:cNvPr>
            <p:cNvSpPr txBox="1"/>
            <p:nvPr/>
          </p:nvSpPr>
          <p:spPr>
            <a:xfrm>
              <a:off x="9167161" y="4695439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B8F5019-D8AA-5445-7995-5655B32ED6F5}"/>
                </a:ext>
              </a:extLst>
            </p:cNvPr>
            <p:cNvSpPr txBox="1"/>
            <p:nvPr/>
          </p:nvSpPr>
          <p:spPr>
            <a:xfrm>
              <a:off x="8184714" y="5182182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C0FC0E1-3A32-41DE-E000-3600A94A7EFA}"/>
                    </a:ext>
                  </a:extLst>
                </p:cNvPr>
                <p:cNvSpPr txBox="1"/>
                <p:nvPr/>
              </p:nvSpPr>
              <p:spPr>
                <a:xfrm>
                  <a:off x="9167161" y="5182182"/>
                  <a:ext cx="83843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AU" sz="3200" dirty="0">
                      <a:latin typeface="Levenim MT" panose="02010502060101010101" pitchFamily="2" charset="-79"/>
                    </a:rPr>
                    <a:t>5</a:t>
                  </a: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C0FC0E1-3A32-41DE-E000-3600A94A7E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7161" y="5182182"/>
                  <a:ext cx="838439" cy="584775"/>
                </a:xfrm>
                <a:prstGeom prst="rect">
                  <a:avLst/>
                </a:prstGeom>
                <a:blipFill>
                  <a:blip r:embed="rId5"/>
                  <a:stretch>
                    <a:fillRect t="-11458" r="-11679" b="-3541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99666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33B7A-9D8F-DF40-560A-8DB967710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095053C-F9BC-B253-8F9B-9C10ABC2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B929381-02D8-D736-E4DC-181B01F3093E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Chains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279F1-7B0B-053D-E105-D34CE71D5F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709"/>
          <a:stretch/>
        </p:blipFill>
        <p:spPr>
          <a:xfrm>
            <a:off x="884480" y="4614863"/>
            <a:ext cx="913952" cy="610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B3F234-D6B2-7540-C701-B75E73A02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80" y="2730822"/>
            <a:ext cx="960233" cy="71619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BE15E8-6F48-AA56-92C3-8525FEB66ACC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434181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7CF7FFE-3BA8-439C-5F83-ADE45D624B05}"/>
              </a:ext>
            </a:extLst>
          </p:cNvPr>
          <p:cNvSpPr/>
          <p:nvPr/>
        </p:nvSpPr>
        <p:spPr>
          <a:xfrm>
            <a:off x="2381061" y="488887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0774A1-7FCA-A792-455E-883C1A7848E7}"/>
              </a:ext>
            </a:extLst>
          </p:cNvPr>
          <p:cNvSpPr/>
          <p:nvPr/>
        </p:nvSpPr>
        <p:spPr>
          <a:xfrm>
            <a:off x="3705885" y="4889973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0914B5A-3816-CA5B-531A-C025A17E5ED1}"/>
              </a:ext>
            </a:extLst>
          </p:cNvPr>
          <p:cNvSpPr/>
          <p:nvPr/>
        </p:nvSpPr>
        <p:spPr>
          <a:xfrm>
            <a:off x="5030709" y="4891075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4A7CEFF-75F7-DB69-4163-AD3AD5812CDA}"/>
              </a:ext>
            </a:extLst>
          </p:cNvPr>
          <p:cNvSpPr/>
          <p:nvPr/>
        </p:nvSpPr>
        <p:spPr>
          <a:xfrm>
            <a:off x="6355533" y="3091134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105FA95-4C16-E87D-2416-174B87828416}"/>
              </a:ext>
            </a:extLst>
          </p:cNvPr>
          <p:cNvSpPr/>
          <p:nvPr/>
        </p:nvSpPr>
        <p:spPr>
          <a:xfrm>
            <a:off x="7680357" y="3078032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82A786-C2C1-6706-EC17-5022CD4CA644}"/>
              </a:ext>
            </a:extLst>
          </p:cNvPr>
          <p:cNvSpPr/>
          <p:nvPr/>
        </p:nvSpPr>
        <p:spPr>
          <a:xfrm>
            <a:off x="9005179" y="488887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0314E97-CD82-D98E-249F-A59EC36C4209}"/>
              </a:ext>
            </a:extLst>
          </p:cNvPr>
          <p:cNvSpPr/>
          <p:nvPr/>
        </p:nvSpPr>
        <p:spPr>
          <a:xfrm>
            <a:off x="10330003" y="4888870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340964-62C0-53AA-8F7F-8B2BBC66CA7B}"/>
              </a:ext>
            </a:extLst>
          </p:cNvPr>
          <p:cNvSpPr txBox="1"/>
          <p:nvPr/>
        </p:nvSpPr>
        <p:spPr>
          <a:xfrm>
            <a:off x="10911840" y="5203348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7C00BC-A206-CB0A-2E5F-392C4F20C848}"/>
              </a:ext>
            </a:extLst>
          </p:cNvPr>
          <p:cNvCxnSpPr>
            <a:stCxn id="14" idx="6"/>
            <a:endCxn id="15" idx="2"/>
          </p:cNvCxnSpPr>
          <p:nvPr/>
        </p:nvCxnSpPr>
        <p:spPr>
          <a:xfrm>
            <a:off x="2592310" y="4989011"/>
            <a:ext cx="1113575" cy="110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B1884AD-BFC8-F02E-94DE-EB96A3FC995B}"/>
              </a:ext>
            </a:extLst>
          </p:cNvPr>
          <p:cNvCxnSpPr/>
          <p:nvPr/>
        </p:nvCxnSpPr>
        <p:spPr>
          <a:xfrm>
            <a:off x="3917134" y="4983410"/>
            <a:ext cx="1113575" cy="110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59CA20-256F-DA06-6910-7A5408C3F2D5}"/>
              </a:ext>
            </a:extLst>
          </p:cNvPr>
          <p:cNvCxnSpPr>
            <a:cxnSpLocks/>
            <a:stCxn id="16" idx="7"/>
            <a:endCxn id="17" idx="3"/>
          </p:cNvCxnSpPr>
          <p:nvPr/>
        </p:nvCxnSpPr>
        <p:spPr>
          <a:xfrm flipV="1">
            <a:off x="5211021" y="3262083"/>
            <a:ext cx="1175449" cy="165832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541BF37-10B8-FC72-EF41-8689A85DD08F}"/>
              </a:ext>
            </a:extLst>
          </p:cNvPr>
          <p:cNvCxnSpPr/>
          <p:nvPr/>
        </p:nvCxnSpPr>
        <p:spPr>
          <a:xfrm>
            <a:off x="6566782" y="3190171"/>
            <a:ext cx="1113575" cy="110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440EFA0-1B14-B73D-8B03-6DB75A3BE921}"/>
              </a:ext>
            </a:extLst>
          </p:cNvPr>
          <p:cNvCxnSpPr>
            <a:cxnSpLocks/>
            <a:stCxn id="19" idx="1"/>
            <a:endCxn id="18" idx="5"/>
          </p:cNvCxnSpPr>
          <p:nvPr/>
        </p:nvCxnSpPr>
        <p:spPr>
          <a:xfrm flipH="1" flipV="1">
            <a:off x="7860669" y="3248981"/>
            <a:ext cx="1175447" cy="166922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3FE648-5630-0581-2BDA-D19C1184E2A0}"/>
              </a:ext>
            </a:extLst>
          </p:cNvPr>
          <p:cNvCxnSpPr/>
          <p:nvPr/>
        </p:nvCxnSpPr>
        <p:spPr>
          <a:xfrm>
            <a:off x="9216428" y="4982308"/>
            <a:ext cx="1113575" cy="110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5FAFC2D-2926-3225-C974-112D261F0AF1}"/>
              </a:ext>
            </a:extLst>
          </p:cNvPr>
          <p:cNvSpPr txBox="1"/>
          <p:nvPr/>
        </p:nvSpPr>
        <p:spPr>
          <a:xfrm>
            <a:off x="225582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E6324E-7EFD-8BCB-C8DF-3A258B69F492}"/>
              </a:ext>
            </a:extLst>
          </p:cNvPr>
          <p:cNvSpPr txBox="1"/>
          <p:nvPr/>
        </p:nvSpPr>
        <p:spPr>
          <a:xfrm>
            <a:off x="358064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A9AC7-5428-72B2-FDC6-5E12EB99BA0E}"/>
              </a:ext>
            </a:extLst>
          </p:cNvPr>
          <p:cNvSpPr txBox="1"/>
          <p:nvPr/>
        </p:nvSpPr>
        <p:spPr>
          <a:xfrm>
            <a:off x="4905469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E9B713-93B5-D396-A567-AD30CBF00511}"/>
              </a:ext>
            </a:extLst>
          </p:cNvPr>
          <p:cNvSpPr txBox="1"/>
          <p:nvPr/>
        </p:nvSpPr>
        <p:spPr>
          <a:xfrm>
            <a:off x="6230293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ED7687-54ED-D2F9-8F29-C840D7B31F75}"/>
              </a:ext>
            </a:extLst>
          </p:cNvPr>
          <p:cNvSpPr txBox="1"/>
          <p:nvPr/>
        </p:nvSpPr>
        <p:spPr>
          <a:xfrm>
            <a:off x="7555117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D0C830-B218-04C6-59DF-00FDF9E91F45}"/>
              </a:ext>
            </a:extLst>
          </p:cNvPr>
          <p:cNvSpPr txBox="1"/>
          <p:nvPr/>
        </p:nvSpPr>
        <p:spPr>
          <a:xfrm>
            <a:off x="887994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1B4973-2F34-7D1D-6B19-0ECFE4BF1C86}"/>
              </a:ext>
            </a:extLst>
          </p:cNvPr>
          <p:cNvSpPr txBox="1"/>
          <p:nvPr/>
        </p:nvSpPr>
        <p:spPr>
          <a:xfrm>
            <a:off x="1020476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40CA92-721F-B5E6-B1BD-6521810F9EC2}"/>
              </a:ext>
            </a:extLst>
          </p:cNvPr>
          <p:cNvCxnSpPr>
            <a:cxnSpLocks/>
          </p:cNvCxnSpPr>
          <p:nvPr/>
        </p:nvCxnSpPr>
        <p:spPr>
          <a:xfrm>
            <a:off x="247781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9C01300-07E4-3E00-8D82-A6F66067A5DE}"/>
              </a:ext>
            </a:extLst>
          </p:cNvPr>
          <p:cNvCxnSpPr>
            <a:cxnSpLocks/>
          </p:cNvCxnSpPr>
          <p:nvPr/>
        </p:nvCxnSpPr>
        <p:spPr>
          <a:xfrm>
            <a:off x="381150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6FEAF9D-D9D7-29D2-36F3-8ECBE24F7D3C}"/>
              </a:ext>
            </a:extLst>
          </p:cNvPr>
          <p:cNvCxnSpPr>
            <a:cxnSpLocks/>
          </p:cNvCxnSpPr>
          <p:nvPr/>
        </p:nvCxnSpPr>
        <p:spPr>
          <a:xfrm>
            <a:off x="5136332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E2D9E2-BCAB-8C37-6AC9-90E382E64286}"/>
              </a:ext>
            </a:extLst>
          </p:cNvPr>
          <p:cNvCxnSpPr>
            <a:cxnSpLocks/>
          </p:cNvCxnSpPr>
          <p:nvPr/>
        </p:nvCxnSpPr>
        <p:spPr>
          <a:xfrm>
            <a:off x="646115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8BD0409-BF57-92FF-0419-E3833A744408}"/>
              </a:ext>
            </a:extLst>
          </p:cNvPr>
          <p:cNvCxnSpPr>
            <a:cxnSpLocks/>
          </p:cNvCxnSpPr>
          <p:nvPr/>
        </p:nvCxnSpPr>
        <p:spPr>
          <a:xfrm>
            <a:off x="7785980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2A25A4E-0F07-D1DE-4F9C-2DDC913D2AD5}"/>
              </a:ext>
            </a:extLst>
          </p:cNvPr>
          <p:cNvCxnSpPr>
            <a:cxnSpLocks/>
          </p:cNvCxnSpPr>
          <p:nvPr/>
        </p:nvCxnSpPr>
        <p:spPr>
          <a:xfrm>
            <a:off x="9110804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A0802CD-BEF4-011A-FA36-A390F3125893}"/>
              </a:ext>
            </a:extLst>
          </p:cNvPr>
          <p:cNvCxnSpPr>
            <a:cxnSpLocks/>
          </p:cNvCxnSpPr>
          <p:nvPr/>
        </p:nvCxnSpPr>
        <p:spPr>
          <a:xfrm>
            <a:off x="1043562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AB35894-6ED5-41ED-197D-94B4A3ADA154}"/>
              </a:ext>
            </a:extLst>
          </p:cNvPr>
          <p:cNvGrpSpPr/>
          <p:nvPr/>
        </p:nvGrpSpPr>
        <p:grpSpPr>
          <a:xfrm>
            <a:off x="8202791" y="1081735"/>
            <a:ext cx="3902933" cy="2300612"/>
            <a:chOff x="6532817" y="3562836"/>
            <a:chExt cx="3902933" cy="2300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A42DB28-34CB-D5AC-BFAA-221170242D4D}"/>
                    </a:ext>
                  </a:extLst>
                </p:cNvPr>
                <p:cNvSpPr txBox="1"/>
                <p:nvPr/>
              </p:nvSpPr>
              <p:spPr>
                <a:xfrm>
                  <a:off x="7879794" y="4562275"/>
                  <a:ext cx="2555956" cy="12906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AU" sz="4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AU" sz="48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/>
                              </m:mr>
                              <m:mr>
                                <m:e/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lang="en-AU" sz="4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A42DB28-34CB-D5AC-BFAA-221170242D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9794" y="4562275"/>
                  <a:ext cx="2555956" cy="1290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1E18204-8D80-7EE7-BB19-D78605FF2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74974" y="4474884"/>
              <a:ext cx="838439" cy="68533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16E8AB0F-1E73-16BC-C601-8535EAEC2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37152" y="4011880"/>
              <a:ext cx="838439" cy="685331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83B3C5E-AF65-45DC-E55E-E1315D7A7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23378" y="3993227"/>
              <a:ext cx="880896" cy="685331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A72579C1-4409-67FA-FB82-176A54354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70751" y="5178117"/>
              <a:ext cx="880896" cy="685331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4091330-48C8-DADA-295B-E53AF81CA1A7}"/>
                </a:ext>
              </a:extLst>
            </p:cNvPr>
            <p:cNvSpPr txBox="1"/>
            <p:nvPr/>
          </p:nvSpPr>
          <p:spPr>
            <a:xfrm rot="16200000">
              <a:off x="6234415" y="4885075"/>
              <a:ext cx="11200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2800" dirty="0">
                  <a:latin typeface="Levenim MT" panose="02010502060101010101" pitchFamily="2" charset="-79"/>
                </a:rPr>
                <a:t>From: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F420D2-16C3-2E63-B7DB-5B913842A88A}"/>
                </a:ext>
              </a:extLst>
            </p:cNvPr>
            <p:cNvSpPr txBox="1"/>
            <p:nvPr/>
          </p:nvSpPr>
          <p:spPr>
            <a:xfrm>
              <a:off x="8615620" y="3562836"/>
              <a:ext cx="11200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2800" dirty="0">
                  <a:latin typeface="Levenim MT" panose="02010502060101010101" pitchFamily="2" charset="-79"/>
                </a:rPr>
                <a:t>To: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FFD9C9A-79DE-8D92-360C-E18D5DE6422F}"/>
                </a:ext>
              </a:extLst>
            </p:cNvPr>
            <p:cNvSpPr/>
            <p:nvPr/>
          </p:nvSpPr>
          <p:spPr>
            <a:xfrm>
              <a:off x="8261127" y="4649665"/>
              <a:ext cx="1708790" cy="120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latin typeface="Levenim MT" panose="02010502060101010101" pitchFamily="2" charset="-79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7CC79EC-7C8C-DB65-C6CD-5535B45CBB58}"/>
                </a:ext>
              </a:extLst>
            </p:cNvPr>
            <p:cNvSpPr txBox="1"/>
            <p:nvPr/>
          </p:nvSpPr>
          <p:spPr>
            <a:xfrm>
              <a:off x="8184714" y="4695439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0.8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D25A5FC-BB33-90B1-CE23-1A49EF127845}"/>
                </a:ext>
              </a:extLst>
            </p:cNvPr>
            <p:cNvSpPr txBox="1"/>
            <p:nvPr/>
          </p:nvSpPr>
          <p:spPr>
            <a:xfrm>
              <a:off x="9167161" y="4695439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89D11F1-2E6E-1126-8166-A00586FB0C67}"/>
                </a:ext>
              </a:extLst>
            </p:cNvPr>
            <p:cNvSpPr txBox="1"/>
            <p:nvPr/>
          </p:nvSpPr>
          <p:spPr>
            <a:xfrm>
              <a:off x="8184714" y="5182182"/>
              <a:ext cx="8384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3200" dirty="0">
                  <a:latin typeface="Levenim MT" panose="02010502060101010101" pitchFamily="2" charset="-79"/>
                </a:rPr>
                <a:t>0.5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E7C3F04-8D92-0092-D2CE-BF1F1B35F1DC}"/>
                    </a:ext>
                  </a:extLst>
                </p:cNvPr>
                <p:cNvSpPr txBox="1"/>
                <p:nvPr/>
              </p:nvSpPr>
              <p:spPr>
                <a:xfrm>
                  <a:off x="9167161" y="5182182"/>
                  <a:ext cx="83843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AU" sz="3200" dirty="0">
                      <a:latin typeface="Levenim MT" panose="02010502060101010101" pitchFamily="2" charset="-79"/>
                    </a:rPr>
                    <a:t>5</a:t>
                  </a: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E7C3F04-8D92-0092-D2CE-BF1F1B35F1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7161" y="5182182"/>
                  <a:ext cx="838439" cy="584775"/>
                </a:xfrm>
                <a:prstGeom prst="rect">
                  <a:avLst/>
                </a:prstGeom>
                <a:blipFill>
                  <a:blip r:embed="rId5"/>
                  <a:stretch>
                    <a:fillRect t="-11458" r="-11679" b="-3541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29107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ABD20C-2A41-9084-4614-6CB7B6095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92" y="1755270"/>
            <a:ext cx="8659439" cy="491940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968143-6B98-7440-ED48-3AD0CE16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tutorial/01-tutorial </a:t>
            </a:r>
            <a:r>
              <a:rPr lang="en-AU" dirty="0" err="1"/>
              <a:t>markov</a:t>
            </a:r>
            <a:r>
              <a:rPr lang="en-AU" dirty="0"/>
              <a:t> </a:t>
            </a:r>
            <a:r>
              <a:rPr lang="en-AU" dirty="0" err="1"/>
              <a:t>chain.R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86553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ECE1-9066-299B-C186-9D865F39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A482336-DF1F-59FC-5A73-A45D2A9B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tutorial/01-tutorial </a:t>
            </a:r>
            <a:r>
              <a:rPr lang="en-AU" dirty="0" err="1"/>
              <a:t>markov</a:t>
            </a:r>
            <a:r>
              <a:rPr lang="en-AU" dirty="0"/>
              <a:t> </a:t>
            </a:r>
            <a:r>
              <a:rPr lang="en-AU" dirty="0" err="1"/>
              <a:t>chain.R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7F7B74-0DB6-80D3-F886-0B9746EEB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2141"/>
            <a:ext cx="10118893" cy="48021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4479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D54F24-EF6C-E020-ECBC-F2FF8C169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Your turn!</a:t>
            </a:r>
          </a:p>
          <a:p>
            <a:r>
              <a:rPr lang="en-AU" dirty="0"/>
              <a:t>If it is rainy today, the probability that tomorrow is sunny is 0.6</a:t>
            </a:r>
          </a:p>
          <a:p>
            <a:r>
              <a:rPr lang="en-AU" dirty="0"/>
              <a:t>If it is sunny today, the probability that tomorrow is rainy is 0.2.</a:t>
            </a:r>
          </a:p>
          <a:p>
            <a:pPr lvl="1"/>
            <a:r>
              <a:rPr lang="en-AU" sz="2800" dirty="0"/>
              <a:t>Define the state space</a:t>
            </a:r>
          </a:p>
          <a:p>
            <a:pPr lvl="1"/>
            <a:r>
              <a:rPr lang="en-AU" sz="2800" dirty="0"/>
              <a:t>Define the transition function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08AF8A-160A-6FBA-FC0B-AD1267DAD0CB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Chains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E436B22-6462-5F84-6B3C-0AADA15FE587}"/>
              </a:ext>
            </a:extLst>
          </p:cNvPr>
          <p:cNvGrpSpPr/>
          <p:nvPr/>
        </p:nvGrpSpPr>
        <p:grpSpPr>
          <a:xfrm>
            <a:off x="1413072" y="5597632"/>
            <a:ext cx="3049913" cy="787653"/>
            <a:chOff x="1413072" y="5597632"/>
            <a:chExt cx="3049913" cy="787653"/>
          </a:xfrm>
        </p:grpSpPr>
        <p:pic>
          <p:nvPicPr>
            <p:cNvPr id="11" name="Picture 10" descr="Sun and clouds with rain drops&#10;&#10;Description automatically generated">
              <a:extLst>
                <a:ext uri="{FF2B5EF4-FFF2-40B4-BE49-F238E27FC236}">
                  <a16:creationId xmlns:a16="http://schemas.microsoft.com/office/drawing/2014/main" id="{6672F481-8AAA-60D4-44F3-4768D211B1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78" t="46553" r="5586" b="17521"/>
            <a:stretch/>
          </p:blipFill>
          <p:spPr>
            <a:xfrm>
              <a:off x="2627957" y="5668083"/>
              <a:ext cx="959668" cy="646753"/>
            </a:xfrm>
            <a:prstGeom prst="rect">
              <a:avLst/>
            </a:prstGeom>
          </p:spPr>
        </p:pic>
        <p:pic>
          <p:nvPicPr>
            <p:cNvPr id="12" name="Picture 11" descr="Sun and clouds with rain drops&#10;&#10;Description automatically generated">
              <a:extLst>
                <a:ext uri="{FF2B5EF4-FFF2-40B4-BE49-F238E27FC236}">
                  <a16:creationId xmlns:a16="http://schemas.microsoft.com/office/drawing/2014/main" id="{7999B6F7-E7C7-EF5A-70BE-38E214D565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422" t="4812" r="32319" b="51435"/>
            <a:stretch/>
          </p:blipFill>
          <p:spPr>
            <a:xfrm>
              <a:off x="3693441" y="5597632"/>
              <a:ext cx="769544" cy="78765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D5A89E5-5971-9E01-DE3F-41FE5DB1C0EC}"/>
                </a:ext>
              </a:extLst>
            </p:cNvPr>
            <p:cNvSpPr txBox="1"/>
            <p:nvPr/>
          </p:nvSpPr>
          <p:spPr>
            <a:xfrm>
              <a:off x="1413072" y="5668702"/>
              <a:ext cx="136864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2800" dirty="0">
                  <a:latin typeface="Levenim MT" panose="02010502060101010101" pitchFamily="2" charset="-79"/>
                </a:rPr>
                <a:t>States: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8EB246-D6DA-CCE9-BC94-A071021B461B}"/>
              </a:ext>
            </a:extLst>
          </p:cNvPr>
          <p:cNvGrpSpPr/>
          <p:nvPr/>
        </p:nvGrpSpPr>
        <p:grpSpPr>
          <a:xfrm>
            <a:off x="5443347" y="4644720"/>
            <a:ext cx="6090985" cy="2148009"/>
            <a:chOff x="5443347" y="4644720"/>
            <a:chExt cx="6090985" cy="2148009"/>
          </a:xfrm>
        </p:grpSpPr>
        <p:pic>
          <p:nvPicPr>
            <p:cNvPr id="3" name="Picture 2" descr="Sun and clouds with rain drops&#10;&#10;Description automatically generated">
              <a:extLst>
                <a:ext uri="{FF2B5EF4-FFF2-40B4-BE49-F238E27FC236}">
                  <a16:creationId xmlns:a16="http://schemas.microsoft.com/office/drawing/2014/main" id="{3A50969E-7E2D-F8BA-4FFA-29EDA12403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422" t="4812" r="32319" b="51435"/>
            <a:stretch/>
          </p:blipFill>
          <p:spPr>
            <a:xfrm>
              <a:off x="7858116" y="6005076"/>
              <a:ext cx="769544" cy="787653"/>
            </a:xfrm>
            <a:prstGeom prst="rect">
              <a:avLst/>
            </a:prstGeom>
          </p:spPr>
        </p:pic>
        <p:pic>
          <p:nvPicPr>
            <p:cNvPr id="7" name="Picture 6" descr="Sun and clouds with rain drops&#10;&#10;Description automatically generated">
              <a:extLst>
                <a:ext uri="{FF2B5EF4-FFF2-40B4-BE49-F238E27FC236}">
                  <a16:creationId xmlns:a16="http://schemas.microsoft.com/office/drawing/2014/main" id="{C631D326-B0DE-AE7C-BBCD-3E32B6321E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78" t="46553" r="5586" b="17521"/>
            <a:stretch/>
          </p:blipFill>
          <p:spPr>
            <a:xfrm>
              <a:off x="8848318" y="4715171"/>
              <a:ext cx="959668" cy="64675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E4A44BB-4A7C-80A3-F939-3B98CCD92BFC}"/>
                    </a:ext>
                  </a:extLst>
                </p:cNvPr>
                <p:cNvSpPr txBox="1"/>
                <p:nvPr/>
              </p:nvSpPr>
              <p:spPr>
                <a:xfrm>
                  <a:off x="8491063" y="5361924"/>
                  <a:ext cx="3043269" cy="12316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AU" sz="4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AU" sz="48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AU" sz="4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AU" sz="4800" b="0" i="1" smtClean="0">
                                      <a:latin typeface="Cambria Math" panose="02040503050406030204" pitchFamily="18" charset="0"/>
                                    </a:rPr>
                                    <m:t>.4</m:t>
                                  </m:r>
                                </m:e>
                                <m:e>
                                  <m:r>
                                    <a:rPr lang="en-AU" sz="4800" b="0" i="1" smtClean="0">
                                      <a:latin typeface="Cambria Math" panose="02040503050406030204" pitchFamily="18" charset="0"/>
                                    </a:rPr>
                                    <m:t>0.6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AU" sz="4800" b="0" i="1" smtClean="0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  <m:e>
                                  <m:r>
                                    <a:rPr lang="en-AU" sz="4800" b="0" i="1" smtClean="0">
                                      <a:latin typeface="Cambria Math" panose="02040503050406030204" pitchFamily="18" charset="0"/>
                                    </a:rPr>
                                    <m:t>0.8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AU" sz="4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E4A44BB-4A7C-80A3-F939-3B98CCD92B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1063" y="5361924"/>
                  <a:ext cx="3043269" cy="123168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Picture 8" descr="Sun and clouds with rain drops&#10;&#10;Description automatically generated">
              <a:extLst>
                <a:ext uri="{FF2B5EF4-FFF2-40B4-BE49-F238E27FC236}">
                  <a16:creationId xmlns:a16="http://schemas.microsoft.com/office/drawing/2014/main" id="{2FFE5B16-148C-2C0F-6028-4D6E309517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422" t="4812" r="32319" b="51435"/>
            <a:stretch/>
          </p:blipFill>
          <p:spPr>
            <a:xfrm>
              <a:off x="10346310" y="4644720"/>
              <a:ext cx="769544" cy="787653"/>
            </a:xfrm>
            <a:prstGeom prst="rect">
              <a:avLst/>
            </a:prstGeom>
          </p:spPr>
        </p:pic>
        <p:pic>
          <p:nvPicPr>
            <p:cNvPr id="10" name="Picture 9" descr="Sun and clouds with rain drops&#10;&#10;Description automatically generated">
              <a:extLst>
                <a:ext uri="{FF2B5EF4-FFF2-40B4-BE49-F238E27FC236}">
                  <a16:creationId xmlns:a16="http://schemas.microsoft.com/office/drawing/2014/main" id="{EFFCCB0E-02FF-968D-12D7-0FC4855521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78" t="46553" r="10213" b="17521"/>
            <a:stretch/>
          </p:blipFill>
          <p:spPr>
            <a:xfrm>
              <a:off x="7753590" y="5290854"/>
              <a:ext cx="841999" cy="646753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6440423-254B-B52C-8162-676BD3316E97}"/>
                </a:ext>
              </a:extLst>
            </p:cNvPr>
            <p:cNvSpPr txBox="1"/>
            <p:nvPr/>
          </p:nvSpPr>
          <p:spPr>
            <a:xfrm>
              <a:off x="5443347" y="5500712"/>
              <a:ext cx="228567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2800" dirty="0">
                  <a:latin typeface="Levenim MT" panose="02010502060101010101" pitchFamily="2" charset="-79"/>
                </a:rPr>
                <a:t>Transition function: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7F4082A-2BA5-5670-925F-6EFE4E10A05D}"/>
              </a:ext>
            </a:extLst>
          </p:cNvPr>
          <p:cNvSpPr txBox="1"/>
          <p:nvPr/>
        </p:nvSpPr>
        <p:spPr>
          <a:xfrm rot="16200000">
            <a:off x="7010478" y="5633197"/>
            <a:ext cx="1120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From: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CF0962-319F-251C-9586-6C4FB5E257BF}"/>
              </a:ext>
            </a:extLst>
          </p:cNvPr>
          <p:cNvSpPr txBox="1"/>
          <p:nvPr/>
        </p:nvSpPr>
        <p:spPr>
          <a:xfrm>
            <a:off x="9391683" y="4310958"/>
            <a:ext cx="1120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To:</a:t>
            </a:r>
          </a:p>
        </p:txBody>
      </p:sp>
    </p:spTree>
    <p:extLst>
      <p:ext uri="{BB962C8B-B14F-4D97-AF65-F5344CB8AC3E}">
        <p14:creationId xmlns:p14="http://schemas.microsoft.com/office/powerpoint/2010/main" val="149663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B0C94-E09A-F678-BD30-83686D65E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5AC768F-B93D-5021-E40A-A39C4B93B44A}"/>
              </a:ext>
            </a:extLst>
          </p:cNvPr>
          <p:cNvGrpSpPr/>
          <p:nvPr/>
        </p:nvGrpSpPr>
        <p:grpSpPr>
          <a:xfrm>
            <a:off x="1550836" y="2362200"/>
            <a:ext cx="9090328" cy="2062355"/>
            <a:chOff x="1070642" y="2577624"/>
            <a:chExt cx="9090328" cy="132556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B6B3834-EDAC-4EBF-F0B9-3972A0E1F275}"/>
                </a:ext>
              </a:extLst>
            </p:cNvPr>
            <p:cNvSpPr/>
            <p:nvPr/>
          </p:nvSpPr>
          <p:spPr>
            <a:xfrm>
              <a:off x="1070642" y="2577624"/>
              <a:ext cx="3676079" cy="1325563"/>
            </a:xfrm>
            <a:custGeom>
              <a:avLst/>
              <a:gdLst>
                <a:gd name="connsiteX0" fmla="*/ 0 w 2507114"/>
                <a:gd name="connsiteY0" fmla="*/ 290095 h 1740535"/>
                <a:gd name="connsiteX1" fmla="*/ 290095 w 2507114"/>
                <a:gd name="connsiteY1" fmla="*/ 0 h 1740535"/>
                <a:gd name="connsiteX2" fmla="*/ 2217019 w 2507114"/>
                <a:gd name="connsiteY2" fmla="*/ 0 h 1740535"/>
                <a:gd name="connsiteX3" fmla="*/ 2507114 w 2507114"/>
                <a:gd name="connsiteY3" fmla="*/ 290095 h 1740535"/>
                <a:gd name="connsiteX4" fmla="*/ 2507114 w 2507114"/>
                <a:gd name="connsiteY4" fmla="*/ 1450440 h 1740535"/>
                <a:gd name="connsiteX5" fmla="*/ 2217019 w 2507114"/>
                <a:gd name="connsiteY5" fmla="*/ 1740535 h 1740535"/>
                <a:gd name="connsiteX6" fmla="*/ 290095 w 2507114"/>
                <a:gd name="connsiteY6" fmla="*/ 1740535 h 1740535"/>
                <a:gd name="connsiteX7" fmla="*/ 0 w 2507114"/>
                <a:gd name="connsiteY7" fmla="*/ 1450440 h 1740535"/>
                <a:gd name="connsiteX8" fmla="*/ 0 w 2507114"/>
                <a:gd name="connsiteY8" fmla="*/ 290095 h 174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7114" h="1740535">
                  <a:moveTo>
                    <a:pt x="0" y="290095"/>
                  </a:moveTo>
                  <a:cubicBezTo>
                    <a:pt x="0" y="129880"/>
                    <a:pt x="129880" y="0"/>
                    <a:pt x="290095" y="0"/>
                  </a:cubicBezTo>
                  <a:lnTo>
                    <a:pt x="2217019" y="0"/>
                  </a:lnTo>
                  <a:cubicBezTo>
                    <a:pt x="2377234" y="0"/>
                    <a:pt x="2507114" y="129880"/>
                    <a:pt x="2507114" y="290095"/>
                  </a:cubicBezTo>
                  <a:lnTo>
                    <a:pt x="2507114" y="1450440"/>
                  </a:lnTo>
                  <a:cubicBezTo>
                    <a:pt x="2507114" y="1610655"/>
                    <a:pt x="2377234" y="1740535"/>
                    <a:pt x="2217019" y="1740535"/>
                  </a:cubicBezTo>
                  <a:lnTo>
                    <a:pt x="290095" y="1740535"/>
                  </a:lnTo>
                  <a:cubicBezTo>
                    <a:pt x="129880" y="1740535"/>
                    <a:pt x="0" y="1610655"/>
                    <a:pt x="0" y="1450440"/>
                  </a:cubicBezTo>
                  <a:lnTo>
                    <a:pt x="0" y="29009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372388"/>
                <a:satOff val="8237"/>
                <a:lumOff val="6275"/>
                <a:alphaOff val="0"/>
              </a:schemeClr>
            </a:fillRef>
            <a:effectRef idx="0">
              <a:schemeClr val="accent3">
                <a:hueOff val="1372388"/>
                <a:satOff val="8237"/>
                <a:lumOff val="627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4506" tIns="214506" rIns="214506" bIns="214506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AU" sz="3400" kern="1200" dirty="0">
                  <a:latin typeface="Levenim MT" panose="02010502060101010101" pitchFamily="2" charset="-79"/>
                </a:rPr>
                <a:t>Markov Chains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8B567EB-ECA6-D25C-B175-2D52691C68CF}"/>
                </a:ext>
              </a:extLst>
            </p:cNvPr>
            <p:cNvSpPr/>
            <p:nvPr/>
          </p:nvSpPr>
          <p:spPr>
            <a:xfrm>
              <a:off x="6484891" y="2577624"/>
              <a:ext cx="3676079" cy="1325563"/>
            </a:xfrm>
            <a:custGeom>
              <a:avLst/>
              <a:gdLst>
                <a:gd name="connsiteX0" fmla="*/ 0 w 2507114"/>
                <a:gd name="connsiteY0" fmla="*/ 290095 h 1740535"/>
                <a:gd name="connsiteX1" fmla="*/ 290095 w 2507114"/>
                <a:gd name="connsiteY1" fmla="*/ 0 h 1740535"/>
                <a:gd name="connsiteX2" fmla="*/ 2217019 w 2507114"/>
                <a:gd name="connsiteY2" fmla="*/ 0 h 1740535"/>
                <a:gd name="connsiteX3" fmla="*/ 2507114 w 2507114"/>
                <a:gd name="connsiteY3" fmla="*/ 290095 h 1740535"/>
                <a:gd name="connsiteX4" fmla="*/ 2507114 w 2507114"/>
                <a:gd name="connsiteY4" fmla="*/ 1450440 h 1740535"/>
                <a:gd name="connsiteX5" fmla="*/ 2217019 w 2507114"/>
                <a:gd name="connsiteY5" fmla="*/ 1740535 h 1740535"/>
                <a:gd name="connsiteX6" fmla="*/ 290095 w 2507114"/>
                <a:gd name="connsiteY6" fmla="*/ 1740535 h 1740535"/>
                <a:gd name="connsiteX7" fmla="*/ 0 w 2507114"/>
                <a:gd name="connsiteY7" fmla="*/ 1450440 h 1740535"/>
                <a:gd name="connsiteX8" fmla="*/ 0 w 2507114"/>
                <a:gd name="connsiteY8" fmla="*/ 290095 h 174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7114" h="1740535">
                  <a:moveTo>
                    <a:pt x="0" y="290095"/>
                  </a:moveTo>
                  <a:cubicBezTo>
                    <a:pt x="0" y="129880"/>
                    <a:pt x="129880" y="0"/>
                    <a:pt x="290095" y="0"/>
                  </a:cubicBezTo>
                  <a:lnTo>
                    <a:pt x="2217019" y="0"/>
                  </a:lnTo>
                  <a:cubicBezTo>
                    <a:pt x="2377234" y="0"/>
                    <a:pt x="2507114" y="129880"/>
                    <a:pt x="2507114" y="290095"/>
                  </a:cubicBezTo>
                  <a:lnTo>
                    <a:pt x="2507114" y="1450440"/>
                  </a:lnTo>
                  <a:cubicBezTo>
                    <a:pt x="2507114" y="1610655"/>
                    <a:pt x="2377234" y="1740535"/>
                    <a:pt x="2217019" y="1740535"/>
                  </a:cubicBezTo>
                  <a:lnTo>
                    <a:pt x="290095" y="1740535"/>
                  </a:lnTo>
                  <a:cubicBezTo>
                    <a:pt x="129880" y="1740535"/>
                    <a:pt x="0" y="1610655"/>
                    <a:pt x="0" y="1450440"/>
                  </a:cubicBezTo>
                  <a:lnTo>
                    <a:pt x="0" y="29009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372388"/>
                <a:satOff val="8237"/>
                <a:lumOff val="6275"/>
                <a:alphaOff val="0"/>
              </a:schemeClr>
            </a:fillRef>
            <a:effectRef idx="0">
              <a:schemeClr val="accent3">
                <a:hueOff val="1372388"/>
                <a:satOff val="8237"/>
                <a:lumOff val="627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4506" tIns="214506" rIns="214506" bIns="214506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AU" sz="3400" kern="1200" dirty="0">
                  <a:latin typeface="Levenim MT" panose="02010502060101010101" pitchFamily="2" charset="-79"/>
                </a:rPr>
                <a:t>Markov Decision Processes</a:t>
              </a:r>
            </a:p>
          </p:txBody>
        </p:sp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8B7CE0-94C1-D372-05C9-6B5755162A8A}"/>
              </a:ext>
            </a:extLst>
          </p:cNvPr>
          <p:cNvSpPr/>
          <p:nvPr/>
        </p:nvSpPr>
        <p:spPr>
          <a:xfrm>
            <a:off x="4257961" y="349037"/>
            <a:ext cx="3676079" cy="1325563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372388"/>
              <a:satOff val="8237"/>
              <a:lumOff val="6275"/>
              <a:alphaOff val="0"/>
            </a:schemeClr>
          </a:fillRef>
          <a:effectRef idx="0">
            <a:schemeClr val="accent3">
              <a:hueOff val="1372388"/>
              <a:satOff val="8237"/>
              <a:lumOff val="627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lvl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AU" sz="3400" dirty="0">
                <a:latin typeface="Levenim MT" panose="02010502060101010101" pitchFamily="2" charset="-79"/>
              </a:rPr>
              <a:t>Context &amp; motivation</a:t>
            </a:r>
          </a:p>
        </p:txBody>
      </p:sp>
    </p:spTree>
    <p:extLst>
      <p:ext uri="{BB962C8B-B14F-4D97-AF65-F5344CB8AC3E}">
        <p14:creationId xmlns:p14="http://schemas.microsoft.com/office/powerpoint/2010/main" val="3243734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F01780-6E1B-4D3A-B786-F4F4E2360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435" y="214537"/>
            <a:ext cx="9399128" cy="28415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57C497-4889-F2E3-B937-BEA64C3BE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043" y="3168101"/>
            <a:ext cx="7192379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95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E81FB-D05D-7C1A-2967-6B3757E84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36D56F5-12E1-92AA-9488-B22BF319AA21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0A8EBD-8337-1719-F136-6DD8893EAF97}"/>
              </a:ext>
            </a:extLst>
          </p:cNvPr>
          <p:cNvSpPr txBox="1"/>
          <p:nvPr/>
        </p:nvSpPr>
        <p:spPr>
          <a:xfrm>
            <a:off x="767560" y="1754265"/>
            <a:ext cx="13686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States: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E098DB-83AF-D0D6-A47A-8DB01F688425}"/>
              </a:ext>
            </a:extLst>
          </p:cNvPr>
          <p:cNvSpPr txBox="1"/>
          <p:nvPr/>
        </p:nvSpPr>
        <p:spPr>
          <a:xfrm>
            <a:off x="6435442" y="1754265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Actions:</a:t>
            </a:r>
          </a:p>
        </p:txBody>
      </p:sp>
      <p:pic>
        <p:nvPicPr>
          <p:cNvPr id="41" name="Graphic 40" descr="No sign with solid fill">
            <a:extLst>
              <a:ext uri="{FF2B5EF4-FFF2-40B4-BE49-F238E27FC236}">
                <a16:creationId xmlns:a16="http://schemas.microsoft.com/office/drawing/2014/main" id="{F3BCA129-240A-49D1-D8A8-E9FD08920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98768" y="2416501"/>
            <a:ext cx="914400" cy="914400"/>
          </a:xfrm>
          <a:prstGeom prst="rect">
            <a:avLst/>
          </a:prstGeom>
        </p:spPr>
      </p:pic>
      <p:pic>
        <p:nvPicPr>
          <p:cNvPr id="50" name="Graphic 49" descr="Open hand with plant with solid fill">
            <a:extLst>
              <a:ext uri="{FF2B5EF4-FFF2-40B4-BE49-F238E27FC236}">
                <a16:creationId xmlns:a16="http://schemas.microsoft.com/office/drawing/2014/main" id="{59BD15F2-A90D-AC5F-5FEE-7A0BABB90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8768" y="3925033"/>
            <a:ext cx="914400" cy="914400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08B2E228-BC4C-362B-9AE8-8BF0F911979B}"/>
              </a:ext>
            </a:extLst>
          </p:cNvPr>
          <p:cNvGrpSpPr/>
          <p:nvPr/>
        </p:nvGrpSpPr>
        <p:grpSpPr>
          <a:xfrm>
            <a:off x="2219144" y="1574541"/>
            <a:ext cx="3484951" cy="914400"/>
            <a:chOff x="2219144" y="1574541"/>
            <a:chExt cx="3484951" cy="9144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FCECDDE-9427-AD53-7BCE-3474B3D1D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19144" y="1640435"/>
              <a:ext cx="1245963" cy="78261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364A4FE-DEA5-C51C-F267-A7B5E2368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58132" y="1624569"/>
              <a:ext cx="1245963" cy="782612"/>
            </a:xfrm>
            <a:prstGeom prst="rect">
              <a:avLst/>
            </a:prstGeom>
          </p:spPr>
        </p:pic>
        <p:pic>
          <p:nvPicPr>
            <p:cNvPr id="36" name="Graphic 35" descr="Close with solid fill">
              <a:extLst>
                <a:ext uri="{FF2B5EF4-FFF2-40B4-BE49-F238E27FC236}">
                  <a16:creationId xmlns:a16="http://schemas.microsoft.com/office/drawing/2014/main" id="{77DD5AB7-D9F5-FFC7-275B-7B007BC24D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24008" y="1574541"/>
              <a:ext cx="914400" cy="914400"/>
            </a:xfrm>
            <a:prstGeom prst="rect">
              <a:avLst/>
            </a:prstGeom>
          </p:spPr>
        </p:pic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3D1232FB-05B3-24FF-7642-1558D884AE77}"/>
              </a:ext>
            </a:extLst>
          </p:cNvPr>
          <p:cNvSpPr txBox="1"/>
          <p:nvPr/>
        </p:nvSpPr>
        <p:spPr>
          <a:xfrm>
            <a:off x="4479916" y="2416501"/>
            <a:ext cx="120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venim MT" panose="02010502060101010101" pitchFamily="2" charset="-79"/>
              </a:rPr>
              <a:t>Extinct</a:t>
            </a:r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E5A0A3D-A798-E319-BA18-B215CF01C823}"/>
              </a:ext>
            </a:extLst>
          </p:cNvPr>
          <p:cNvSpPr txBox="1"/>
          <p:nvPr/>
        </p:nvSpPr>
        <p:spPr>
          <a:xfrm>
            <a:off x="2258011" y="2423047"/>
            <a:ext cx="120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venim MT" panose="02010502060101010101" pitchFamily="2" charset="-79"/>
              </a:rPr>
              <a:t>Extant</a:t>
            </a:r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87D1E0-6722-BFAA-5978-3F421B4CEA72}"/>
              </a:ext>
            </a:extLst>
          </p:cNvPr>
          <p:cNvSpPr txBox="1"/>
          <p:nvPr/>
        </p:nvSpPr>
        <p:spPr>
          <a:xfrm>
            <a:off x="767560" y="5693160"/>
            <a:ext cx="105155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Levenim MT" panose="02010502060101010101" pitchFamily="2" charset="-79"/>
                <a:cs typeface="Levenim MT" panose="02010502060101010101" pitchFamily="2" charset="-79"/>
              </a:rPr>
              <a:t>Objective:</a:t>
            </a:r>
            <a:r>
              <a:rPr lang="en-AU" sz="2800" dirty="0">
                <a:latin typeface="Levenim MT" panose="02010502060101010101" pitchFamily="2" charset="-79"/>
                <a:cs typeface="Levenim MT" panose="02010502060101010101" pitchFamily="2" charset="-79"/>
              </a:rPr>
              <a:t> find the best strategy to maximise our benefits over time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AD1275-1511-961C-4A31-3609E0A716B3}"/>
              </a:ext>
            </a:extLst>
          </p:cNvPr>
          <p:cNvGrpSpPr/>
          <p:nvPr/>
        </p:nvGrpSpPr>
        <p:grpSpPr>
          <a:xfrm>
            <a:off x="2083280" y="2792379"/>
            <a:ext cx="1539386" cy="2674972"/>
            <a:chOff x="2073755" y="2792379"/>
            <a:chExt cx="1539386" cy="2674972"/>
          </a:xfrm>
        </p:grpSpPr>
        <p:pic>
          <p:nvPicPr>
            <p:cNvPr id="11" name="Picture 10" descr="Tourists - Free people icons">
              <a:extLst>
                <a:ext uri="{FF2B5EF4-FFF2-40B4-BE49-F238E27FC236}">
                  <a16:creationId xmlns:a16="http://schemas.microsoft.com/office/drawing/2014/main" id="{72E0953C-EB38-6861-BC1D-79421356A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30257" y="4029256"/>
              <a:ext cx="838852" cy="838852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99C84FF-A5CF-D890-213A-033F655A4CA8}"/>
                </a:ext>
              </a:extLst>
            </p:cNvPr>
            <p:cNvCxnSpPr>
              <a:stCxn id="74" idx="2"/>
              <a:endCxn id="11" idx="0"/>
            </p:cNvCxnSpPr>
            <p:nvPr/>
          </p:nvCxnSpPr>
          <p:spPr>
            <a:xfrm flipH="1">
              <a:off x="2849683" y="2792379"/>
              <a:ext cx="9525" cy="1236877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Graphic 20" descr="Dollar with solid fill">
              <a:extLst>
                <a:ext uri="{FF2B5EF4-FFF2-40B4-BE49-F238E27FC236}">
                  <a16:creationId xmlns:a16="http://schemas.microsoft.com/office/drawing/2014/main" id="{4AE643D4-F6DA-E617-2C26-F3AF3B87F4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44609" y="4869674"/>
              <a:ext cx="597677" cy="597677"/>
            </a:xfrm>
            <a:prstGeom prst="rect">
              <a:avLst/>
            </a:prstGeom>
          </p:spPr>
        </p:pic>
        <p:pic>
          <p:nvPicPr>
            <p:cNvPr id="23" name="Graphic 22" descr="Dollar with solid fill">
              <a:extLst>
                <a:ext uri="{FF2B5EF4-FFF2-40B4-BE49-F238E27FC236}">
                  <a16:creationId xmlns:a16="http://schemas.microsoft.com/office/drawing/2014/main" id="{AACE5260-C4A3-45AF-5EA7-89A842B6E0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73755" y="4869674"/>
              <a:ext cx="597677" cy="597677"/>
            </a:xfrm>
            <a:prstGeom prst="rect">
              <a:avLst/>
            </a:prstGeom>
          </p:spPr>
        </p:pic>
        <p:pic>
          <p:nvPicPr>
            <p:cNvPr id="26" name="Graphic 25" descr="Dollar with solid fill">
              <a:extLst>
                <a:ext uri="{FF2B5EF4-FFF2-40B4-BE49-F238E27FC236}">
                  <a16:creationId xmlns:a16="http://schemas.microsoft.com/office/drawing/2014/main" id="{6E4D0DD5-1889-E35A-2A0A-65C2E0376D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15464" y="4869674"/>
              <a:ext cx="597677" cy="597677"/>
            </a:xfrm>
            <a:prstGeom prst="rect">
              <a:avLst/>
            </a:prstGeom>
          </p:spPr>
        </p:pic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B2E4421-528F-0764-1F81-B2AB44923E71}"/>
              </a:ext>
            </a:extLst>
          </p:cNvPr>
          <p:cNvCxnSpPr>
            <a:cxnSpLocks/>
          </p:cNvCxnSpPr>
          <p:nvPr/>
        </p:nvCxnSpPr>
        <p:spPr>
          <a:xfrm>
            <a:off x="5102638" y="2792379"/>
            <a:ext cx="0" cy="12368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Graphic 34" descr="Close with solid fill">
            <a:extLst>
              <a:ext uri="{FF2B5EF4-FFF2-40B4-BE49-F238E27FC236}">
                <a16:creationId xmlns:a16="http://schemas.microsoft.com/office/drawing/2014/main" id="{C7986255-E1B2-AF8A-8B66-3A38B12C90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4037" y="4190822"/>
            <a:ext cx="457200" cy="4572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5F1AC9E-0962-2FD3-0C77-773851777F9E}"/>
              </a:ext>
            </a:extLst>
          </p:cNvPr>
          <p:cNvSpPr txBox="1"/>
          <p:nvPr/>
        </p:nvSpPr>
        <p:spPr>
          <a:xfrm>
            <a:off x="8280274" y="2687425"/>
            <a:ext cx="2445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evenim MT" panose="02010502060101010101" pitchFamily="2" charset="-79"/>
              </a:rPr>
              <a:t>Do nothing </a:t>
            </a:r>
            <a:r>
              <a:rPr lang="en-US" dirty="0">
                <a:latin typeface="Levenim MT" panose="02010502060101010101" pitchFamily="2" charset="-79"/>
                <a:sym typeface="Wingdings" panose="05000000000000000000" pitchFamily="2" charset="2"/>
              </a:rPr>
              <a:t> free</a:t>
            </a:r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7134D6-080F-AA6F-8178-5C6E873594FF}"/>
              </a:ext>
            </a:extLst>
          </p:cNvPr>
          <p:cNvSpPr txBox="1"/>
          <p:nvPr/>
        </p:nvSpPr>
        <p:spPr>
          <a:xfrm>
            <a:off x="8280274" y="4156241"/>
            <a:ext cx="2802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evenim MT" panose="02010502060101010101" pitchFamily="2" charset="-79"/>
              </a:rPr>
              <a:t>Invest in management</a:t>
            </a:r>
            <a:r>
              <a:rPr lang="en-US" dirty="0">
                <a:latin typeface="Levenim MT" panose="02010502060101010101" pitchFamily="2" charset="-79"/>
                <a:sym typeface="Wingdings" panose="05000000000000000000" pitchFamily="2" charset="2"/>
              </a:rPr>
              <a:t>  helps with protection but costs money</a:t>
            </a:r>
            <a:r>
              <a:rPr lang="en-US" dirty="0">
                <a:latin typeface="Levenim MT" panose="02010502060101010101" pitchFamily="2" charset="-79"/>
              </a:rPr>
              <a:t> </a:t>
            </a:r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965DBF-92DB-BF73-B6F0-6706C47E9A5D}"/>
              </a:ext>
            </a:extLst>
          </p:cNvPr>
          <p:cNvSpPr txBox="1"/>
          <p:nvPr/>
        </p:nvSpPr>
        <p:spPr>
          <a:xfrm>
            <a:off x="4683211" y="4868108"/>
            <a:ext cx="838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0070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73" grpId="0"/>
      <p:bldP spid="74" grpId="0"/>
      <p:bldP spid="3" grpId="0"/>
      <p:bldP spid="37" grpId="0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5DFB8-DB90-07BB-78C4-98D68185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A741E2-29A8-2C31-9234-116D97496F32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D2546F-471A-11CB-F491-499E644F3C5B}"/>
              </a:ext>
            </a:extLst>
          </p:cNvPr>
          <p:cNvSpPr txBox="1"/>
          <p:nvPr/>
        </p:nvSpPr>
        <p:spPr>
          <a:xfrm>
            <a:off x="863599" y="1704056"/>
            <a:ext cx="13686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States: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87E98C-1584-AED1-2FA7-C5DF55ECCC86}"/>
              </a:ext>
            </a:extLst>
          </p:cNvPr>
          <p:cNvSpPr txBox="1"/>
          <p:nvPr/>
        </p:nvSpPr>
        <p:spPr>
          <a:xfrm>
            <a:off x="863599" y="2954600"/>
            <a:ext cx="4521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Transition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B5520C0-4228-CD82-0FE9-3E36925B7653}"/>
                  </a:ext>
                </a:extLst>
              </p:cNvPr>
              <p:cNvSpPr txBox="1"/>
              <p:nvPr/>
            </p:nvSpPr>
            <p:spPr>
              <a:xfrm>
                <a:off x="2598718" y="4974286"/>
                <a:ext cx="2786211" cy="11290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AU" sz="4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44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B5520C0-4228-CD82-0FE9-3E36925B7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718" y="4974286"/>
                <a:ext cx="2786211" cy="11290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Graphic 43" descr="No sign with solid fill">
            <a:extLst>
              <a:ext uri="{FF2B5EF4-FFF2-40B4-BE49-F238E27FC236}">
                <a16:creationId xmlns:a16="http://schemas.microsoft.com/office/drawing/2014/main" id="{E2674A3D-5FDF-6D30-2BEE-B134A7EC90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4046" y="3856805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4C7ACA-72C6-FD35-FD88-C7216C681637}"/>
                  </a:ext>
                </a:extLst>
              </p:cNvPr>
              <p:cNvSpPr txBox="1"/>
              <p:nvPr/>
            </p:nvSpPr>
            <p:spPr>
              <a:xfrm>
                <a:off x="8180726" y="4969290"/>
                <a:ext cx="3101426" cy="1026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AU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94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44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4C7ACA-72C6-FD35-FD88-C7216C681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726" y="4969290"/>
                <a:ext cx="3101426" cy="10264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Graphic 44" descr="Open hand with plant with solid fill">
            <a:extLst>
              <a:ext uri="{FF2B5EF4-FFF2-40B4-BE49-F238E27FC236}">
                <a16:creationId xmlns:a16="http://schemas.microsoft.com/office/drawing/2014/main" id="{E7858432-ADBC-8530-444D-601BC5E41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6054" y="3832470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7E8C4E-8642-6324-199C-D9514A0AA422}"/>
              </a:ext>
            </a:extLst>
          </p:cNvPr>
          <p:cNvSpPr txBox="1"/>
          <p:nvPr/>
        </p:nvSpPr>
        <p:spPr>
          <a:xfrm>
            <a:off x="6010273" y="1717966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Actions:</a:t>
            </a:r>
          </a:p>
        </p:txBody>
      </p:sp>
      <p:pic>
        <p:nvPicPr>
          <p:cNvPr id="41" name="Graphic 40" descr="No sign with solid fill">
            <a:extLst>
              <a:ext uri="{FF2B5EF4-FFF2-40B4-BE49-F238E27FC236}">
                <a16:creationId xmlns:a16="http://schemas.microsoft.com/office/drawing/2014/main" id="{0A443B46-01D2-5609-4F12-D44734ED4E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0155" y="1563518"/>
            <a:ext cx="914400" cy="914400"/>
          </a:xfrm>
          <a:prstGeom prst="rect">
            <a:avLst/>
          </a:prstGeom>
        </p:spPr>
      </p:pic>
      <p:pic>
        <p:nvPicPr>
          <p:cNvPr id="50" name="Graphic 49" descr="Open hand with plant with solid fill">
            <a:extLst>
              <a:ext uri="{FF2B5EF4-FFF2-40B4-BE49-F238E27FC236}">
                <a16:creationId xmlns:a16="http://schemas.microsoft.com/office/drawing/2014/main" id="{AC5D3B56-BEA6-40B8-0F57-D59D7FE49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9935" y="1563518"/>
            <a:ext cx="914400" cy="9144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B311792D-FB7B-2AF5-7CB0-34EE2BE86051}"/>
              </a:ext>
            </a:extLst>
          </p:cNvPr>
          <p:cNvGrpSpPr/>
          <p:nvPr/>
        </p:nvGrpSpPr>
        <p:grpSpPr>
          <a:xfrm>
            <a:off x="2209619" y="1441191"/>
            <a:ext cx="2627701" cy="914400"/>
            <a:chOff x="2209619" y="1926966"/>
            <a:chExt cx="2627701" cy="9144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FC476EF-C4D2-AED6-F34F-5FCCEA0D6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09619" y="1992860"/>
              <a:ext cx="1245963" cy="78261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D5BF6C6-6331-61F1-CF91-A37F52121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91357" y="1976994"/>
              <a:ext cx="1245963" cy="782612"/>
            </a:xfrm>
            <a:prstGeom prst="rect">
              <a:avLst/>
            </a:prstGeom>
          </p:spPr>
        </p:pic>
        <p:pic>
          <p:nvPicPr>
            <p:cNvPr id="36" name="Graphic 35" descr="Close with solid fill">
              <a:extLst>
                <a:ext uri="{FF2B5EF4-FFF2-40B4-BE49-F238E27FC236}">
                  <a16:creationId xmlns:a16="http://schemas.microsoft.com/office/drawing/2014/main" id="{ECA2FA35-1BEC-AB7C-790C-F7C60AAE75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57233" y="1926966"/>
              <a:ext cx="914400" cy="9144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6D967A7-5B45-E77B-6FB0-DC7512F36C2B}"/>
              </a:ext>
            </a:extLst>
          </p:cNvPr>
          <p:cNvGrpSpPr/>
          <p:nvPr/>
        </p:nvGrpSpPr>
        <p:grpSpPr>
          <a:xfrm>
            <a:off x="2926362" y="4330876"/>
            <a:ext cx="2171562" cy="709536"/>
            <a:chOff x="2209619" y="1926966"/>
            <a:chExt cx="2627701" cy="914400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A35B3ACD-8253-1AD9-DED4-3DFCF1938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09619" y="1992860"/>
              <a:ext cx="1245963" cy="782612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C99E2518-9840-B72F-F96F-AC2E7A5FF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91357" y="1976994"/>
              <a:ext cx="1245963" cy="782612"/>
            </a:xfrm>
            <a:prstGeom prst="rect">
              <a:avLst/>
            </a:prstGeom>
          </p:spPr>
        </p:pic>
        <p:pic>
          <p:nvPicPr>
            <p:cNvPr id="51" name="Graphic 50" descr="Close with solid fill">
              <a:extLst>
                <a:ext uri="{FF2B5EF4-FFF2-40B4-BE49-F238E27FC236}">
                  <a16:creationId xmlns:a16="http://schemas.microsoft.com/office/drawing/2014/main" id="{82365FD4-6640-EC2E-35F2-6B792EE409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57233" y="1926966"/>
              <a:ext cx="914400" cy="914400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3E48E09-F261-64C0-734F-45F6A5854646}"/>
              </a:ext>
            </a:extLst>
          </p:cNvPr>
          <p:cNvGrpSpPr/>
          <p:nvPr/>
        </p:nvGrpSpPr>
        <p:grpSpPr>
          <a:xfrm>
            <a:off x="8492775" y="4330876"/>
            <a:ext cx="2171562" cy="709536"/>
            <a:chOff x="2209619" y="1926966"/>
            <a:chExt cx="2627701" cy="914400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C0714432-EA8E-04D5-6ECA-84BEDBE4F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09619" y="1992860"/>
              <a:ext cx="1245963" cy="782612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97D2979D-A369-661B-D951-0BF13E4FB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91357" y="1976994"/>
              <a:ext cx="1245963" cy="782612"/>
            </a:xfrm>
            <a:prstGeom prst="rect">
              <a:avLst/>
            </a:prstGeom>
          </p:spPr>
        </p:pic>
        <p:pic>
          <p:nvPicPr>
            <p:cNvPr id="55" name="Graphic 54" descr="Close with solid fill">
              <a:extLst>
                <a:ext uri="{FF2B5EF4-FFF2-40B4-BE49-F238E27FC236}">
                  <a16:creationId xmlns:a16="http://schemas.microsoft.com/office/drawing/2014/main" id="{C1F322EB-FA88-ABBD-DEDC-DCD5638F85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57233" y="1926966"/>
              <a:ext cx="914400" cy="914400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3E9490C-68EE-80CB-BDEB-B5CE5B394275}"/>
              </a:ext>
            </a:extLst>
          </p:cNvPr>
          <p:cNvGrpSpPr/>
          <p:nvPr/>
        </p:nvGrpSpPr>
        <p:grpSpPr>
          <a:xfrm>
            <a:off x="1649075" y="4921606"/>
            <a:ext cx="1046822" cy="1285786"/>
            <a:chOff x="65198" y="4912472"/>
            <a:chExt cx="1046822" cy="1285786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1DF45CF2-A852-E482-8FC8-A1ECAA698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342" y="4912472"/>
              <a:ext cx="1029678" cy="607274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6D365A1-4A2F-D25C-4BBB-C3E6D8D5D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98" y="5527542"/>
              <a:ext cx="1029678" cy="607274"/>
            </a:xfrm>
            <a:prstGeom prst="rect">
              <a:avLst/>
            </a:prstGeom>
          </p:spPr>
        </p:pic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CA197727-DA6B-A735-2CF5-C81A4BB599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2280" y="5488722"/>
              <a:ext cx="755671" cy="709536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4DE29C7-4865-0B9B-F63E-ADD0C8B415C1}"/>
              </a:ext>
            </a:extLst>
          </p:cNvPr>
          <p:cNvGrpSpPr/>
          <p:nvPr/>
        </p:nvGrpSpPr>
        <p:grpSpPr>
          <a:xfrm>
            <a:off x="7268060" y="4901388"/>
            <a:ext cx="1046822" cy="1285786"/>
            <a:chOff x="65198" y="4912472"/>
            <a:chExt cx="1046822" cy="1285786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15154B78-07E5-B62C-B191-A7C7058BC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342" y="4912472"/>
              <a:ext cx="1029678" cy="607274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B73CA780-45D0-9F78-BB0F-28F398EB0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98" y="5527542"/>
              <a:ext cx="1029678" cy="607274"/>
            </a:xfrm>
            <a:prstGeom prst="rect">
              <a:avLst/>
            </a:prstGeom>
          </p:spPr>
        </p:pic>
        <p:pic>
          <p:nvPicPr>
            <p:cNvPr id="68" name="Graphic 67" descr="Close with solid fill">
              <a:extLst>
                <a:ext uri="{FF2B5EF4-FFF2-40B4-BE49-F238E27FC236}">
                  <a16:creationId xmlns:a16="http://schemas.microsoft.com/office/drawing/2014/main" id="{795AA77F-C981-0986-6E6D-7AE6BEF565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2280" y="5488722"/>
              <a:ext cx="755671" cy="709536"/>
            </a:xfrm>
            <a:prstGeom prst="rect">
              <a:avLst/>
            </a:prstGeom>
          </p:spPr>
        </p:pic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28A57B57-7DDE-0100-F0F0-D89FCFD27988}"/>
              </a:ext>
            </a:extLst>
          </p:cNvPr>
          <p:cNvSpPr txBox="1"/>
          <p:nvPr/>
        </p:nvSpPr>
        <p:spPr>
          <a:xfrm>
            <a:off x="3613141" y="2283151"/>
            <a:ext cx="120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venim MT" panose="02010502060101010101" pitchFamily="2" charset="-79"/>
              </a:rPr>
              <a:t>Extinct</a:t>
            </a:r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7E5C998-B8F0-C821-C3D4-96DCBF51530B}"/>
              </a:ext>
            </a:extLst>
          </p:cNvPr>
          <p:cNvSpPr txBox="1"/>
          <p:nvPr/>
        </p:nvSpPr>
        <p:spPr>
          <a:xfrm>
            <a:off x="2248486" y="2289697"/>
            <a:ext cx="120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venim MT" panose="02010502060101010101" pitchFamily="2" charset="-79"/>
              </a:rPr>
              <a:t>Extant</a:t>
            </a:r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FB761-1647-397E-2BC4-24B20099852B}"/>
              </a:ext>
            </a:extLst>
          </p:cNvPr>
          <p:cNvSpPr txBox="1"/>
          <p:nvPr/>
        </p:nvSpPr>
        <p:spPr>
          <a:xfrm rot="16200000">
            <a:off x="860917" y="5320843"/>
            <a:ext cx="1120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From: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49F0FA-2BBA-FB6B-C52A-494FE357FF97}"/>
              </a:ext>
            </a:extLst>
          </p:cNvPr>
          <p:cNvSpPr txBox="1"/>
          <p:nvPr/>
        </p:nvSpPr>
        <p:spPr>
          <a:xfrm>
            <a:off x="3383590" y="3957042"/>
            <a:ext cx="1120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To: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627BAA-BF0B-AE56-EFCF-A1C1DDC91FA2}"/>
              </a:ext>
            </a:extLst>
          </p:cNvPr>
          <p:cNvSpPr txBox="1"/>
          <p:nvPr/>
        </p:nvSpPr>
        <p:spPr>
          <a:xfrm rot="16200000">
            <a:off x="6514491" y="5236246"/>
            <a:ext cx="1120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From: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6F1C79-2409-1010-CE96-5EE27DDD0574}"/>
              </a:ext>
            </a:extLst>
          </p:cNvPr>
          <p:cNvSpPr txBox="1"/>
          <p:nvPr/>
        </p:nvSpPr>
        <p:spPr>
          <a:xfrm>
            <a:off x="9143188" y="3874760"/>
            <a:ext cx="1120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To:</a:t>
            </a:r>
          </a:p>
        </p:txBody>
      </p:sp>
    </p:spTree>
    <p:extLst>
      <p:ext uri="{BB962C8B-B14F-4D97-AF65-F5344CB8AC3E}">
        <p14:creationId xmlns:p14="http://schemas.microsoft.com/office/powerpoint/2010/main" val="404345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6" grpId="0"/>
      <p:bldP spid="5" grpId="0"/>
      <p:bldP spid="18" grpId="0"/>
      <p:bldP spid="73" grpId="0"/>
      <p:bldP spid="74" grpId="0"/>
      <p:bldP spid="10" grpId="0"/>
      <p:bldP spid="12" grpId="0"/>
      <p:bldP spid="16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C4A38-554C-7661-BACD-4BD3BA86A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C297100-653B-139C-A4E0-061605772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11CCDB9-4FCD-2E9E-FBD0-07A81BA98543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13D3DC-3FD4-A138-7ABB-427A8A92B53A}"/>
              </a:ext>
            </a:extLst>
          </p:cNvPr>
          <p:cNvSpPr txBox="1"/>
          <p:nvPr/>
        </p:nvSpPr>
        <p:spPr>
          <a:xfrm>
            <a:off x="863599" y="1704056"/>
            <a:ext cx="13686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States: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6A7253-7B8B-F640-94B3-9E176E7DFE43}"/>
              </a:ext>
            </a:extLst>
          </p:cNvPr>
          <p:cNvSpPr txBox="1"/>
          <p:nvPr/>
        </p:nvSpPr>
        <p:spPr>
          <a:xfrm>
            <a:off x="6010273" y="1717966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Actions:</a:t>
            </a:r>
          </a:p>
        </p:txBody>
      </p:sp>
      <p:pic>
        <p:nvPicPr>
          <p:cNvPr id="41" name="Graphic 40" descr="No sign with solid fill">
            <a:extLst>
              <a:ext uri="{FF2B5EF4-FFF2-40B4-BE49-F238E27FC236}">
                <a16:creationId xmlns:a16="http://schemas.microsoft.com/office/drawing/2014/main" id="{4B8AB23B-C954-BDA9-4430-B5B86DC89D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0155" y="1563518"/>
            <a:ext cx="914400" cy="914400"/>
          </a:xfrm>
          <a:prstGeom prst="rect">
            <a:avLst/>
          </a:prstGeom>
        </p:spPr>
      </p:pic>
      <p:pic>
        <p:nvPicPr>
          <p:cNvPr id="50" name="Graphic 49" descr="Open hand with plant with solid fill">
            <a:extLst>
              <a:ext uri="{FF2B5EF4-FFF2-40B4-BE49-F238E27FC236}">
                <a16:creationId xmlns:a16="http://schemas.microsoft.com/office/drawing/2014/main" id="{AF77FF1E-8F04-BF11-A518-90F821B0BF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99935" y="1563518"/>
            <a:ext cx="914400" cy="9144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54A5C7FB-11FD-B463-2ED1-7F1E79E032D9}"/>
              </a:ext>
            </a:extLst>
          </p:cNvPr>
          <p:cNvGrpSpPr/>
          <p:nvPr/>
        </p:nvGrpSpPr>
        <p:grpSpPr>
          <a:xfrm>
            <a:off x="2209619" y="1441191"/>
            <a:ext cx="2627701" cy="914400"/>
            <a:chOff x="2209619" y="1926966"/>
            <a:chExt cx="2627701" cy="9144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EF2845D-A977-5ED2-11C0-82B624E21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9619" y="1992860"/>
              <a:ext cx="1245963" cy="78261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19F996E-442D-467A-10C2-077220BAD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91357" y="1976994"/>
              <a:ext cx="1245963" cy="782612"/>
            </a:xfrm>
            <a:prstGeom prst="rect">
              <a:avLst/>
            </a:prstGeom>
          </p:spPr>
        </p:pic>
        <p:pic>
          <p:nvPicPr>
            <p:cNvPr id="36" name="Graphic 35" descr="Close with solid fill">
              <a:extLst>
                <a:ext uri="{FF2B5EF4-FFF2-40B4-BE49-F238E27FC236}">
                  <a16:creationId xmlns:a16="http://schemas.microsoft.com/office/drawing/2014/main" id="{AF1AE96F-9EBE-EA49-D66B-894AF3A2F5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57233" y="1926966"/>
              <a:ext cx="914400" cy="914400"/>
            </a:xfrm>
            <a:prstGeom prst="rect">
              <a:avLst/>
            </a:prstGeom>
          </p:spPr>
        </p:pic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AC17CECF-74E6-9E4F-8035-ABA5AAED3784}"/>
              </a:ext>
            </a:extLst>
          </p:cNvPr>
          <p:cNvSpPr txBox="1"/>
          <p:nvPr/>
        </p:nvSpPr>
        <p:spPr>
          <a:xfrm>
            <a:off x="3613141" y="2283151"/>
            <a:ext cx="120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venim MT" panose="02010502060101010101" pitchFamily="2" charset="-79"/>
              </a:rPr>
              <a:t>Extinct</a:t>
            </a:r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3F18F9-EDFC-BDA2-6437-4ABCBDCAA380}"/>
              </a:ext>
            </a:extLst>
          </p:cNvPr>
          <p:cNvSpPr txBox="1"/>
          <p:nvPr/>
        </p:nvSpPr>
        <p:spPr>
          <a:xfrm>
            <a:off x="2248486" y="2289697"/>
            <a:ext cx="120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venim MT" panose="02010502060101010101" pitchFamily="2" charset="-79"/>
              </a:rPr>
              <a:t>Extant</a:t>
            </a:r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4AEFF4-42F2-0914-CB30-7DBDB844A5C7}"/>
              </a:ext>
            </a:extLst>
          </p:cNvPr>
          <p:cNvSpPr txBox="1"/>
          <p:nvPr/>
        </p:nvSpPr>
        <p:spPr>
          <a:xfrm>
            <a:off x="4390695" y="3429000"/>
            <a:ext cx="32391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Reward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FFB65EB-4BDB-491E-AD23-D2E2D4FF921A}"/>
                  </a:ext>
                </a:extLst>
              </p:cNvPr>
              <p:cNvSpPr txBox="1"/>
              <p:nvPr/>
            </p:nvSpPr>
            <p:spPr>
              <a:xfrm>
                <a:off x="4745517" y="4912472"/>
                <a:ext cx="3311163" cy="11290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AU" sz="4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1−0.1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400" b="0" i="1" smtClean="0">
                                    <a:latin typeface="Cambria Math" panose="02040503050406030204" pitchFamily="18" charset="0"/>
                                  </a:rPr>
                                  <m:t>−0.1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44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FFB65EB-4BDB-491E-AD23-D2E2D4FF9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517" y="4912472"/>
                <a:ext cx="3311163" cy="11290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Graphic 42" descr="Open hand with plant with solid fill">
            <a:extLst>
              <a:ext uri="{FF2B5EF4-FFF2-40B4-BE49-F238E27FC236}">
                <a16:creationId xmlns:a16="http://schemas.microsoft.com/office/drawing/2014/main" id="{4E44F84D-3101-34B6-EC9B-5C47295712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3733" y="4060870"/>
            <a:ext cx="914400" cy="914400"/>
          </a:xfrm>
          <a:prstGeom prst="rect">
            <a:avLst/>
          </a:prstGeom>
        </p:spPr>
      </p:pic>
      <p:pic>
        <p:nvPicPr>
          <p:cNvPr id="49" name="Graphic 48" descr="No sign with solid fill">
            <a:extLst>
              <a:ext uri="{FF2B5EF4-FFF2-40B4-BE49-F238E27FC236}">
                <a16:creationId xmlns:a16="http://schemas.microsoft.com/office/drawing/2014/main" id="{5F63B7F3-BF53-0874-38C2-5083ABEDF7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1781" y="4068348"/>
            <a:ext cx="914400" cy="914400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A3A349DD-83A3-6099-6712-0AF8160ADED0}"/>
              </a:ext>
            </a:extLst>
          </p:cNvPr>
          <p:cNvGrpSpPr/>
          <p:nvPr/>
        </p:nvGrpSpPr>
        <p:grpSpPr>
          <a:xfrm>
            <a:off x="3821013" y="4845829"/>
            <a:ext cx="1046822" cy="1285786"/>
            <a:chOff x="65198" y="4912472"/>
            <a:chExt cx="1046822" cy="1285786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6918BDB-72CF-DFD8-B092-3B9BF219C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342" y="4912472"/>
              <a:ext cx="1029678" cy="607274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A2993B16-C53A-EB06-5C95-F92DABEC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198" y="5527542"/>
              <a:ext cx="1029678" cy="607274"/>
            </a:xfrm>
            <a:prstGeom prst="rect">
              <a:avLst/>
            </a:prstGeom>
          </p:spPr>
        </p:pic>
        <p:pic>
          <p:nvPicPr>
            <p:cNvPr id="72" name="Graphic 71" descr="Close with solid fill">
              <a:extLst>
                <a:ext uri="{FF2B5EF4-FFF2-40B4-BE49-F238E27FC236}">
                  <a16:creationId xmlns:a16="http://schemas.microsoft.com/office/drawing/2014/main" id="{B0D9F27B-BDAE-2089-1092-EAEC06164E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2280" y="5488722"/>
              <a:ext cx="755671" cy="7095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639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52A9316-750A-210C-3E53-B0916EDF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860666-20DD-2E90-7B71-04EFE22FBAFB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434181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E9C1F3D-EA43-AFD7-B6D1-C64C5A8D7458}"/>
              </a:ext>
            </a:extLst>
          </p:cNvPr>
          <p:cNvSpPr txBox="1"/>
          <p:nvPr/>
        </p:nvSpPr>
        <p:spPr>
          <a:xfrm>
            <a:off x="10911840" y="5203348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4860BD-D94B-62A9-95E0-AFB5D2474C5B}"/>
              </a:ext>
            </a:extLst>
          </p:cNvPr>
          <p:cNvSpPr txBox="1"/>
          <p:nvPr/>
        </p:nvSpPr>
        <p:spPr>
          <a:xfrm>
            <a:off x="225582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885E1-4E6E-7D0A-C999-E9C4689BAAD3}"/>
              </a:ext>
            </a:extLst>
          </p:cNvPr>
          <p:cNvSpPr txBox="1"/>
          <p:nvPr/>
        </p:nvSpPr>
        <p:spPr>
          <a:xfrm>
            <a:off x="358064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B2F2D-6C20-CB9D-5C03-0037AE3CF912}"/>
              </a:ext>
            </a:extLst>
          </p:cNvPr>
          <p:cNvSpPr txBox="1"/>
          <p:nvPr/>
        </p:nvSpPr>
        <p:spPr>
          <a:xfrm>
            <a:off x="4905469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E1DCC-60A0-A897-B87F-3BB7F7BF7BAB}"/>
              </a:ext>
            </a:extLst>
          </p:cNvPr>
          <p:cNvSpPr txBox="1"/>
          <p:nvPr/>
        </p:nvSpPr>
        <p:spPr>
          <a:xfrm>
            <a:off x="6230293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831FF-88BF-3958-DC61-75DF08B19777}"/>
              </a:ext>
            </a:extLst>
          </p:cNvPr>
          <p:cNvSpPr txBox="1"/>
          <p:nvPr/>
        </p:nvSpPr>
        <p:spPr>
          <a:xfrm>
            <a:off x="7555117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0F427-E980-70A5-B17F-8D208119C4A6}"/>
              </a:ext>
            </a:extLst>
          </p:cNvPr>
          <p:cNvSpPr txBox="1"/>
          <p:nvPr/>
        </p:nvSpPr>
        <p:spPr>
          <a:xfrm>
            <a:off x="887994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C0E008-4F91-8E76-076B-3856E520E157}"/>
              </a:ext>
            </a:extLst>
          </p:cNvPr>
          <p:cNvSpPr txBox="1"/>
          <p:nvPr/>
        </p:nvSpPr>
        <p:spPr>
          <a:xfrm>
            <a:off x="1020476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4884F2-23A1-4AD2-B38D-92B848E3ED02}"/>
              </a:ext>
            </a:extLst>
          </p:cNvPr>
          <p:cNvCxnSpPr>
            <a:cxnSpLocks/>
          </p:cNvCxnSpPr>
          <p:nvPr/>
        </p:nvCxnSpPr>
        <p:spPr>
          <a:xfrm>
            <a:off x="247781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BE8A69-9871-A01B-494C-8F9630E6C91F}"/>
              </a:ext>
            </a:extLst>
          </p:cNvPr>
          <p:cNvCxnSpPr>
            <a:cxnSpLocks/>
          </p:cNvCxnSpPr>
          <p:nvPr/>
        </p:nvCxnSpPr>
        <p:spPr>
          <a:xfrm>
            <a:off x="381150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15D4D1-7754-5A00-49E9-905B3C598427}"/>
              </a:ext>
            </a:extLst>
          </p:cNvPr>
          <p:cNvCxnSpPr>
            <a:cxnSpLocks/>
          </p:cNvCxnSpPr>
          <p:nvPr/>
        </p:nvCxnSpPr>
        <p:spPr>
          <a:xfrm>
            <a:off x="5136332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F0B758-9A43-009F-0FE6-A35216066FEB}"/>
              </a:ext>
            </a:extLst>
          </p:cNvPr>
          <p:cNvCxnSpPr>
            <a:cxnSpLocks/>
          </p:cNvCxnSpPr>
          <p:nvPr/>
        </p:nvCxnSpPr>
        <p:spPr>
          <a:xfrm>
            <a:off x="646115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5D8695-8189-1C22-E41D-8D1E2E9DBE26}"/>
              </a:ext>
            </a:extLst>
          </p:cNvPr>
          <p:cNvCxnSpPr>
            <a:cxnSpLocks/>
          </p:cNvCxnSpPr>
          <p:nvPr/>
        </p:nvCxnSpPr>
        <p:spPr>
          <a:xfrm>
            <a:off x="7785980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DBBB0F-D4AB-2854-CBE7-448DDF86997D}"/>
              </a:ext>
            </a:extLst>
          </p:cNvPr>
          <p:cNvCxnSpPr>
            <a:cxnSpLocks/>
          </p:cNvCxnSpPr>
          <p:nvPr/>
        </p:nvCxnSpPr>
        <p:spPr>
          <a:xfrm>
            <a:off x="9110804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6F78B99-8910-ADAD-FB81-9D98DFA44C58}"/>
              </a:ext>
            </a:extLst>
          </p:cNvPr>
          <p:cNvCxnSpPr>
            <a:cxnSpLocks/>
          </p:cNvCxnSpPr>
          <p:nvPr/>
        </p:nvCxnSpPr>
        <p:spPr>
          <a:xfrm>
            <a:off x="1043562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20AD8C3-B005-B905-8B2A-98E8E8FBE5A0}"/>
              </a:ext>
            </a:extLst>
          </p:cNvPr>
          <p:cNvGrpSpPr/>
          <p:nvPr/>
        </p:nvGrpSpPr>
        <p:grpSpPr>
          <a:xfrm>
            <a:off x="6376830" y="1687915"/>
            <a:ext cx="2503111" cy="914400"/>
            <a:chOff x="2493197" y="3516251"/>
            <a:chExt cx="2503111" cy="91440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AE92F1-74BE-45DB-94C5-AED7FC26CCA9}"/>
                </a:ext>
              </a:extLst>
            </p:cNvPr>
            <p:cNvSpPr txBox="1"/>
            <p:nvPr/>
          </p:nvSpPr>
          <p:spPr>
            <a:xfrm>
              <a:off x="2947827" y="3711841"/>
              <a:ext cx="159385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2800" dirty="0">
                  <a:latin typeface="Levenim MT" panose="02010502060101010101" pitchFamily="2" charset="-79"/>
                </a:rPr>
                <a:t>or</a:t>
              </a:r>
            </a:p>
          </p:txBody>
        </p:sp>
        <p:pic>
          <p:nvPicPr>
            <p:cNvPr id="18" name="Graphic 17" descr="No sign with solid fill">
              <a:extLst>
                <a:ext uri="{FF2B5EF4-FFF2-40B4-BE49-F238E27FC236}">
                  <a16:creationId xmlns:a16="http://schemas.microsoft.com/office/drawing/2014/main" id="{2BCABC2D-FC05-05A5-FE85-314B31B370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93197" y="3516251"/>
              <a:ext cx="914400" cy="914400"/>
            </a:xfrm>
            <a:prstGeom prst="rect">
              <a:avLst/>
            </a:prstGeom>
          </p:spPr>
        </p:pic>
        <p:pic>
          <p:nvPicPr>
            <p:cNvPr id="19" name="Graphic 18" descr="Open hand with plant with solid fill">
              <a:extLst>
                <a:ext uri="{FF2B5EF4-FFF2-40B4-BE49-F238E27FC236}">
                  <a16:creationId xmlns:a16="http://schemas.microsoft.com/office/drawing/2014/main" id="{B99D7385-56AF-B215-F718-050662FD22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81908" y="3516251"/>
              <a:ext cx="914400" cy="91440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53E683C-3EB3-BF91-9EFE-76D4FE9242B9}"/>
              </a:ext>
            </a:extLst>
          </p:cNvPr>
          <p:cNvSpPr txBox="1"/>
          <p:nvPr/>
        </p:nvSpPr>
        <p:spPr>
          <a:xfrm>
            <a:off x="1552288" y="1953833"/>
            <a:ext cx="5427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What action should I do?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906160-0AB6-85EC-972F-817D32E87428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619D5B-1A5D-3DE4-5BFB-80E8C91A547E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4CFB05-C215-D05F-2F0D-E5FA306DC8CB}"/>
              </a:ext>
            </a:extLst>
          </p:cNvPr>
          <p:cNvSpPr txBox="1"/>
          <p:nvPr/>
        </p:nvSpPr>
        <p:spPr>
          <a:xfrm>
            <a:off x="7745860" y="2387973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-0.1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FD3577-485E-190D-D1F6-ADA798A8953E}"/>
              </a:ext>
            </a:extLst>
          </p:cNvPr>
          <p:cNvSpPr txBox="1"/>
          <p:nvPr/>
        </p:nvSpPr>
        <p:spPr>
          <a:xfrm>
            <a:off x="6261850" y="2403351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42E85BB-F54E-49D5-0599-18CB95E29CA6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8B568A-6CB5-5E4F-8966-D2AB69BDA917}"/>
              </a:ext>
            </a:extLst>
          </p:cNvPr>
          <p:cNvSpPr/>
          <p:nvPr/>
        </p:nvSpPr>
        <p:spPr>
          <a:xfrm>
            <a:off x="2372193" y="3066353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B11BD1F-84F2-47B8-17B4-E10E56C7A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0F2919AA-BC35-2269-2FBA-B968399799D2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1C67D63-A266-7033-2D1E-281BC14EF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27" name="Graphic 26" descr="Close with solid fill">
              <a:extLst>
                <a:ext uri="{FF2B5EF4-FFF2-40B4-BE49-F238E27FC236}">
                  <a16:creationId xmlns:a16="http://schemas.microsoft.com/office/drawing/2014/main" id="{9ECD49B9-C679-B45F-9792-9F5B388A77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540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28" grpId="0"/>
      <p:bldP spid="34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5D99-A92F-B829-587B-B8908240C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E15EAA0-84E7-A9D4-57BF-E551C300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390485-F3C2-9AAF-8C78-419D1EE754F5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434181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5D1B23D-9114-FF0B-96FD-F5C1F0DFCC70}"/>
              </a:ext>
            </a:extLst>
          </p:cNvPr>
          <p:cNvSpPr txBox="1"/>
          <p:nvPr/>
        </p:nvSpPr>
        <p:spPr>
          <a:xfrm>
            <a:off x="10911840" y="5203348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DA0201-B4F7-1BD6-0558-0B0727F0D2C6}"/>
              </a:ext>
            </a:extLst>
          </p:cNvPr>
          <p:cNvSpPr txBox="1"/>
          <p:nvPr/>
        </p:nvSpPr>
        <p:spPr>
          <a:xfrm>
            <a:off x="225582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40776-F210-F716-CA38-0A3CF0FD738C}"/>
              </a:ext>
            </a:extLst>
          </p:cNvPr>
          <p:cNvSpPr txBox="1"/>
          <p:nvPr/>
        </p:nvSpPr>
        <p:spPr>
          <a:xfrm>
            <a:off x="358064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10DEC-0458-640D-62F1-70D81AA08BB7}"/>
              </a:ext>
            </a:extLst>
          </p:cNvPr>
          <p:cNvSpPr txBox="1"/>
          <p:nvPr/>
        </p:nvSpPr>
        <p:spPr>
          <a:xfrm>
            <a:off x="4905469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7BA8CF-4F21-2888-BD67-E8731788DC11}"/>
              </a:ext>
            </a:extLst>
          </p:cNvPr>
          <p:cNvSpPr txBox="1"/>
          <p:nvPr/>
        </p:nvSpPr>
        <p:spPr>
          <a:xfrm>
            <a:off x="6230293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86BB1A-5D39-1CF9-0363-A92E0E51DA7C}"/>
              </a:ext>
            </a:extLst>
          </p:cNvPr>
          <p:cNvSpPr txBox="1"/>
          <p:nvPr/>
        </p:nvSpPr>
        <p:spPr>
          <a:xfrm>
            <a:off x="7555117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96FEBD-8536-7EE0-1282-3D0C7BD54B39}"/>
              </a:ext>
            </a:extLst>
          </p:cNvPr>
          <p:cNvSpPr txBox="1"/>
          <p:nvPr/>
        </p:nvSpPr>
        <p:spPr>
          <a:xfrm>
            <a:off x="887994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161ADD-F99E-F9EF-B0F8-A65BB95D548C}"/>
              </a:ext>
            </a:extLst>
          </p:cNvPr>
          <p:cNvSpPr txBox="1"/>
          <p:nvPr/>
        </p:nvSpPr>
        <p:spPr>
          <a:xfrm>
            <a:off x="1020476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0D676E-05C6-01C3-8B1D-D361C2F1C18E}"/>
              </a:ext>
            </a:extLst>
          </p:cNvPr>
          <p:cNvCxnSpPr>
            <a:cxnSpLocks/>
          </p:cNvCxnSpPr>
          <p:nvPr/>
        </p:nvCxnSpPr>
        <p:spPr>
          <a:xfrm>
            <a:off x="247781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4589367-FD6A-AFF8-3F1A-A4D9DF08511D}"/>
              </a:ext>
            </a:extLst>
          </p:cNvPr>
          <p:cNvCxnSpPr>
            <a:cxnSpLocks/>
          </p:cNvCxnSpPr>
          <p:nvPr/>
        </p:nvCxnSpPr>
        <p:spPr>
          <a:xfrm>
            <a:off x="381150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C836A60-71BF-9BF0-B485-8F96232A4821}"/>
              </a:ext>
            </a:extLst>
          </p:cNvPr>
          <p:cNvCxnSpPr>
            <a:cxnSpLocks/>
          </p:cNvCxnSpPr>
          <p:nvPr/>
        </p:nvCxnSpPr>
        <p:spPr>
          <a:xfrm>
            <a:off x="5136332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DD5C289-E6B8-1094-CD20-CBA04183B709}"/>
              </a:ext>
            </a:extLst>
          </p:cNvPr>
          <p:cNvCxnSpPr>
            <a:cxnSpLocks/>
          </p:cNvCxnSpPr>
          <p:nvPr/>
        </p:nvCxnSpPr>
        <p:spPr>
          <a:xfrm>
            <a:off x="646115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C50897D-EE08-69B9-6CC5-E84CBA101CC2}"/>
              </a:ext>
            </a:extLst>
          </p:cNvPr>
          <p:cNvCxnSpPr>
            <a:cxnSpLocks/>
          </p:cNvCxnSpPr>
          <p:nvPr/>
        </p:nvCxnSpPr>
        <p:spPr>
          <a:xfrm>
            <a:off x="7785980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79CF28B-8E13-DA15-376D-3B8CACB4B8F3}"/>
              </a:ext>
            </a:extLst>
          </p:cNvPr>
          <p:cNvCxnSpPr>
            <a:cxnSpLocks/>
          </p:cNvCxnSpPr>
          <p:nvPr/>
        </p:nvCxnSpPr>
        <p:spPr>
          <a:xfrm>
            <a:off x="9110804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2457F12-50D0-21A9-C7DA-B731224ED597}"/>
              </a:ext>
            </a:extLst>
          </p:cNvPr>
          <p:cNvCxnSpPr>
            <a:cxnSpLocks/>
          </p:cNvCxnSpPr>
          <p:nvPr/>
        </p:nvCxnSpPr>
        <p:spPr>
          <a:xfrm>
            <a:off x="1043562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3429B3B-2C5F-F285-DB90-3E7CAFF37BDB}"/>
              </a:ext>
            </a:extLst>
          </p:cNvPr>
          <p:cNvSpPr txBox="1"/>
          <p:nvPr/>
        </p:nvSpPr>
        <p:spPr>
          <a:xfrm>
            <a:off x="1552288" y="1953833"/>
            <a:ext cx="5427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What action should I do?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F0F3D0A-8672-099B-548B-A293F387BF9C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62F562-1831-3482-7110-4AE6811C27FD}"/>
              </a:ext>
            </a:extLst>
          </p:cNvPr>
          <p:cNvSpPr/>
          <p:nvPr/>
        </p:nvSpPr>
        <p:spPr>
          <a:xfrm>
            <a:off x="3705885" y="4889973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A89A01F-40B0-45BD-3788-37BA59549C4C}"/>
              </a:ext>
            </a:extLst>
          </p:cNvPr>
          <p:cNvCxnSpPr>
            <a:cxnSpLocks/>
            <a:stCxn id="18" idx="5"/>
            <a:endCxn id="6" idx="1"/>
          </p:cNvCxnSpPr>
          <p:nvPr/>
        </p:nvCxnSpPr>
        <p:spPr>
          <a:xfrm>
            <a:off x="2552505" y="3237302"/>
            <a:ext cx="1184317" cy="168200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E34BA8A6-34F6-2352-C8AC-2868AB2C8E6A}"/>
              </a:ext>
            </a:extLst>
          </p:cNvPr>
          <p:cNvSpPr/>
          <p:nvPr/>
        </p:nvSpPr>
        <p:spPr>
          <a:xfrm>
            <a:off x="3705883" y="3060589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1A3595C-2284-E21C-1470-72DBD69F85BF}"/>
              </a:ext>
            </a:extLst>
          </p:cNvPr>
          <p:cNvCxnSpPr>
            <a:cxnSpLocks/>
            <a:stCxn id="18" idx="6"/>
            <a:endCxn id="27" idx="2"/>
          </p:cNvCxnSpPr>
          <p:nvPr/>
        </p:nvCxnSpPr>
        <p:spPr>
          <a:xfrm flipV="1">
            <a:off x="2583442" y="3160729"/>
            <a:ext cx="1122441" cy="576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76487E8-8C52-9155-D239-320503FBB02C}"/>
                  </a:ext>
                </a:extLst>
              </p:cNvPr>
              <p:cNvSpPr txBox="1"/>
              <p:nvPr/>
            </p:nvSpPr>
            <p:spPr>
              <a:xfrm>
                <a:off x="2717548" y="2664961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76487E8-8C52-9155-D239-320503FBB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548" y="2664961"/>
                <a:ext cx="838439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33FC38D-8F55-44BA-0EEB-19EB49452A1A}"/>
                  </a:ext>
                </a:extLst>
              </p:cNvPr>
              <p:cNvSpPr txBox="1"/>
              <p:nvPr/>
            </p:nvSpPr>
            <p:spPr>
              <a:xfrm>
                <a:off x="2558030" y="4162613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33FC38D-8F55-44BA-0EEB-19EB49452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030" y="4162613"/>
                <a:ext cx="83843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Graphic 40" descr="No sign with solid fill">
            <a:extLst>
              <a:ext uri="{FF2B5EF4-FFF2-40B4-BE49-F238E27FC236}">
                <a16:creationId xmlns:a16="http://schemas.microsoft.com/office/drawing/2014/main" id="{CB70EB0A-942A-28E5-9B0E-C3201743D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6830" y="1687915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0102528-27DA-7F35-0545-3830179A4B2C}"/>
              </a:ext>
            </a:extLst>
          </p:cNvPr>
          <p:cNvSpPr txBox="1"/>
          <p:nvPr/>
        </p:nvSpPr>
        <p:spPr>
          <a:xfrm>
            <a:off x="6261850" y="2403351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815029-F12D-C3AC-F801-7F6B2FFD8EE9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CE66D4-BB6D-060B-E938-BE6457CE31AC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0C6D14D-28E7-E428-2E69-DBD4778E7BC9}"/>
              </a:ext>
            </a:extLst>
          </p:cNvPr>
          <p:cNvSpPr/>
          <p:nvPr/>
        </p:nvSpPr>
        <p:spPr>
          <a:xfrm>
            <a:off x="2372193" y="3066353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921574-BE1D-59FD-DF22-19B1CBA33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4DBD8190-A87A-AABE-5DC6-866D9FDC7E09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D75B686-FD5E-96E0-C0BB-51E8A3F33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34" name="Graphic 33" descr="Close with solid fill">
              <a:extLst>
                <a:ext uri="{FF2B5EF4-FFF2-40B4-BE49-F238E27FC236}">
                  <a16:creationId xmlns:a16="http://schemas.microsoft.com/office/drawing/2014/main" id="{906E8D5D-B7F3-F7D8-65AC-8CED59BFD5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126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05B8-84A7-3CD8-7F6D-746F3245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0756716-C5A9-9976-015D-4BC64C53C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F62B62-FFF4-01D1-A3FC-7DC4BC5E653C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434181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36C026F-B144-99B9-AC1D-B32A9B3F72CF}"/>
              </a:ext>
            </a:extLst>
          </p:cNvPr>
          <p:cNvSpPr txBox="1"/>
          <p:nvPr/>
        </p:nvSpPr>
        <p:spPr>
          <a:xfrm>
            <a:off x="10911840" y="5203348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4A368-2901-FD22-2CE7-BB40024ED7DE}"/>
              </a:ext>
            </a:extLst>
          </p:cNvPr>
          <p:cNvSpPr txBox="1"/>
          <p:nvPr/>
        </p:nvSpPr>
        <p:spPr>
          <a:xfrm>
            <a:off x="225582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AC3B86-5D98-4C65-5521-0C2AFE7D1A9D}"/>
              </a:ext>
            </a:extLst>
          </p:cNvPr>
          <p:cNvSpPr txBox="1"/>
          <p:nvPr/>
        </p:nvSpPr>
        <p:spPr>
          <a:xfrm>
            <a:off x="358064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7909C-A859-BC2E-C85C-3E437AA5D05E}"/>
              </a:ext>
            </a:extLst>
          </p:cNvPr>
          <p:cNvSpPr txBox="1"/>
          <p:nvPr/>
        </p:nvSpPr>
        <p:spPr>
          <a:xfrm>
            <a:off x="4905469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57083A-C3C1-348C-B372-EC8D8FCF53D7}"/>
              </a:ext>
            </a:extLst>
          </p:cNvPr>
          <p:cNvSpPr txBox="1"/>
          <p:nvPr/>
        </p:nvSpPr>
        <p:spPr>
          <a:xfrm>
            <a:off x="6230293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602F4D-F2A2-39B6-A46A-1DC2CFC45553}"/>
              </a:ext>
            </a:extLst>
          </p:cNvPr>
          <p:cNvSpPr txBox="1"/>
          <p:nvPr/>
        </p:nvSpPr>
        <p:spPr>
          <a:xfrm>
            <a:off x="7555117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3CEF3A-F118-2A1A-8BBF-4CF71EFCE922}"/>
              </a:ext>
            </a:extLst>
          </p:cNvPr>
          <p:cNvSpPr txBox="1"/>
          <p:nvPr/>
        </p:nvSpPr>
        <p:spPr>
          <a:xfrm>
            <a:off x="887994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FBAEFD-6B0E-270C-29BC-7369D6852676}"/>
              </a:ext>
            </a:extLst>
          </p:cNvPr>
          <p:cNvSpPr txBox="1"/>
          <p:nvPr/>
        </p:nvSpPr>
        <p:spPr>
          <a:xfrm>
            <a:off x="1020476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943EF40-B252-CB6E-78A5-3D5FBE102873}"/>
              </a:ext>
            </a:extLst>
          </p:cNvPr>
          <p:cNvCxnSpPr>
            <a:cxnSpLocks/>
          </p:cNvCxnSpPr>
          <p:nvPr/>
        </p:nvCxnSpPr>
        <p:spPr>
          <a:xfrm>
            <a:off x="247781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EDD5225-BAD3-A8CA-A54C-21F28EA75ADA}"/>
              </a:ext>
            </a:extLst>
          </p:cNvPr>
          <p:cNvCxnSpPr>
            <a:cxnSpLocks/>
          </p:cNvCxnSpPr>
          <p:nvPr/>
        </p:nvCxnSpPr>
        <p:spPr>
          <a:xfrm>
            <a:off x="381150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134612B-1637-FA89-2A91-EE77B5058874}"/>
              </a:ext>
            </a:extLst>
          </p:cNvPr>
          <p:cNvCxnSpPr>
            <a:cxnSpLocks/>
          </p:cNvCxnSpPr>
          <p:nvPr/>
        </p:nvCxnSpPr>
        <p:spPr>
          <a:xfrm>
            <a:off x="5136332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32CCCB-F09F-8D6B-FDFB-FAC491F2AEAA}"/>
              </a:ext>
            </a:extLst>
          </p:cNvPr>
          <p:cNvCxnSpPr>
            <a:cxnSpLocks/>
          </p:cNvCxnSpPr>
          <p:nvPr/>
        </p:nvCxnSpPr>
        <p:spPr>
          <a:xfrm>
            <a:off x="646115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7B70CC0-FDC1-2625-4A3D-EA3E2C3E2E2A}"/>
              </a:ext>
            </a:extLst>
          </p:cNvPr>
          <p:cNvCxnSpPr>
            <a:cxnSpLocks/>
          </p:cNvCxnSpPr>
          <p:nvPr/>
        </p:nvCxnSpPr>
        <p:spPr>
          <a:xfrm>
            <a:off x="7785980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9D2D3C-29F2-698D-A0C9-32092F5B3CAF}"/>
              </a:ext>
            </a:extLst>
          </p:cNvPr>
          <p:cNvCxnSpPr>
            <a:cxnSpLocks/>
          </p:cNvCxnSpPr>
          <p:nvPr/>
        </p:nvCxnSpPr>
        <p:spPr>
          <a:xfrm>
            <a:off x="9110804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152814B-1F81-E672-8F0D-8F264AB06100}"/>
              </a:ext>
            </a:extLst>
          </p:cNvPr>
          <p:cNvCxnSpPr>
            <a:cxnSpLocks/>
          </p:cNvCxnSpPr>
          <p:nvPr/>
        </p:nvCxnSpPr>
        <p:spPr>
          <a:xfrm>
            <a:off x="1043562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144D3DE-81F0-818B-77FA-336AEAC8FF39}"/>
              </a:ext>
            </a:extLst>
          </p:cNvPr>
          <p:cNvSpPr txBox="1"/>
          <p:nvPr/>
        </p:nvSpPr>
        <p:spPr>
          <a:xfrm>
            <a:off x="1552288" y="1953833"/>
            <a:ext cx="5427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What action should I do?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94B3B73-EA87-B31E-822F-3F722102E113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D5DBE52-9814-FFD2-86CC-66E8F5FC62B1}"/>
              </a:ext>
            </a:extLst>
          </p:cNvPr>
          <p:cNvSpPr/>
          <p:nvPr/>
        </p:nvSpPr>
        <p:spPr>
          <a:xfrm>
            <a:off x="3705885" y="4889973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BE4E784-3BFF-34E7-07BA-9C500F1799B3}"/>
              </a:ext>
            </a:extLst>
          </p:cNvPr>
          <p:cNvCxnSpPr>
            <a:cxnSpLocks/>
            <a:stCxn id="18" idx="5"/>
            <a:endCxn id="6" idx="1"/>
          </p:cNvCxnSpPr>
          <p:nvPr/>
        </p:nvCxnSpPr>
        <p:spPr>
          <a:xfrm>
            <a:off x="2552505" y="3237302"/>
            <a:ext cx="1184317" cy="168200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5432A90-44A4-4F97-6F5C-BABB748C0DB7}"/>
              </a:ext>
            </a:extLst>
          </p:cNvPr>
          <p:cNvSpPr/>
          <p:nvPr/>
        </p:nvSpPr>
        <p:spPr>
          <a:xfrm>
            <a:off x="3705885" y="3066352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D70A70-95DA-84D1-0FEA-97816EE33F66}"/>
              </a:ext>
            </a:extLst>
          </p:cNvPr>
          <p:cNvCxnSpPr>
            <a:cxnSpLocks/>
            <a:stCxn id="18" idx="6"/>
            <a:endCxn id="27" idx="2"/>
          </p:cNvCxnSpPr>
          <p:nvPr/>
        </p:nvCxnSpPr>
        <p:spPr>
          <a:xfrm flipV="1">
            <a:off x="2583442" y="3166492"/>
            <a:ext cx="1122443" cy="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8D77FEA-3710-A7D3-E7FE-97B019EFBF4D}"/>
                  </a:ext>
                </a:extLst>
              </p:cNvPr>
              <p:cNvSpPr txBox="1"/>
              <p:nvPr/>
            </p:nvSpPr>
            <p:spPr>
              <a:xfrm>
                <a:off x="2717548" y="2664961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96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8D77FEA-3710-A7D3-E7FE-97B019EFB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548" y="2664961"/>
                <a:ext cx="838439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DD35697-EBF0-7828-29DF-F89A0D82FD72}"/>
                  </a:ext>
                </a:extLst>
              </p:cNvPr>
              <p:cNvSpPr txBox="1"/>
              <p:nvPr/>
            </p:nvSpPr>
            <p:spPr>
              <a:xfrm>
                <a:off x="2558030" y="4162613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04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DD35697-EBF0-7828-29DF-F89A0D82F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030" y="4162613"/>
                <a:ext cx="838439" cy="584775"/>
              </a:xfrm>
              <a:prstGeom prst="rect">
                <a:avLst/>
              </a:prstGeom>
              <a:blipFill>
                <a:blip r:embed="rId3"/>
                <a:stretch>
                  <a:fillRect r="-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D9B8FE4-85DA-907C-EAE1-A825DF272E64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61AD71-78C9-0CFB-3F9C-0878240477FF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C3FAE2A-9ABD-0848-280C-DE77A629B126}"/>
              </a:ext>
            </a:extLst>
          </p:cNvPr>
          <p:cNvSpPr/>
          <p:nvPr/>
        </p:nvSpPr>
        <p:spPr>
          <a:xfrm>
            <a:off x="2372193" y="3066353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22AD1E2-50D4-1FD3-CD03-26455D90D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6D2BE01-4ADD-96BC-165C-3B31C8392CFB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2F0A66C-4D00-B3D3-D304-DE65836EC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34" name="Graphic 33" descr="Close with solid fill">
              <a:extLst>
                <a:ext uri="{FF2B5EF4-FFF2-40B4-BE49-F238E27FC236}">
                  <a16:creationId xmlns:a16="http://schemas.microsoft.com/office/drawing/2014/main" id="{22476D55-4491-12ED-F9E8-D905530699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4" name="Graphic 3" descr="Open hand with plant with solid fill">
            <a:extLst>
              <a:ext uri="{FF2B5EF4-FFF2-40B4-BE49-F238E27FC236}">
                <a16:creationId xmlns:a16="http://schemas.microsoft.com/office/drawing/2014/main" id="{3956D15A-715F-F81D-429C-43AE5874D2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5541" y="1687915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C326BF-F953-C9B9-A3AD-7A5E3F3FD2EE}"/>
              </a:ext>
            </a:extLst>
          </p:cNvPr>
          <p:cNvSpPr txBox="1"/>
          <p:nvPr/>
        </p:nvSpPr>
        <p:spPr>
          <a:xfrm>
            <a:off x="7745860" y="2387973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-0.1</a:t>
            </a:r>
          </a:p>
        </p:txBody>
      </p:sp>
    </p:spTree>
    <p:extLst>
      <p:ext uri="{BB962C8B-B14F-4D97-AF65-F5344CB8AC3E}">
        <p14:creationId xmlns:p14="http://schemas.microsoft.com/office/powerpoint/2010/main" val="3311533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12DAF-4CE0-F17D-A778-0273CA89ADC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10515598" cy="4351338"/>
              </a:xfrm>
            </p:spPr>
            <p:txBody>
              <a:bodyPr/>
              <a:lstStyle/>
              <a:p>
                <a:r>
                  <a:rPr lang="en-AU" dirty="0"/>
                  <a:t>What is a strategy?</a:t>
                </a:r>
              </a:p>
              <a:p>
                <a:pPr lvl="1"/>
                <a:r>
                  <a:rPr lang="en-AU" dirty="0"/>
                  <a:t>Decision-rule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AU" dirty="0"/>
                  <a:t> that tells me what action to do depending on:</a:t>
                </a:r>
              </a:p>
              <a:p>
                <a:pPr lvl="2"/>
                <a:r>
                  <a:rPr lang="en-AU" dirty="0"/>
                  <a:t>The current state of the ecosystem</a:t>
                </a:r>
              </a:p>
              <a:p>
                <a:pPr lvl="2"/>
                <a:r>
                  <a:rPr lang="en-AU" dirty="0"/>
                  <a:t>The current time step</a:t>
                </a:r>
              </a:p>
              <a:p>
                <a:pPr lvl="2"/>
                <a:endParaRPr lang="en-AU" dirty="0"/>
              </a:p>
              <a:p>
                <a:r>
                  <a:rPr lang="en-AU" dirty="0"/>
                  <a:t>Examples:</a:t>
                </a:r>
              </a:p>
              <a:p>
                <a:pPr lvl="1"/>
                <a:r>
                  <a:rPr lang="en-AU" dirty="0"/>
                  <a:t>Invest in management </a:t>
                </a:r>
                <a:r>
                  <a:rPr lang="en-AU" b="1" dirty="0"/>
                  <a:t>all the time</a:t>
                </a:r>
              </a:p>
              <a:p>
                <a:pPr lvl="1"/>
                <a:r>
                  <a:rPr lang="en-AU" dirty="0"/>
                  <a:t>Do nothing </a:t>
                </a:r>
                <a:r>
                  <a:rPr lang="en-AU" b="1" dirty="0"/>
                  <a:t>all the time</a:t>
                </a:r>
                <a:endParaRPr lang="en-AU" dirty="0"/>
              </a:p>
              <a:p>
                <a:pPr lvl="1"/>
                <a:r>
                  <a:rPr lang="en-AU" dirty="0"/>
                  <a:t>Invest in management every second year</a:t>
                </a:r>
              </a:p>
              <a:p>
                <a:pPr lvl="1"/>
                <a:r>
                  <a:rPr lang="en-AU" dirty="0"/>
                  <a:t>Only invest in management if the population is extant</a:t>
                </a:r>
              </a:p>
              <a:p>
                <a:pPr lvl="1"/>
                <a:endParaRPr lang="en-AU" dirty="0"/>
              </a:p>
              <a:p>
                <a:pPr lvl="1"/>
                <a:endParaRPr lang="en-AU" dirty="0"/>
              </a:p>
              <a:p>
                <a:pPr lvl="1"/>
                <a:endParaRPr lang="en-AU" b="1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12DAF-4CE0-F17D-A778-0273CA89AD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10515598" cy="4351338"/>
              </a:xfrm>
              <a:blipFill>
                <a:blip r:embed="rId2"/>
                <a:stretch>
                  <a:fillRect l="-1044" t="-23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6585BED-F9A1-36CC-7D95-DEA336D51F91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</p:spTree>
    <p:extLst>
      <p:ext uri="{BB962C8B-B14F-4D97-AF65-F5344CB8AC3E}">
        <p14:creationId xmlns:p14="http://schemas.microsoft.com/office/powerpoint/2010/main" val="118124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B36DC-A918-0C12-02C0-97400736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41D988B-4E95-6B39-FBDE-7ECD79D0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52E497-57EC-4603-5F2F-DBCF21C1874C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434181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EB00A3-40F0-79D9-AB4C-4A3E07AE545B}"/>
              </a:ext>
            </a:extLst>
          </p:cNvPr>
          <p:cNvSpPr txBox="1"/>
          <p:nvPr/>
        </p:nvSpPr>
        <p:spPr>
          <a:xfrm>
            <a:off x="10911840" y="5203348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89F3A5-E801-70FB-1732-5D29BDECE093}"/>
              </a:ext>
            </a:extLst>
          </p:cNvPr>
          <p:cNvSpPr txBox="1"/>
          <p:nvPr/>
        </p:nvSpPr>
        <p:spPr>
          <a:xfrm>
            <a:off x="225582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B7022D-2A99-8D0F-A60E-5F1108F14E0A}"/>
              </a:ext>
            </a:extLst>
          </p:cNvPr>
          <p:cNvSpPr txBox="1"/>
          <p:nvPr/>
        </p:nvSpPr>
        <p:spPr>
          <a:xfrm>
            <a:off x="358064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07CBD2-2D95-7B47-5EE8-4F9174F256AB}"/>
              </a:ext>
            </a:extLst>
          </p:cNvPr>
          <p:cNvSpPr txBox="1"/>
          <p:nvPr/>
        </p:nvSpPr>
        <p:spPr>
          <a:xfrm>
            <a:off x="4905469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AAB065-D0FF-EF23-ED57-27B699592F33}"/>
              </a:ext>
            </a:extLst>
          </p:cNvPr>
          <p:cNvSpPr txBox="1"/>
          <p:nvPr/>
        </p:nvSpPr>
        <p:spPr>
          <a:xfrm>
            <a:off x="6230293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5C6530-417D-AD23-2872-746E203C42E0}"/>
              </a:ext>
            </a:extLst>
          </p:cNvPr>
          <p:cNvSpPr txBox="1"/>
          <p:nvPr/>
        </p:nvSpPr>
        <p:spPr>
          <a:xfrm>
            <a:off x="7555117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FD3D64-28F0-105E-50D9-C6CEB43D3E1E}"/>
              </a:ext>
            </a:extLst>
          </p:cNvPr>
          <p:cNvSpPr txBox="1"/>
          <p:nvPr/>
        </p:nvSpPr>
        <p:spPr>
          <a:xfrm>
            <a:off x="887994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B808E1-5F6D-937B-BA73-CD5B34EF46C9}"/>
              </a:ext>
            </a:extLst>
          </p:cNvPr>
          <p:cNvSpPr txBox="1"/>
          <p:nvPr/>
        </p:nvSpPr>
        <p:spPr>
          <a:xfrm>
            <a:off x="1020476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1A4A40-DA79-D692-8E6A-5AA1F75E3DD8}"/>
              </a:ext>
            </a:extLst>
          </p:cNvPr>
          <p:cNvCxnSpPr>
            <a:cxnSpLocks/>
          </p:cNvCxnSpPr>
          <p:nvPr/>
        </p:nvCxnSpPr>
        <p:spPr>
          <a:xfrm>
            <a:off x="247781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FEEC279-0D6D-AFB0-1082-654864BD4445}"/>
              </a:ext>
            </a:extLst>
          </p:cNvPr>
          <p:cNvCxnSpPr>
            <a:cxnSpLocks/>
          </p:cNvCxnSpPr>
          <p:nvPr/>
        </p:nvCxnSpPr>
        <p:spPr>
          <a:xfrm>
            <a:off x="381150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502C01C-B7C0-7B08-B24E-D148D4384BCC}"/>
              </a:ext>
            </a:extLst>
          </p:cNvPr>
          <p:cNvCxnSpPr>
            <a:cxnSpLocks/>
          </p:cNvCxnSpPr>
          <p:nvPr/>
        </p:nvCxnSpPr>
        <p:spPr>
          <a:xfrm>
            <a:off x="5136332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5FE601-5659-3E71-FAAF-93F2DC2A04C8}"/>
              </a:ext>
            </a:extLst>
          </p:cNvPr>
          <p:cNvCxnSpPr>
            <a:cxnSpLocks/>
          </p:cNvCxnSpPr>
          <p:nvPr/>
        </p:nvCxnSpPr>
        <p:spPr>
          <a:xfrm>
            <a:off x="646115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FB21609-8323-B4A6-7CD1-7BBDA896A3F9}"/>
              </a:ext>
            </a:extLst>
          </p:cNvPr>
          <p:cNvCxnSpPr>
            <a:cxnSpLocks/>
          </p:cNvCxnSpPr>
          <p:nvPr/>
        </p:nvCxnSpPr>
        <p:spPr>
          <a:xfrm>
            <a:off x="7785980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B183344-AA98-B880-C34D-C53095A8032B}"/>
              </a:ext>
            </a:extLst>
          </p:cNvPr>
          <p:cNvCxnSpPr>
            <a:cxnSpLocks/>
          </p:cNvCxnSpPr>
          <p:nvPr/>
        </p:nvCxnSpPr>
        <p:spPr>
          <a:xfrm>
            <a:off x="9110804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4E8D7C1-4130-6F58-E200-19B74A51ED58}"/>
              </a:ext>
            </a:extLst>
          </p:cNvPr>
          <p:cNvCxnSpPr>
            <a:cxnSpLocks/>
          </p:cNvCxnSpPr>
          <p:nvPr/>
        </p:nvCxnSpPr>
        <p:spPr>
          <a:xfrm>
            <a:off x="1043562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D3D2EAA-0E5E-275A-8923-D0CDB6FCBE4E}"/>
              </a:ext>
            </a:extLst>
          </p:cNvPr>
          <p:cNvSpPr txBox="1"/>
          <p:nvPr/>
        </p:nvSpPr>
        <p:spPr>
          <a:xfrm>
            <a:off x="1640520" y="1841098"/>
            <a:ext cx="807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latin typeface="Levenim MT" panose="02010502060101010101" pitchFamily="2" charset="-79"/>
              </a:rPr>
              <a:t>Let’s say I invest in management all the time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8A79B1-63C4-A949-4CE3-8891215BE48C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422A8A-F434-B957-F795-B90D793E2DEF}"/>
              </a:ext>
            </a:extLst>
          </p:cNvPr>
          <p:cNvSpPr/>
          <p:nvPr/>
        </p:nvSpPr>
        <p:spPr>
          <a:xfrm>
            <a:off x="3705885" y="4889973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BA24B8A-A414-E49A-E385-2A515268A0D2}"/>
              </a:ext>
            </a:extLst>
          </p:cNvPr>
          <p:cNvCxnSpPr>
            <a:cxnSpLocks/>
            <a:stCxn id="18" idx="5"/>
            <a:endCxn id="6" idx="1"/>
          </p:cNvCxnSpPr>
          <p:nvPr/>
        </p:nvCxnSpPr>
        <p:spPr>
          <a:xfrm>
            <a:off x="2552505" y="3237302"/>
            <a:ext cx="1184317" cy="168200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091D72B7-DBA4-8C94-FA98-A90240DD585C}"/>
              </a:ext>
            </a:extLst>
          </p:cNvPr>
          <p:cNvSpPr/>
          <p:nvPr/>
        </p:nvSpPr>
        <p:spPr>
          <a:xfrm>
            <a:off x="3705885" y="3066352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C053C23-CCDD-32AF-DCE0-A098CDB2700F}"/>
              </a:ext>
            </a:extLst>
          </p:cNvPr>
          <p:cNvCxnSpPr>
            <a:cxnSpLocks/>
            <a:stCxn id="18" idx="6"/>
            <a:endCxn id="27" idx="2"/>
          </p:cNvCxnSpPr>
          <p:nvPr/>
        </p:nvCxnSpPr>
        <p:spPr>
          <a:xfrm flipV="1">
            <a:off x="2583442" y="3166492"/>
            <a:ext cx="1122443" cy="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21D4957-011D-F502-439A-21E3FCD5BD1F}"/>
                  </a:ext>
                </a:extLst>
              </p:cNvPr>
              <p:cNvSpPr txBox="1"/>
              <p:nvPr/>
            </p:nvSpPr>
            <p:spPr>
              <a:xfrm>
                <a:off x="2717548" y="2664961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96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8D77FEA-3710-A7D3-E7FE-97B019EFB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548" y="2664961"/>
                <a:ext cx="838439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71A2A50-FA9F-F4D4-43FD-C4265C31D328}"/>
                  </a:ext>
                </a:extLst>
              </p:cNvPr>
              <p:cNvSpPr txBox="1"/>
              <p:nvPr/>
            </p:nvSpPr>
            <p:spPr>
              <a:xfrm>
                <a:off x="2558030" y="4162613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04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DD35697-EBF0-7828-29DF-F89A0D82F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030" y="4162613"/>
                <a:ext cx="838439" cy="584775"/>
              </a:xfrm>
              <a:prstGeom prst="rect">
                <a:avLst/>
              </a:prstGeom>
              <a:blipFill>
                <a:blip r:embed="rId3"/>
                <a:stretch>
                  <a:fillRect r="-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B1C9F40-E6AD-F24A-4864-8283430D509E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7474B5-6355-19F2-209D-87B50694D9D9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CAFCE95-BDD0-35EC-DBB7-E2E05F7703BF}"/>
              </a:ext>
            </a:extLst>
          </p:cNvPr>
          <p:cNvSpPr/>
          <p:nvPr/>
        </p:nvSpPr>
        <p:spPr>
          <a:xfrm>
            <a:off x="2372193" y="3066353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ABE3C10-4FE3-B2DE-0EA9-0A4E93287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2A9F6D2-C12F-CADF-9C80-3DAAF86DB4CF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9926AB1-0242-B3E8-FDD7-AEFC0A26F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34" name="Graphic 33" descr="Close with solid fill">
              <a:extLst>
                <a:ext uri="{FF2B5EF4-FFF2-40B4-BE49-F238E27FC236}">
                  <a16:creationId xmlns:a16="http://schemas.microsoft.com/office/drawing/2014/main" id="{91BA5F92-CE25-8909-A564-A2DB7EE0EB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4" name="Graphic 3" descr="Open hand with plant with solid fill">
            <a:extLst>
              <a:ext uri="{FF2B5EF4-FFF2-40B4-BE49-F238E27FC236}">
                <a16:creationId xmlns:a16="http://schemas.microsoft.com/office/drawing/2014/main" id="{98DA16B7-B7F8-1A76-0626-69650B322C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9424" y="1704768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CF8839-7263-A4D7-A537-EC190C1D54EB}"/>
              </a:ext>
            </a:extLst>
          </p:cNvPr>
          <p:cNvSpPr txBox="1"/>
          <p:nvPr/>
        </p:nvSpPr>
        <p:spPr>
          <a:xfrm>
            <a:off x="2127564" y="6334780"/>
            <a:ext cx="80772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Total points: $0.9</a:t>
            </a:r>
            <a:endParaRPr lang="en-A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80C711-551D-F651-DC81-96713302D183}"/>
              </a:ext>
            </a:extLst>
          </p:cNvPr>
          <p:cNvSpPr txBox="1"/>
          <p:nvPr/>
        </p:nvSpPr>
        <p:spPr>
          <a:xfrm>
            <a:off x="2022764" y="2465451"/>
            <a:ext cx="6307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$0.9</a:t>
            </a:r>
            <a:endParaRPr lang="en-A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B31F0E-7949-272A-76BA-FB9FDC68F4FC}"/>
              </a:ext>
            </a:extLst>
          </p:cNvPr>
          <p:cNvSpPr txBox="1"/>
          <p:nvPr/>
        </p:nvSpPr>
        <p:spPr>
          <a:xfrm>
            <a:off x="8815528" y="1677453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-0.1</a:t>
            </a:r>
          </a:p>
        </p:txBody>
      </p:sp>
    </p:spTree>
    <p:extLst>
      <p:ext uri="{BB962C8B-B14F-4D97-AF65-F5344CB8AC3E}">
        <p14:creationId xmlns:p14="http://schemas.microsoft.com/office/powerpoint/2010/main" val="3472374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" grpId="0" animBg="1"/>
      <p:bldP spid="27" grpId="0" animBg="1"/>
      <p:bldP spid="30" grpId="0"/>
      <p:bldP spid="39" grpId="0"/>
      <p:bldP spid="14" grpId="0"/>
      <p:bldP spid="28" grpId="0"/>
      <p:bldP spid="4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3D61F-7C40-8F9C-69AB-CE751258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920846B-08F3-E4A1-94BC-B2E2295F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E780C2-8B36-34FA-F71D-888783898BD7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434181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D63CBF3-4523-D814-2320-FD846C745419}"/>
              </a:ext>
            </a:extLst>
          </p:cNvPr>
          <p:cNvSpPr txBox="1"/>
          <p:nvPr/>
        </p:nvSpPr>
        <p:spPr>
          <a:xfrm>
            <a:off x="10911840" y="5203348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B1A2CD-5094-FCCB-4AFC-06DA45544B2E}"/>
              </a:ext>
            </a:extLst>
          </p:cNvPr>
          <p:cNvSpPr txBox="1"/>
          <p:nvPr/>
        </p:nvSpPr>
        <p:spPr>
          <a:xfrm>
            <a:off x="225582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0016A-D94D-C4D5-C440-A542E49439CB}"/>
              </a:ext>
            </a:extLst>
          </p:cNvPr>
          <p:cNvSpPr txBox="1"/>
          <p:nvPr/>
        </p:nvSpPr>
        <p:spPr>
          <a:xfrm>
            <a:off x="358064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7072B-A550-B35B-B137-FA890657351D}"/>
              </a:ext>
            </a:extLst>
          </p:cNvPr>
          <p:cNvSpPr txBox="1"/>
          <p:nvPr/>
        </p:nvSpPr>
        <p:spPr>
          <a:xfrm>
            <a:off x="4905469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1C01F-8DA2-6F93-426C-1B7C955835DA}"/>
              </a:ext>
            </a:extLst>
          </p:cNvPr>
          <p:cNvSpPr txBox="1"/>
          <p:nvPr/>
        </p:nvSpPr>
        <p:spPr>
          <a:xfrm>
            <a:off x="6230293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389DBD-BEB0-B922-AD4B-417A57163486}"/>
              </a:ext>
            </a:extLst>
          </p:cNvPr>
          <p:cNvSpPr txBox="1"/>
          <p:nvPr/>
        </p:nvSpPr>
        <p:spPr>
          <a:xfrm>
            <a:off x="7555117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BB860B-C0E3-21E0-13B2-BF622CF2B60B}"/>
              </a:ext>
            </a:extLst>
          </p:cNvPr>
          <p:cNvSpPr txBox="1"/>
          <p:nvPr/>
        </p:nvSpPr>
        <p:spPr>
          <a:xfrm>
            <a:off x="887994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64F7A4-B59D-1B45-FE17-EE98BCFFA4A3}"/>
              </a:ext>
            </a:extLst>
          </p:cNvPr>
          <p:cNvSpPr txBox="1"/>
          <p:nvPr/>
        </p:nvSpPr>
        <p:spPr>
          <a:xfrm>
            <a:off x="1020476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69A8327-78F0-C6C5-1939-1FAFAEF3A25F}"/>
              </a:ext>
            </a:extLst>
          </p:cNvPr>
          <p:cNvCxnSpPr>
            <a:cxnSpLocks/>
          </p:cNvCxnSpPr>
          <p:nvPr/>
        </p:nvCxnSpPr>
        <p:spPr>
          <a:xfrm>
            <a:off x="247781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A683DCB-78D3-19B1-9B78-9A6492C552AD}"/>
              </a:ext>
            </a:extLst>
          </p:cNvPr>
          <p:cNvCxnSpPr>
            <a:cxnSpLocks/>
          </p:cNvCxnSpPr>
          <p:nvPr/>
        </p:nvCxnSpPr>
        <p:spPr>
          <a:xfrm>
            <a:off x="381150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C8BA80D-F684-0097-2966-BAE443B492F3}"/>
              </a:ext>
            </a:extLst>
          </p:cNvPr>
          <p:cNvCxnSpPr>
            <a:cxnSpLocks/>
          </p:cNvCxnSpPr>
          <p:nvPr/>
        </p:nvCxnSpPr>
        <p:spPr>
          <a:xfrm>
            <a:off x="5136332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C09545B-06EE-56DB-BD03-1B9E3C15FB64}"/>
              </a:ext>
            </a:extLst>
          </p:cNvPr>
          <p:cNvCxnSpPr>
            <a:cxnSpLocks/>
          </p:cNvCxnSpPr>
          <p:nvPr/>
        </p:nvCxnSpPr>
        <p:spPr>
          <a:xfrm>
            <a:off x="646115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069DCE-96A1-1163-B972-D2859F3AE4A0}"/>
              </a:ext>
            </a:extLst>
          </p:cNvPr>
          <p:cNvCxnSpPr>
            <a:cxnSpLocks/>
          </p:cNvCxnSpPr>
          <p:nvPr/>
        </p:nvCxnSpPr>
        <p:spPr>
          <a:xfrm>
            <a:off x="7785980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FD882FA-2398-7C0D-2922-B1EF91D1D9DB}"/>
              </a:ext>
            </a:extLst>
          </p:cNvPr>
          <p:cNvCxnSpPr>
            <a:cxnSpLocks/>
          </p:cNvCxnSpPr>
          <p:nvPr/>
        </p:nvCxnSpPr>
        <p:spPr>
          <a:xfrm>
            <a:off x="9110804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DBE2DFC-AE21-9402-259A-FF249F594490}"/>
              </a:ext>
            </a:extLst>
          </p:cNvPr>
          <p:cNvCxnSpPr>
            <a:cxnSpLocks/>
          </p:cNvCxnSpPr>
          <p:nvPr/>
        </p:nvCxnSpPr>
        <p:spPr>
          <a:xfrm>
            <a:off x="1043562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97F2D40-05E1-2B34-A780-DA979AC98230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8C1B6FA-4A43-43DC-C059-62603A4BC889}"/>
              </a:ext>
            </a:extLst>
          </p:cNvPr>
          <p:cNvSpPr/>
          <p:nvPr/>
        </p:nvSpPr>
        <p:spPr>
          <a:xfrm>
            <a:off x="3705885" y="3066352"/>
            <a:ext cx="211249" cy="200279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526AB50-94AB-E5CF-06A6-B67B3EE67175}"/>
              </a:ext>
            </a:extLst>
          </p:cNvPr>
          <p:cNvCxnSpPr>
            <a:cxnSpLocks/>
            <a:stCxn id="18" idx="6"/>
            <a:endCxn id="27" idx="2"/>
          </p:cNvCxnSpPr>
          <p:nvPr/>
        </p:nvCxnSpPr>
        <p:spPr>
          <a:xfrm flipV="1">
            <a:off x="2583442" y="3166492"/>
            <a:ext cx="1122443" cy="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73371F-7D81-A1DE-CC97-164136449A02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E05D06-B4B9-8403-7626-BA9ECD4794E9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4A7ABE2-5B72-5A49-7A8F-676E904EFB24}"/>
              </a:ext>
            </a:extLst>
          </p:cNvPr>
          <p:cNvSpPr/>
          <p:nvPr/>
        </p:nvSpPr>
        <p:spPr>
          <a:xfrm>
            <a:off x="2372193" y="3066353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D5407C-9BC5-2BC7-55F6-0D6C72038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04982E6-C391-5C3C-2230-EC34AC2F7304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E68A479-88B9-D799-5037-FE5072175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34" name="Graphic 33" descr="Close with solid fill">
              <a:extLst>
                <a:ext uri="{FF2B5EF4-FFF2-40B4-BE49-F238E27FC236}">
                  <a16:creationId xmlns:a16="http://schemas.microsoft.com/office/drawing/2014/main" id="{501CAD48-7BB9-E793-1299-0A6841BAC4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018EB39E-5C6C-B11F-13D9-609DF3BD8490}"/>
              </a:ext>
            </a:extLst>
          </p:cNvPr>
          <p:cNvSpPr/>
          <p:nvPr/>
        </p:nvSpPr>
        <p:spPr>
          <a:xfrm>
            <a:off x="5049508" y="4889973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165CFF-496E-6E5C-51F9-CD3D787F2F0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896128" y="3237302"/>
            <a:ext cx="1184317" cy="168200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7DDFA082-6746-F834-E15F-D336BEC123EE}"/>
              </a:ext>
            </a:extLst>
          </p:cNvPr>
          <p:cNvSpPr/>
          <p:nvPr/>
        </p:nvSpPr>
        <p:spPr>
          <a:xfrm>
            <a:off x="5049508" y="3066352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F4CE312-E10F-3327-F077-841FEDFDD9E5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3927065" y="3166492"/>
            <a:ext cx="1122443" cy="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D576CF8-D4A2-F3B0-182E-74CD82A56573}"/>
                  </a:ext>
                </a:extLst>
              </p:cNvPr>
              <p:cNvSpPr txBox="1"/>
              <p:nvPr/>
            </p:nvSpPr>
            <p:spPr>
              <a:xfrm>
                <a:off x="4061171" y="2664961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96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D576CF8-D4A2-F3B0-182E-74CD82A56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171" y="2664961"/>
                <a:ext cx="83843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D0B7204-990F-DCEE-08FC-54416D2C3265}"/>
                  </a:ext>
                </a:extLst>
              </p:cNvPr>
              <p:cNvSpPr txBox="1"/>
              <p:nvPr/>
            </p:nvSpPr>
            <p:spPr>
              <a:xfrm>
                <a:off x="3901653" y="4162613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04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D0B7204-990F-DCEE-08FC-54416D2C3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653" y="4162613"/>
                <a:ext cx="83843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D02827CC-16A1-8D5A-C819-B635E0CAEA7B}"/>
              </a:ext>
            </a:extLst>
          </p:cNvPr>
          <p:cNvSpPr txBox="1"/>
          <p:nvPr/>
        </p:nvSpPr>
        <p:spPr>
          <a:xfrm>
            <a:off x="2127564" y="6334780"/>
            <a:ext cx="80772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Total points: $0.9</a:t>
            </a:r>
            <a:endParaRPr lang="en-AU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ABAF66-7855-DC14-C42E-FF41E36852ED}"/>
              </a:ext>
            </a:extLst>
          </p:cNvPr>
          <p:cNvSpPr txBox="1"/>
          <p:nvPr/>
        </p:nvSpPr>
        <p:spPr>
          <a:xfrm>
            <a:off x="1552288" y="1953833"/>
            <a:ext cx="807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latin typeface="Levenim MT" panose="02010502060101010101" pitchFamily="2" charset="-79"/>
              </a:rPr>
              <a:t>Let’s say I invest in management all the time</a:t>
            </a:r>
          </a:p>
        </p:txBody>
      </p:sp>
      <p:pic>
        <p:nvPicPr>
          <p:cNvPr id="48" name="Graphic 47" descr="Open hand with plant with solid fill">
            <a:extLst>
              <a:ext uri="{FF2B5EF4-FFF2-40B4-BE49-F238E27FC236}">
                <a16:creationId xmlns:a16="http://schemas.microsoft.com/office/drawing/2014/main" id="{025D28AB-A9D7-AA80-34C2-C9275E775B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9424" y="1704768"/>
            <a:ext cx="914400" cy="9144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E1D0F0E-39E7-A3F8-C207-C77356DEC72C}"/>
              </a:ext>
            </a:extLst>
          </p:cNvPr>
          <p:cNvSpPr txBox="1"/>
          <p:nvPr/>
        </p:nvSpPr>
        <p:spPr>
          <a:xfrm>
            <a:off x="2022764" y="2465451"/>
            <a:ext cx="932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$0.9</a:t>
            </a:r>
            <a:endParaRPr lang="en-A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C7C804-6214-021A-09B1-CFAC151E40E2}"/>
              </a:ext>
            </a:extLst>
          </p:cNvPr>
          <p:cNvSpPr txBox="1"/>
          <p:nvPr/>
        </p:nvSpPr>
        <p:spPr>
          <a:xfrm>
            <a:off x="3322470" y="2465451"/>
            <a:ext cx="6307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$0.9</a:t>
            </a:r>
            <a:endParaRPr lang="en-A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A3CE70-2C6B-9628-A125-438320EB25A0}"/>
              </a:ext>
            </a:extLst>
          </p:cNvPr>
          <p:cNvSpPr txBox="1"/>
          <p:nvPr/>
        </p:nvSpPr>
        <p:spPr>
          <a:xfrm>
            <a:off x="2128433" y="6334780"/>
            <a:ext cx="807720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Total points: </a:t>
            </a:r>
            <a:r>
              <a:rPr lang="en-AU" sz="2800" dirty="0">
                <a:solidFill>
                  <a:srgbClr val="FF0000"/>
                </a:solidFill>
                <a:latin typeface="Levenim MT" panose="02010502060101010101" pitchFamily="2" charset="-79"/>
              </a:rPr>
              <a:t>$1.8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A5FF01-F6E8-615A-9AEC-74C5E4CA420C}"/>
              </a:ext>
            </a:extLst>
          </p:cNvPr>
          <p:cNvSpPr txBox="1"/>
          <p:nvPr/>
        </p:nvSpPr>
        <p:spPr>
          <a:xfrm>
            <a:off x="8815528" y="1677453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-0.1</a:t>
            </a:r>
          </a:p>
        </p:txBody>
      </p:sp>
    </p:spTree>
    <p:extLst>
      <p:ext uri="{BB962C8B-B14F-4D97-AF65-F5344CB8AC3E}">
        <p14:creationId xmlns:p14="http://schemas.microsoft.com/office/powerpoint/2010/main" val="70584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8" grpId="0" animBg="1"/>
      <p:bldP spid="41" grpId="0"/>
      <p:bldP spid="42" grpId="0"/>
      <p:bldP spid="54" grpId="0"/>
      <p:bldP spid="5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D54BC-1DDB-827A-4052-41690EFFE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99AC8B7E-8F09-F053-3D7F-5892A967C3B9}"/>
              </a:ext>
            </a:extLst>
          </p:cNvPr>
          <p:cNvSpPr txBox="1"/>
          <p:nvPr/>
        </p:nvSpPr>
        <p:spPr>
          <a:xfrm>
            <a:off x="2127564" y="6334780"/>
            <a:ext cx="80772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Total points: $1.8</a:t>
            </a:r>
            <a:endParaRPr lang="en-A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1CD92C-1D9E-D5B6-BC6C-A5D31DBBDF0B}"/>
              </a:ext>
            </a:extLst>
          </p:cNvPr>
          <p:cNvSpPr txBox="1"/>
          <p:nvPr/>
        </p:nvSpPr>
        <p:spPr>
          <a:xfrm>
            <a:off x="2128433" y="6334780"/>
            <a:ext cx="807720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Total points: </a:t>
            </a:r>
            <a:r>
              <a:rPr lang="en-AU" sz="2800" dirty="0">
                <a:solidFill>
                  <a:srgbClr val="FF0000"/>
                </a:solidFill>
                <a:latin typeface="Levenim MT" panose="02010502060101010101" pitchFamily="2" charset="-79"/>
              </a:rPr>
              <a:t>$2.7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5457C4B-9C26-ABEF-0362-C05E8FE9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A19600-B75D-88CB-AB40-1AC6BB7CA028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434181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71A590-C19A-F682-A747-2689C766F23A}"/>
              </a:ext>
            </a:extLst>
          </p:cNvPr>
          <p:cNvSpPr txBox="1"/>
          <p:nvPr/>
        </p:nvSpPr>
        <p:spPr>
          <a:xfrm>
            <a:off x="10911840" y="5203348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D991E3-C704-9ED2-8E4B-CD72EA6E7DB6}"/>
              </a:ext>
            </a:extLst>
          </p:cNvPr>
          <p:cNvSpPr txBox="1"/>
          <p:nvPr/>
        </p:nvSpPr>
        <p:spPr>
          <a:xfrm>
            <a:off x="225582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257C3-EFE7-0A73-ABBB-D653A1363BB6}"/>
              </a:ext>
            </a:extLst>
          </p:cNvPr>
          <p:cNvSpPr txBox="1"/>
          <p:nvPr/>
        </p:nvSpPr>
        <p:spPr>
          <a:xfrm>
            <a:off x="358064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79627-4D42-0097-8E74-F133F512D98A}"/>
              </a:ext>
            </a:extLst>
          </p:cNvPr>
          <p:cNvSpPr txBox="1"/>
          <p:nvPr/>
        </p:nvSpPr>
        <p:spPr>
          <a:xfrm>
            <a:off x="4905469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44AEDB-3981-6D73-1A0E-58A14A5DB518}"/>
              </a:ext>
            </a:extLst>
          </p:cNvPr>
          <p:cNvSpPr txBox="1"/>
          <p:nvPr/>
        </p:nvSpPr>
        <p:spPr>
          <a:xfrm>
            <a:off x="6230293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AB2D3E-E33C-517C-9FC2-E26D40FED522}"/>
              </a:ext>
            </a:extLst>
          </p:cNvPr>
          <p:cNvSpPr txBox="1"/>
          <p:nvPr/>
        </p:nvSpPr>
        <p:spPr>
          <a:xfrm>
            <a:off x="7555117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441D64-C5DD-99ED-0794-13EE114B7B1E}"/>
              </a:ext>
            </a:extLst>
          </p:cNvPr>
          <p:cNvSpPr txBox="1"/>
          <p:nvPr/>
        </p:nvSpPr>
        <p:spPr>
          <a:xfrm>
            <a:off x="887994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6D1625-0210-4FDA-BF81-AF11127E914A}"/>
              </a:ext>
            </a:extLst>
          </p:cNvPr>
          <p:cNvSpPr txBox="1"/>
          <p:nvPr/>
        </p:nvSpPr>
        <p:spPr>
          <a:xfrm>
            <a:off x="1020476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35D7944-7A1C-68AE-38D0-10205E4395FF}"/>
              </a:ext>
            </a:extLst>
          </p:cNvPr>
          <p:cNvCxnSpPr>
            <a:cxnSpLocks/>
          </p:cNvCxnSpPr>
          <p:nvPr/>
        </p:nvCxnSpPr>
        <p:spPr>
          <a:xfrm>
            <a:off x="247781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6D43406-8C7F-9E0A-BD3D-5ED98DACC7DB}"/>
              </a:ext>
            </a:extLst>
          </p:cNvPr>
          <p:cNvCxnSpPr>
            <a:cxnSpLocks/>
          </p:cNvCxnSpPr>
          <p:nvPr/>
        </p:nvCxnSpPr>
        <p:spPr>
          <a:xfrm>
            <a:off x="381150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42E3C39-46D8-08F2-977F-B1AE230A3E3D}"/>
              </a:ext>
            </a:extLst>
          </p:cNvPr>
          <p:cNvCxnSpPr>
            <a:cxnSpLocks/>
          </p:cNvCxnSpPr>
          <p:nvPr/>
        </p:nvCxnSpPr>
        <p:spPr>
          <a:xfrm>
            <a:off x="5136332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114A7DC-D0A6-1520-F3B6-7A1657F2E76D}"/>
              </a:ext>
            </a:extLst>
          </p:cNvPr>
          <p:cNvCxnSpPr>
            <a:cxnSpLocks/>
          </p:cNvCxnSpPr>
          <p:nvPr/>
        </p:nvCxnSpPr>
        <p:spPr>
          <a:xfrm>
            <a:off x="646115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7F837F-6E44-4E8A-505D-F3CFCD8A3ADE}"/>
              </a:ext>
            </a:extLst>
          </p:cNvPr>
          <p:cNvCxnSpPr>
            <a:cxnSpLocks/>
          </p:cNvCxnSpPr>
          <p:nvPr/>
        </p:nvCxnSpPr>
        <p:spPr>
          <a:xfrm>
            <a:off x="7785980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B06E0FF-2742-8A91-B306-08FE9CDC898D}"/>
              </a:ext>
            </a:extLst>
          </p:cNvPr>
          <p:cNvCxnSpPr>
            <a:cxnSpLocks/>
          </p:cNvCxnSpPr>
          <p:nvPr/>
        </p:nvCxnSpPr>
        <p:spPr>
          <a:xfrm>
            <a:off x="9110804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456A332-24E4-4356-8F8E-305567FD2EBD}"/>
              </a:ext>
            </a:extLst>
          </p:cNvPr>
          <p:cNvCxnSpPr>
            <a:cxnSpLocks/>
          </p:cNvCxnSpPr>
          <p:nvPr/>
        </p:nvCxnSpPr>
        <p:spPr>
          <a:xfrm>
            <a:off x="1043562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A191A0-84D6-CB09-34D2-B904B5BC4980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6465CCE-C1F9-676A-975A-203C732AB611}"/>
              </a:ext>
            </a:extLst>
          </p:cNvPr>
          <p:cNvSpPr/>
          <p:nvPr/>
        </p:nvSpPr>
        <p:spPr>
          <a:xfrm>
            <a:off x="3705885" y="3066352"/>
            <a:ext cx="211249" cy="200279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2F282C-E681-CEEE-0275-B2EA73085262}"/>
              </a:ext>
            </a:extLst>
          </p:cNvPr>
          <p:cNvCxnSpPr>
            <a:cxnSpLocks/>
            <a:stCxn id="18" idx="6"/>
            <a:endCxn id="27" idx="2"/>
          </p:cNvCxnSpPr>
          <p:nvPr/>
        </p:nvCxnSpPr>
        <p:spPr>
          <a:xfrm flipV="1">
            <a:off x="2583442" y="3166492"/>
            <a:ext cx="1122443" cy="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62E01AE-E8D5-04A1-5470-2962465A7D4E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A6FE57-77EA-09C7-D329-C98A8E92BC49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B279284-ED6E-3D42-5A17-B1349DA7699E}"/>
              </a:ext>
            </a:extLst>
          </p:cNvPr>
          <p:cNvSpPr/>
          <p:nvPr/>
        </p:nvSpPr>
        <p:spPr>
          <a:xfrm>
            <a:off x="2372193" y="3066353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E6EB3A8-2778-AB90-903A-4CBD83E39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BE7333B-AFB8-48BF-F97D-2BA49026BE4E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9277B6D-0C07-9B95-335A-DABC3E8B6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34" name="Graphic 33" descr="Close with solid fill">
              <a:extLst>
                <a:ext uri="{FF2B5EF4-FFF2-40B4-BE49-F238E27FC236}">
                  <a16:creationId xmlns:a16="http://schemas.microsoft.com/office/drawing/2014/main" id="{BE9A41A9-7FFD-2B44-A70A-A33207B90D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F7A40B09-AA07-2E5C-5257-A67250FC0F22}"/>
              </a:ext>
            </a:extLst>
          </p:cNvPr>
          <p:cNvSpPr/>
          <p:nvPr/>
        </p:nvSpPr>
        <p:spPr>
          <a:xfrm>
            <a:off x="5049508" y="3066352"/>
            <a:ext cx="211249" cy="200279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C056D66-0D81-3600-1887-CA98E59F0E67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3927065" y="3166492"/>
            <a:ext cx="1122443" cy="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6710F13-B027-973B-9EF3-B0B00E3B904F}"/>
              </a:ext>
            </a:extLst>
          </p:cNvPr>
          <p:cNvSpPr txBox="1"/>
          <p:nvPr/>
        </p:nvSpPr>
        <p:spPr>
          <a:xfrm>
            <a:off x="1552288" y="1953833"/>
            <a:ext cx="807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latin typeface="Levenim MT" panose="02010502060101010101" pitchFamily="2" charset="-79"/>
              </a:rPr>
              <a:t>Let’s say I invest in management all the time</a:t>
            </a:r>
          </a:p>
        </p:txBody>
      </p:sp>
      <p:pic>
        <p:nvPicPr>
          <p:cNvPr id="48" name="Graphic 47" descr="Open hand with plant with solid fill">
            <a:extLst>
              <a:ext uri="{FF2B5EF4-FFF2-40B4-BE49-F238E27FC236}">
                <a16:creationId xmlns:a16="http://schemas.microsoft.com/office/drawing/2014/main" id="{4CA38208-DAA9-E22E-2496-AB44130C3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9424" y="1704768"/>
            <a:ext cx="914400" cy="9144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C8B1C91B-78D7-32DE-99F7-A649911E228C}"/>
              </a:ext>
            </a:extLst>
          </p:cNvPr>
          <p:cNvSpPr txBox="1"/>
          <p:nvPr/>
        </p:nvSpPr>
        <p:spPr>
          <a:xfrm>
            <a:off x="2022764" y="2465451"/>
            <a:ext cx="932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$0.9</a:t>
            </a:r>
            <a:endParaRPr lang="en-A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1F2170-337C-D8A1-5E7A-5D9C5A46DDFF}"/>
              </a:ext>
            </a:extLst>
          </p:cNvPr>
          <p:cNvSpPr txBox="1"/>
          <p:nvPr/>
        </p:nvSpPr>
        <p:spPr>
          <a:xfrm>
            <a:off x="3322470" y="2465451"/>
            <a:ext cx="6307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$0.9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8E8FF0-BDA0-A76F-82A3-B6EEE0EE7E11}"/>
              </a:ext>
            </a:extLst>
          </p:cNvPr>
          <p:cNvSpPr/>
          <p:nvPr/>
        </p:nvSpPr>
        <p:spPr>
          <a:xfrm>
            <a:off x="6387801" y="4870056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9DC0FA-8C46-553C-603C-6B58DA16E142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5234421" y="3217385"/>
            <a:ext cx="1184317" cy="168200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8732AC2-7294-53A7-2DAC-30D0115CD4B9}"/>
              </a:ext>
            </a:extLst>
          </p:cNvPr>
          <p:cNvSpPr/>
          <p:nvPr/>
        </p:nvSpPr>
        <p:spPr>
          <a:xfrm>
            <a:off x="6387801" y="3046435"/>
            <a:ext cx="211249" cy="200279"/>
          </a:xfrm>
          <a:prstGeom prst="ellipse">
            <a:avLst/>
          </a:prstGeom>
          <a:solidFill>
            <a:srgbClr val="AEB9A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2CF61B-9EDE-BBB4-593A-FB14FB33A03E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5265358" y="3146575"/>
            <a:ext cx="1122443" cy="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18402F7-540B-FCAD-CB19-BB302DFA1A31}"/>
                  </a:ext>
                </a:extLst>
              </p:cNvPr>
              <p:cNvSpPr txBox="1"/>
              <p:nvPr/>
            </p:nvSpPr>
            <p:spPr>
              <a:xfrm>
                <a:off x="5399464" y="2645044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96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18402F7-540B-FCAD-CB19-BB302DFA1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464" y="2645044"/>
                <a:ext cx="83843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A40FE5-132F-7EBA-5FD2-81F6433EC919}"/>
                  </a:ext>
                </a:extLst>
              </p:cNvPr>
              <p:cNvSpPr txBox="1"/>
              <p:nvPr/>
            </p:nvSpPr>
            <p:spPr>
              <a:xfrm>
                <a:off x="5239946" y="4142696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04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A40FE5-132F-7EBA-5FD2-81F6433EC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946" y="4142696"/>
                <a:ext cx="838439" cy="584775"/>
              </a:xfrm>
              <a:prstGeom prst="rect">
                <a:avLst/>
              </a:prstGeom>
              <a:blipFill>
                <a:blip r:embed="rId6"/>
                <a:stretch>
                  <a:fillRect r="-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85A05F94-7DC0-9AB0-FFBC-5F17EB92E4D1}"/>
              </a:ext>
            </a:extLst>
          </p:cNvPr>
          <p:cNvSpPr txBox="1"/>
          <p:nvPr/>
        </p:nvSpPr>
        <p:spPr>
          <a:xfrm>
            <a:off x="4632471" y="2470530"/>
            <a:ext cx="6307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$0.9</a:t>
            </a:r>
            <a:endParaRPr lang="en-A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FAC8A2-59FB-AA49-8058-27601C21C407}"/>
              </a:ext>
            </a:extLst>
          </p:cNvPr>
          <p:cNvSpPr txBox="1"/>
          <p:nvPr/>
        </p:nvSpPr>
        <p:spPr>
          <a:xfrm>
            <a:off x="8815528" y="1677453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-0.1</a:t>
            </a:r>
          </a:p>
        </p:txBody>
      </p:sp>
    </p:spTree>
    <p:extLst>
      <p:ext uri="{BB962C8B-B14F-4D97-AF65-F5344CB8AC3E}">
        <p14:creationId xmlns:p14="http://schemas.microsoft.com/office/powerpoint/2010/main" val="42497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4" grpId="0" animBg="1"/>
      <p:bldP spid="6" grpId="0" animBg="1"/>
      <p:bldP spid="20" grpId="0"/>
      <p:bldP spid="26" grpId="0"/>
      <p:bldP spid="3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EC867-54A2-1263-9512-B645289E9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4CD38AEE-40DE-407C-79DE-DF4EA8BE1BF4}"/>
              </a:ext>
            </a:extLst>
          </p:cNvPr>
          <p:cNvSpPr txBox="1"/>
          <p:nvPr/>
        </p:nvSpPr>
        <p:spPr>
          <a:xfrm>
            <a:off x="2127564" y="6334780"/>
            <a:ext cx="80772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Total points: $1.8</a:t>
            </a:r>
            <a:endParaRPr lang="en-A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747D689-AC14-9082-9598-46F54A6A7133}"/>
              </a:ext>
            </a:extLst>
          </p:cNvPr>
          <p:cNvSpPr txBox="1"/>
          <p:nvPr/>
        </p:nvSpPr>
        <p:spPr>
          <a:xfrm>
            <a:off x="2128433" y="6334780"/>
            <a:ext cx="807720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Total points: </a:t>
            </a:r>
            <a:r>
              <a:rPr lang="en-AU" sz="2800" dirty="0">
                <a:solidFill>
                  <a:srgbClr val="FF0000"/>
                </a:solidFill>
                <a:latin typeface="Levenim MT" panose="02010502060101010101" pitchFamily="2" charset="-79"/>
              </a:rPr>
              <a:t>$6.3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FEB667-D196-BD71-B057-10357B65C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8CC08A-E7C3-FC7D-0F48-DB70B08E5E5D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434181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1F68833-9336-5380-02D4-490E3968788D}"/>
              </a:ext>
            </a:extLst>
          </p:cNvPr>
          <p:cNvSpPr txBox="1"/>
          <p:nvPr/>
        </p:nvSpPr>
        <p:spPr>
          <a:xfrm>
            <a:off x="10911840" y="5203348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67F6A1-1A02-9EA5-DC5A-8C6671DC83F5}"/>
              </a:ext>
            </a:extLst>
          </p:cNvPr>
          <p:cNvSpPr txBox="1"/>
          <p:nvPr/>
        </p:nvSpPr>
        <p:spPr>
          <a:xfrm>
            <a:off x="225582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0054A-26F7-E2FE-4C3C-723455B1EDA0}"/>
              </a:ext>
            </a:extLst>
          </p:cNvPr>
          <p:cNvSpPr txBox="1"/>
          <p:nvPr/>
        </p:nvSpPr>
        <p:spPr>
          <a:xfrm>
            <a:off x="358064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6B284A-C513-5707-FF95-F65BB8C855AA}"/>
              </a:ext>
            </a:extLst>
          </p:cNvPr>
          <p:cNvSpPr txBox="1"/>
          <p:nvPr/>
        </p:nvSpPr>
        <p:spPr>
          <a:xfrm>
            <a:off x="4905469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8207BA-CDDA-952F-B326-378EEAA7FCCD}"/>
              </a:ext>
            </a:extLst>
          </p:cNvPr>
          <p:cNvSpPr txBox="1"/>
          <p:nvPr/>
        </p:nvSpPr>
        <p:spPr>
          <a:xfrm>
            <a:off x="6230293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91F9E2-7664-AAD7-8E10-FCC69FC66612}"/>
              </a:ext>
            </a:extLst>
          </p:cNvPr>
          <p:cNvSpPr txBox="1"/>
          <p:nvPr/>
        </p:nvSpPr>
        <p:spPr>
          <a:xfrm>
            <a:off x="7555117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15FECD-85C6-F974-0D7A-0AA4268BC1C6}"/>
              </a:ext>
            </a:extLst>
          </p:cNvPr>
          <p:cNvSpPr txBox="1"/>
          <p:nvPr/>
        </p:nvSpPr>
        <p:spPr>
          <a:xfrm>
            <a:off x="8879941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9E993D-EC03-19F5-2E64-911B4FE87EA7}"/>
              </a:ext>
            </a:extLst>
          </p:cNvPr>
          <p:cNvSpPr txBox="1"/>
          <p:nvPr/>
        </p:nvSpPr>
        <p:spPr>
          <a:xfrm>
            <a:off x="10204765" y="5546503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52EAE9-1E8E-4C64-D03B-EB7175F77C15}"/>
              </a:ext>
            </a:extLst>
          </p:cNvPr>
          <p:cNvCxnSpPr>
            <a:cxnSpLocks/>
          </p:cNvCxnSpPr>
          <p:nvPr/>
        </p:nvCxnSpPr>
        <p:spPr>
          <a:xfrm>
            <a:off x="247781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76CE1D8-BA05-3DAA-4971-E7AAC2E8B149}"/>
              </a:ext>
            </a:extLst>
          </p:cNvPr>
          <p:cNvCxnSpPr>
            <a:cxnSpLocks/>
          </p:cNvCxnSpPr>
          <p:nvPr/>
        </p:nvCxnSpPr>
        <p:spPr>
          <a:xfrm>
            <a:off x="3811508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36CBA4-5A13-E724-05F8-FB6C15F6DD87}"/>
              </a:ext>
            </a:extLst>
          </p:cNvPr>
          <p:cNvCxnSpPr>
            <a:cxnSpLocks/>
          </p:cNvCxnSpPr>
          <p:nvPr/>
        </p:nvCxnSpPr>
        <p:spPr>
          <a:xfrm>
            <a:off x="5136332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E8D8C4-C0D1-AB6B-E2FB-C62CAA59E8A7}"/>
              </a:ext>
            </a:extLst>
          </p:cNvPr>
          <p:cNvCxnSpPr>
            <a:cxnSpLocks/>
          </p:cNvCxnSpPr>
          <p:nvPr/>
        </p:nvCxnSpPr>
        <p:spPr>
          <a:xfrm>
            <a:off x="646115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D397590-40D4-316D-6609-8BC7407F57CC}"/>
              </a:ext>
            </a:extLst>
          </p:cNvPr>
          <p:cNvCxnSpPr>
            <a:cxnSpLocks/>
          </p:cNvCxnSpPr>
          <p:nvPr/>
        </p:nvCxnSpPr>
        <p:spPr>
          <a:xfrm>
            <a:off x="7785980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0978EA1-1220-A4A6-C72F-562F2B7EE56C}"/>
              </a:ext>
            </a:extLst>
          </p:cNvPr>
          <p:cNvCxnSpPr>
            <a:cxnSpLocks/>
          </p:cNvCxnSpPr>
          <p:nvPr/>
        </p:nvCxnSpPr>
        <p:spPr>
          <a:xfrm>
            <a:off x="9110804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46B7368-4DED-CDE6-54D7-5BEF4C7DFABC}"/>
              </a:ext>
            </a:extLst>
          </p:cNvPr>
          <p:cNvCxnSpPr>
            <a:cxnSpLocks/>
          </p:cNvCxnSpPr>
          <p:nvPr/>
        </p:nvCxnSpPr>
        <p:spPr>
          <a:xfrm>
            <a:off x="10435626" y="5332691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69BDE1F-9682-C7F6-D479-B228F90B0E64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CD073D9-1462-3664-652E-4B0B3D86195C}"/>
              </a:ext>
            </a:extLst>
          </p:cNvPr>
          <p:cNvSpPr/>
          <p:nvPr/>
        </p:nvSpPr>
        <p:spPr>
          <a:xfrm>
            <a:off x="3705885" y="3066352"/>
            <a:ext cx="211249" cy="200279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46EFE61-1B40-B626-0073-1D2A766D3E0C}"/>
              </a:ext>
            </a:extLst>
          </p:cNvPr>
          <p:cNvCxnSpPr>
            <a:cxnSpLocks/>
            <a:stCxn id="18" idx="6"/>
            <a:endCxn id="27" idx="2"/>
          </p:cNvCxnSpPr>
          <p:nvPr/>
        </p:nvCxnSpPr>
        <p:spPr>
          <a:xfrm flipV="1">
            <a:off x="2583442" y="3166492"/>
            <a:ext cx="1122443" cy="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D882351-120D-0F0F-BA5A-59EA3B6A82B6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FC9707-4A08-9C74-B26D-B00A8479D1E3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E47D0B1-6508-1C04-F96F-FC4F7335F9DF}"/>
              </a:ext>
            </a:extLst>
          </p:cNvPr>
          <p:cNvSpPr/>
          <p:nvPr/>
        </p:nvSpPr>
        <p:spPr>
          <a:xfrm>
            <a:off x="2372193" y="3066353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C008AA-818B-1E09-252C-7673ED9A6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C735DDA-CB53-F31B-FE06-46B1DE718756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ADA743D-F4EA-F873-CDF3-EFB29775D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34" name="Graphic 33" descr="Close with solid fill">
              <a:extLst>
                <a:ext uri="{FF2B5EF4-FFF2-40B4-BE49-F238E27FC236}">
                  <a16:creationId xmlns:a16="http://schemas.microsoft.com/office/drawing/2014/main" id="{18CC54E9-31AA-72AA-3E43-2880B4901C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9DECC633-1651-BC0B-0BAB-3120FD5BD7B5}"/>
              </a:ext>
            </a:extLst>
          </p:cNvPr>
          <p:cNvSpPr/>
          <p:nvPr/>
        </p:nvSpPr>
        <p:spPr>
          <a:xfrm>
            <a:off x="5049508" y="3066352"/>
            <a:ext cx="211249" cy="200279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7CCF50F-571E-6076-A3D6-3E5702A63D9B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3927065" y="3166492"/>
            <a:ext cx="1122443" cy="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6255B3E-9A17-692D-2598-DBA17146B901}"/>
              </a:ext>
            </a:extLst>
          </p:cNvPr>
          <p:cNvSpPr txBox="1"/>
          <p:nvPr/>
        </p:nvSpPr>
        <p:spPr>
          <a:xfrm>
            <a:off x="1552288" y="1953833"/>
            <a:ext cx="807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latin typeface="Levenim MT" panose="02010502060101010101" pitchFamily="2" charset="-79"/>
              </a:rPr>
              <a:t>Let’s say I invest in management all the time</a:t>
            </a:r>
          </a:p>
        </p:txBody>
      </p:sp>
      <p:pic>
        <p:nvPicPr>
          <p:cNvPr id="48" name="Graphic 47" descr="Open hand with plant with solid fill">
            <a:extLst>
              <a:ext uri="{FF2B5EF4-FFF2-40B4-BE49-F238E27FC236}">
                <a16:creationId xmlns:a16="http://schemas.microsoft.com/office/drawing/2014/main" id="{42EE27EA-8396-548D-819F-3AD2007F45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9424" y="1704768"/>
            <a:ext cx="914400" cy="9144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9893BB4-AC44-F4E0-6C86-DBB866F2ACF2}"/>
              </a:ext>
            </a:extLst>
          </p:cNvPr>
          <p:cNvSpPr txBox="1"/>
          <p:nvPr/>
        </p:nvSpPr>
        <p:spPr>
          <a:xfrm>
            <a:off x="8815528" y="1677453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-0.1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E3EC71B-1A15-03BD-3F7E-E599E610E24F}"/>
              </a:ext>
            </a:extLst>
          </p:cNvPr>
          <p:cNvSpPr txBox="1"/>
          <p:nvPr/>
        </p:nvSpPr>
        <p:spPr>
          <a:xfrm>
            <a:off x="2022764" y="2465451"/>
            <a:ext cx="932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$0.9</a:t>
            </a:r>
            <a:endParaRPr lang="en-A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B603AF-C2A7-4E48-D641-4545EBFAD049}"/>
              </a:ext>
            </a:extLst>
          </p:cNvPr>
          <p:cNvSpPr txBox="1"/>
          <p:nvPr/>
        </p:nvSpPr>
        <p:spPr>
          <a:xfrm>
            <a:off x="3322470" y="2465451"/>
            <a:ext cx="6307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$0.9</a:t>
            </a:r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481F60-0E15-44F8-2680-E6D19C8ED028}"/>
              </a:ext>
            </a:extLst>
          </p:cNvPr>
          <p:cNvSpPr/>
          <p:nvPr/>
        </p:nvSpPr>
        <p:spPr>
          <a:xfrm>
            <a:off x="6387801" y="3046435"/>
            <a:ext cx="211249" cy="200279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BD57A88-C780-01C2-A69D-2BE9968F30ED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5265358" y="3146575"/>
            <a:ext cx="1122443" cy="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B018AC4-6B70-4EE9-436B-39B688D50956}"/>
              </a:ext>
            </a:extLst>
          </p:cNvPr>
          <p:cNvSpPr txBox="1"/>
          <p:nvPr/>
        </p:nvSpPr>
        <p:spPr>
          <a:xfrm>
            <a:off x="4632471" y="2470530"/>
            <a:ext cx="6307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$0.9</a:t>
            </a:r>
            <a:endParaRPr lang="en-A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E75148-295F-3834-8065-5E7B330F316E}"/>
              </a:ext>
            </a:extLst>
          </p:cNvPr>
          <p:cNvSpPr txBox="1"/>
          <p:nvPr/>
        </p:nvSpPr>
        <p:spPr>
          <a:xfrm>
            <a:off x="6000239" y="2473686"/>
            <a:ext cx="6307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$0.9</a:t>
            </a:r>
            <a:endParaRPr lang="en-AU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3B4A12-5771-0425-3DEC-F13B79253077}"/>
              </a:ext>
            </a:extLst>
          </p:cNvPr>
          <p:cNvSpPr/>
          <p:nvPr/>
        </p:nvSpPr>
        <p:spPr>
          <a:xfrm>
            <a:off x="7721493" y="3031277"/>
            <a:ext cx="211249" cy="200279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D89CA8E-14D1-3A8A-ADFE-DCC1615F723F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6599050" y="3131417"/>
            <a:ext cx="1122443" cy="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2E8C9DE-F9FE-8A63-5B6D-D37AB0E28FC5}"/>
              </a:ext>
            </a:extLst>
          </p:cNvPr>
          <p:cNvSpPr txBox="1"/>
          <p:nvPr/>
        </p:nvSpPr>
        <p:spPr>
          <a:xfrm>
            <a:off x="7333931" y="2458528"/>
            <a:ext cx="6307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$0.9</a:t>
            </a:r>
            <a:endParaRPr lang="en-AU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3EF18F2-E9F3-0AA7-277B-EF3CE2CCE50D}"/>
              </a:ext>
            </a:extLst>
          </p:cNvPr>
          <p:cNvSpPr/>
          <p:nvPr/>
        </p:nvSpPr>
        <p:spPr>
          <a:xfrm>
            <a:off x="9060969" y="3031277"/>
            <a:ext cx="211249" cy="200279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4A4D79E-4377-6AA9-BEDB-DEDED1B794C1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7938526" y="3131417"/>
            <a:ext cx="1122443" cy="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B928E8-FD86-A0CA-E144-173D2EE018E3}"/>
              </a:ext>
            </a:extLst>
          </p:cNvPr>
          <p:cNvSpPr txBox="1"/>
          <p:nvPr/>
        </p:nvSpPr>
        <p:spPr>
          <a:xfrm>
            <a:off x="8673407" y="2458528"/>
            <a:ext cx="6307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$0.9</a:t>
            </a:r>
            <a:endParaRPr lang="en-AU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35711E9-D999-D43A-8061-922617E74459}"/>
              </a:ext>
            </a:extLst>
          </p:cNvPr>
          <p:cNvSpPr/>
          <p:nvPr/>
        </p:nvSpPr>
        <p:spPr>
          <a:xfrm>
            <a:off x="10399262" y="3031277"/>
            <a:ext cx="211249" cy="200279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04C5D96-85F5-EE46-11FD-EB3C4DF275C8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9276819" y="3131417"/>
            <a:ext cx="1122443" cy="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3B89EA9-9900-6C6A-83A6-1B1F01FCFE68}"/>
              </a:ext>
            </a:extLst>
          </p:cNvPr>
          <p:cNvSpPr txBox="1"/>
          <p:nvPr/>
        </p:nvSpPr>
        <p:spPr>
          <a:xfrm>
            <a:off x="10011700" y="2458528"/>
            <a:ext cx="6307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Levenim MT" panose="02010502060101010101" pitchFamily="2" charset="-79"/>
              </a:rPr>
              <a:t>$0.9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494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" grpId="0" animBg="1"/>
      <p:bldP spid="25" grpId="0"/>
      <p:bldP spid="30" grpId="0" animBg="1"/>
      <p:bldP spid="42" grpId="0"/>
      <p:bldP spid="43" grpId="0" animBg="1"/>
      <p:bldP spid="47" grpId="0"/>
      <p:bldP spid="49" grpId="0" animBg="1"/>
      <p:bldP spid="5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2AB54F-DFCD-7718-1CCD-06E3F9204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08" y="242443"/>
            <a:ext cx="9907383" cy="63731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6BE6C8-EDF2-F19E-9B21-77096A10859F}"/>
              </a:ext>
            </a:extLst>
          </p:cNvPr>
          <p:cNvSpPr txBox="1"/>
          <p:nvPr/>
        </p:nvSpPr>
        <p:spPr>
          <a:xfrm>
            <a:off x="2133601" y="1238250"/>
            <a:ext cx="155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b="1" dirty="0">
                <a:latin typeface="Levenim MT" panose="02010502060101010101" pitchFamily="2" charset="-79"/>
                <a:cs typeface="Levenim MT" panose="02010502060101010101" pitchFamily="2" charset="-79"/>
              </a:rPr>
              <a:t>Simulation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7F5313-2E89-ACD2-DC1B-55271A80BB2E}"/>
              </a:ext>
            </a:extLst>
          </p:cNvPr>
          <p:cNvSpPr txBox="1"/>
          <p:nvPr/>
        </p:nvSpPr>
        <p:spPr>
          <a:xfrm>
            <a:off x="2133601" y="2686050"/>
            <a:ext cx="155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b="1" dirty="0">
                <a:latin typeface="Levenim MT" panose="02010502060101010101" pitchFamily="2" charset="-79"/>
                <a:cs typeface="Levenim MT" panose="02010502060101010101" pitchFamily="2" charset="-79"/>
              </a:rPr>
              <a:t>Simulation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DBD305-D7EB-C3CD-96ED-BD25F7C64949}"/>
              </a:ext>
            </a:extLst>
          </p:cNvPr>
          <p:cNvSpPr txBox="1"/>
          <p:nvPr/>
        </p:nvSpPr>
        <p:spPr>
          <a:xfrm>
            <a:off x="2133601" y="4133850"/>
            <a:ext cx="155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b="1" dirty="0">
                <a:latin typeface="Levenim MT" panose="02010502060101010101" pitchFamily="2" charset="-79"/>
                <a:cs typeface="Levenim MT" panose="02010502060101010101" pitchFamily="2" charset="-79"/>
              </a:rPr>
              <a:t>Simulation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0767F4-D5D0-DA9C-962A-783288891288}"/>
              </a:ext>
            </a:extLst>
          </p:cNvPr>
          <p:cNvSpPr txBox="1"/>
          <p:nvPr/>
        </p:nvSpPr>
        <p:spPr>
          <a:xfrm>
            <a:off x="2171701" y="5619750"/>
            <a:ext cx="155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b="1" dirty="0">
                <a:latin typeface="Levenim MT" panose="02010502060101010101" pitchFamily="2" charset="-79"/>
                <a:cs typeface="Levenim MT" panose="02010502060101010101" pitchFamily="2" charset="-79"/>
              </a:rPr>
              <a:t>Simulation 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DFAD08A-5FD9-0EE8-A197-EEE9FE70E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14" y="242443"/>
            <a:ext cx="1029678" cy="60727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07E3386-A691-41A0-E8B3-FD28C25830D6}"/>
              </a:ext>
            </a:extLst>
          </p:cNvPr>
          <p:cNvGrpSpPr/>
          <p:nvPr/>
        </p:nvGrpSpPr>
        <p:grpSpPr>
          <a:xfrm>
            <a:off x="389314" y="1068148"/>
            <a:ext cx="1029678" cy="709536"/>
            <a:chOff x="5472880" y="3772358"/>
            <a:chExt cx="1029678" cy="709536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B502293-A1CE-1DA7-802E-82E06C202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19" name="Graphic 18" descr="Close with solid fill">
              <a:extLst>
                <a:ext uri="{FF2B5EF4-FFF2-40B4-BE49-F238E27FC236}">
                  <a16:creationId xmlns:a16="http://schemas.microsoft.com/office/drawing/2014/main" id="{B067EAD1-0914-CE90-A59D-93B8A8A8B0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27067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817A7-FE34-D744-73D5-435D3B3F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41107-4989-CA9A-020D-1AE379B72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072" y="271022"/>
            <a:ext cx="9897856" cy="63159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73B887-1B1C-857C-965E-A7C430BBE7BB}"/>
              </a:ext>
            </a:extLst>
          </p:cNvPr>
          <p:cNvSpPr txBox="1"/>
          <p:nvPr/>
        </p:nvSpPr>
        <p:spPr>
          <a:xfrm>
            <a:off x="2085976" y="361950"/>
            <a:ext cx="155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b="1" dirty="0">
                <a:latin typeface="Levenim MT" panose="02010502060101010101" pitchFamily="2" charset="-79"/>
                <a:cs typeface="Levenim MT" panose="02010502060101010101" pitchFamily="2" charset="-79"/>
              </a:rPr>
              <a:t>Simulation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372D0-49CA-6C52-CD99-4B5B12B7F6BD}"/>
              </a:ext>
            </a:extLst>
          </p:cNvPr>
          <p:cNvSpPr txBox="1"/>
          <p:nvPr/>
        </p:nvSpPr>
        <p:spPr>
          <a:xfrm>
            <a:off x="2085976" y="1809750"/>
            <a:ext cx="155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b="1" dirty="0">
                <a:latin typeface="Levenim MT" panose="02010502060101010101" pitchFamily="2" charset="-79"/>
                <a:cs typeface="Levenim MT" panose="02010502060101010101" pitchFamily="2" charset="-79"/>
              </a:rPr>
              <a:t>Simulation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933BEB-EDA1-412F-43B5-4D5375DBFBDE}"/>
              </a:ext>
            </a:extLst>
          </p:cNvPr>
          <p:cNvSpPr txBox="1"/>
          <p:nvPr/>
        </p:nvSpPr>
        <p:spPr>
          <a:xfrm>
            <a:off x="2085976" y="3257550"/>
            <a:ext cx="155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b="1" dirty="0">
                <a:latin typeface="Levenim MT" panose="02010502060101010101" pitchFamily="2" charset="-79"/>
                <a:cs typeface="Levenim MT" panose="02010502060101010101" pitchFamily="2" charset="-79"/>
              </a:rPr>
              <a:t>Simulation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6AFB9A-CE58-8135-3DB3-BCC80F16CF99}"/>
              </a:ext>
            </a:extLst>
          </p:cNvPr>
          <p:cNvSpPr txBox="1"/>
          <p:nvPr/>
        </p:nvSpPr>
        <p:spPr>
          <a:xfrm>
            <a:off x="2124076" y="4743450"/>
            <a:ext cx="155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b="1" dirty="0">
                <a:latin typeface="Levenim MT" panose="02010502060101010101" pitchFamily="2" charset="-79"/>
                <a:cs typeface="Levenim MT" panose="02010502060101010101" pitchFamily="2" charset="-79"/>
              </a:rPr>
              <a:t>Simulation 4</a:t>
            </a:r>
          </a:p>
        </p:txBody>
      </p:sp>
    </p:spTree>
    <p:extLst>
      <p:ext uri="{BB962C8B-B14F-4D97-AF65-F5344CB8AC3E}">
        <p14:creationId xmlns:p14="http://schemas.microsoft.com/office/powerpoint/2010/main" val="2548657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6258CA1-EEC8-E71D-D643-EE052B2A2349}"/>
              </a:ext>
            </a:extLst>
          </p:cNvPr>
          <p:cNvSpPr txBox="1"/>
          <p:nvPr/>
        </p:nvSpPr>
        <p:spPr>
          <a:xfrm>
            <a:off x="2678167" y="274134"/>
            <a:ext cx="6835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b="1" dirty="0">
                <a:latin typeface="Levenim MT" panose="02010502060101010101" pitchFamily="2" charset="-79"/>
                <a:cs typeface="Levenim MT" panose="02010502060101010101" pitchFamily="2" charset="-79"/>
              </a:rPr>
              <a:t>Over 1000 simulations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2CC8C-7F58-FF4A-D83E-7F3AA6549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" y="700087"/>
            <a:ext cx="8790597" cy="5457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77840D-D6AE-F220-DDBD-C63F1C40EDC3}"/>
              </a:ext>
            </a:extLst>
          </p:cNvPr>
          <p:cNvSpPr txBox="1"/>
          <p:nvPr/>
        </p:nvSpPr>
        <p:spPr>
          <a:xfrm>
            <a:off x="5703161" y="1267994"/>
            <a:ext cx="2507963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>
                <a:latin typeface="Levenim MT" panose="02010502060101010101" pitchFamily="2" charset="-79"/>
                <a:cs typeface="Levenim MT" panose="02010502060101010101" pitchFamily="2" charset="-79"/>
              </a:rPr>
              <a:t>Mean value of doing “always manage”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E25F163E-BDD8-EDA3-581C-0044B97CAA44}"/>
              </a:ext>
            </a:extLst>
          </p:cNvPr>
          <p:cNvSpPr/>
          <p:nvPr/>
        </p:nvSpPr>
        <p:spPr>
          <a:xfrm>
            <a:off x="8403372" y="986089"/>
            <a:ext cx="483954" cy="4495800"/>
          </a:xfrm>
          <a:prstGeom prst="rightBrace">
            <a:avLst>
              <a:gd name="adj1" fmla="val 44705"/>
              <a:gd name="adj2" fmla="val 80152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82440A-6EE4-E446-94F9-140D71A561AA}"/>
              </a:ext>
            </a:extLst>
          </p:cNvPr>
          <p:cNvSpPr txBox="1"/>
          <p:nvPr/>
        </p:nvSpPr>
        <p:spPr>
          <a:xfrm>
            <a:off x="9015343" y="4420922"/>
            <a:ext cx="189547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>
                <a:latin typeface="Levenim MT" panose="02010502060101010101" pitchFamily="2" charset="-79"/>
                <a:cs typeface="Levenim MT" panose="02010502060101010101" pitchFamily="2" charset="-79"/>
              </a:rPr>
              <a:t>95% quantiles</a:t>
            </a:r>
          </a:p>
        </p:txBody>
      </p:sp>
    </p:spTree>
    <p:extLst>
      <p:ext uri="{BB962C8B-B14F-4D97-AF65-F5344CB8AC3E}">
        <p14:creationId xmlns:p14="http://schemas.microsoft.com/office/powerpoint/2010/main" val="164268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1F3094-0204-C8B2-F6D6-C4DDD05B6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63" y="643466"/>
            <a:ext cx="9265636" cy="57157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CAE3AE-D88A-DC3C-E9A0-B4CF60CFDD29}"/>
              </a:ext>
            </a:extLst>
          </p:cNvPr>
          <p:cNvSpPr txBox="1"/>
          <p:nvPr/>
        </p:nvSpPr>
        <p:spPr>
          <a:xfrm>
            <a:off x="2678167" y="274134"/>
            <a:ext cx="6835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b="1" dirty="0">
                <a:latin typeface="Levenim MT" panose="02010502060101010101" pitchFamily="2" charset="-79"/>
                <a:cs typeface="Levenim MT" panose="02010502060101010101" pitchFamily="2" charset="-79"/>
              </a:rPr>
              <a:t>Over 1000 simulations</a:t>
            </a:r>
          </a:p>
        </p:txBody>
      </p:sp>
    </p:spTree>
    <p:extLst>
      <p:ext uri="{BB962C8B-B14F-4D97-AF65-F5344CB8AC3E}">
        <p14:creationId xmlns:p14="http://schemas.microsoft.com/office/powerpoint/2010/main" val="11709911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C751C-FE7C-E1F4-E84F-C69FEA7D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A3665F-58E4-9649-DF32-C4F12760A68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515979"/>
                <a:ext cx="10515598" cy="4660984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In one run of the strategy, I obtain: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p>
                        <m:e>
                          <m:sSup>
                            <m:sSupPr>
                              <m:ctrlP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AU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AU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AU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AU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AU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AU" dirty="0"/>
              </a:p>
              <a:p>
                <a:pPr lvl="1"/>
                <a:endParaRPr lang="en-AU" dirty="0"/>
              </a:p>
              <a:p>
                <a:pPr lvl="1"/>
                <a:endParaRPr lang="en-AU" dirty="0"/>
              </a:p>
              <a:p>
                <a:r>
                  <a:rPr lang="en-AU" dirty="0"/>
                  <a:t>When I have many runs, on average I obtain:</a:t>
                </a:r>
              </a:p>
              <a:p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A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A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A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A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A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A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A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A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A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AU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A3665F-58E4-9649-DF32-C4F12760A6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515979"/>
                <a:ext cx="10515598" cy="4660984"/>
              </a:xfrm>
              <a:blipFill>
                <a:blip r:embed="rId2"/>
                <a:stretch>
                  <a:fillRect l="-1044" t="-23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6400CF5-A809-CEFC-CD09-1EF6EBBD20E2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6CE2E-62F4-5EDA-26FF-75FD64B38BC2}"/>
              </a:ext>
            </a:extLst>
          </p:cNvPr>
          <p:cNvSpPr txBox="1"/>
          <p:nvPr/>
        </p:nvSpPr>
        <p:spPr>
          <a:xfrm>
            <a:off x="4764506" y="3244334"/>
            <a:ext cx="1909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Discount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37B1EC-ED35-E8CC-E963-CDA2FFFF2F21}"/>
                  </a:ext>
                </a:extLst>
              </p:cNvPr>
              <p:cNvSpPr txBox="1"/>
              <p:nvPr/>
            </p:nvSpPr>
            <p:spPr>
              <a:xfrm>
                <a:off x="7090610" y="2779113"/>
                <a:ext cx="342498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solidFill>
                      <a:schemeClr val="accent5"/>
                    </a:solidFill>
                    <a:latin typeface="Levenim MT" panose="02010502060101010101" pitchFamily="2" charset="-79"/>
                    <a:cs typeface="Levenim MT" panose="02010502060101010101" pitchFamily="2" charset="-79"/>
                  </a:rPr>
                  <a:t>Reward obtained by implementing the strategy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AU" dirty="0">
                  <a:solidFill>
                    <a:schemeClr val="accent5"/>
                  </a:solidFill>
                  <a:latin typeface="Levenim MT" panose="02010502060101010101" pitchFamily="2" charset="-79"/>
                  <a:cs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37B1EC-ED35-E8CC-E963-CDA2FFFF2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610" y="2779113"/>
                <a:ext cx="3424989" cy="646331"/>
              </a:xfrm>
              <a:prstGeom prst="rect">
                <a:avLst/>
              </a:prstGeom>
              <a:blipFill>
                <a:blip r:embed="rId3"/>
                <a:stretch>
                  <a:fillRect l="-1423" t="-5660" b="-150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3840DB0-2F96-77AB-C335-9A54F3113146}"/>
              </a:ext>
            </a:extLst>
          </p:cNvPr>
          <p:cNvSpPr txBox="1"/>
          <p:nvPr/>
        </p:nvSpPr>
        <p:spPr>
          <a:xfrm>
            <a:off x="7595938" y="5342021"/>
            <a:ext cx="1909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Initial state</a:t>
            </a:r>
          </a:p>
        </p:txBody>
      </p:sp>
    </p:spTree>
    <p:extLst>
      <p:ext uri="{BB962C8B-B14F-4D97-AF65-F5344CB8AC3E}">
        <p14:creationId xmlns:p14="http://schemas.microsoft.com/office/powerpoint/2010/main" val="400756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D8069-18C9-484B-8FC1-26426954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815F-65D1-0ED8-2F27-8DA863FCB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32A5854-AA7D-78AF-DE15-6BA6D1E40C24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148189-4102-EC67-AF18-C8E7CD218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621"/>
            <a:ext cx="10515600" cy="4001986"/>
          </a:xfrm>
        </p:spPr>
        <p:txBody>
          <a:bodyPr/>
          <a:lstStyle/>
          <a:p>
            <a:r>
              <a:rPr lang="en-AU" dirty="0"/>
              <a:t>What is a </a:t>
            </a:r>
            <a:r>
              <a:rPr lang="en-AU" b="1" u="sng" dirty="0"/>
              <a:t>good</a:t>
            </a:r>
            <a:r>
              <a:rPr lang="en-AU" dirty="0"/>
              <a:t> strategy?</a:t>
            </a:r>
          </a:p>
          <a:p>
            <a:pPr lvl="1"/>
            <a:r>
              <a:rPr lang="en-AU" dirty="0"/>
              <a:t>Strategy that maximises the </a:t>
            </a:r>
            <a:r>
              <a:rPr lang="en-AU" b="1" u="sng" dirty="0"/>
              <a:t>expected</a:t>
            </a:r>
            <a:r>
              <a:rPr lang="en-AU" dirty="0"/>
              <a:t> sum of rewards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9">
                <a:extLst>
                  <a:ext uri="{FF2B5EF4-FFF2-40B4-BE49-F238E27FC236}">
                    <a16:creationId xmlns:a16="http://schemas.microsoft.com/office/drawing/2014/main" id="{9EC56073-89F4-1433-2225-5CCA5FA16B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1735" y="3429000"/>
                <a:ext cx="10220227" cy="6725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3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3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3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AU" sz="360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AU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ctrlPr>
                                <a:rPr lang="en-AU" sz="3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AU" sz="3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AU" sz="3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AU" sz="3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AU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AU" sz="36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36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AU" sz="3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p>
                                      <m:r>
                                        <a:rPr lang="en-AU" sz="3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AU" sz="3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AU" sz="3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3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AU" sz="3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AU" sz="3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d>
                                    <m:dPr>
                                      <m:ctrlPr>
                                        <a:rPr lang="en-US" sz="3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3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3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AU" sz="3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AU" sz="3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  <m:e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AU" sz="3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AU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AU" sz="36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1" name="Content Placeholder 9">
                <a:extLst>
                  <a:ext uri="{FF2B5EF4-FFF2-40B4-BE49-F238E27FC236}">
                    <a16:creationId xmlns:a16="http://schemas.microsoft.com/office/drawing/2014/main" id="{9EC56073-89F4-1433-2225-5CCA5FA16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35" y="3429000"/>
                <a:ext cx="10220227" cy="6725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C9A1C1-EC7E-70B9-F90C-62A9271DF3BA}"/>
                  </a:ext>
                </a:extLst>
              </p:cNvPr>
              <p:cNvSpPr txBox="1"/>
              <p:nvPr/>
            </p:nvSpPr>
            <p:spPr>
              <a:xfrm>
                <a:off x="3039366" y="3839981"/>
                <a:ext cx="12151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AU" sz="2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C9A1C1-EC7E-70B9-F90C-62A9271DF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366" y="3839981"/>
                <a:ext cx="121514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EB302B8-E6A2-ECF0-339A-966F42E6D4B9}"/>
              </a:ext>
            </a:extLst>
          </p:cNvPr>
          <p:cNvSpPr txBox="1"/>
          <p:nvPr/>
        </p:nvSpPr>
        <p:spPr>
          <a:xfrm>
            <a:off x="850232" y="4254509"/>
            <a:ext cx="19090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Optimal value function:</a:t>
            </a:r>
          </a:p>
          <a:p>
            <a:r>
              <a:rPr lang="en-AU" dirty="0">
                <a:solidFill>
                  <a:srgbClr val="00B050"/>
                </a:solidFill>
              </a:rPr>
              <a:t>“how much could I expect to obtain at best”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576116-EBF0-9867-CE0E-452D3537A9D6}"/>
              </a:ext>
            </a:extLst>
          </p:cNvPr>
          <p:cNvSpPr/>
          <p:nvPr/>
        </p:nvSpPr>
        <p:spPr>
          <a:xfrm>
            <a:off x="347133" y="3200400"/>
            <a:ext cx="2599267" cy="2943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005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21" grpId="0"/>
      <p:bldP spid="5" grpId="0"/>
      <p:bldP spid="1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7BAD7-E95B-9AF0-D435-509EC793F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8013BB-E9B1-23F7-C5C4-99F9ED5FA7C2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027780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7424D24-D856-2B35-E7C8-C24574BA59F8}"/>
              </a:ext>
            </a:extLst>
          </p:cNvPr>
          <p:cNvSpPr txBox="1"/>
          <p:nvPr/>
        </p:nvSpPr>
        <p:spPr>
          <a:xfrm>
            <a:off x="10911840" y="4796947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94FD5C-9015-BAA9-D2A1-59C9E6775FDA}"/>
              </a:ext>
            </a:extLst>
          </p:cNvPr>
          <p:cNvSpPr txBox="1"/>
          <p:nvPr/>
        </p:nvSpPr>
        <p:spPr>
          <a:xfrm>
            <a:off x="2255821" y="5140102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1B2C0-4F1C-D695-65B5-4EA9B69C57F5}"/>
              </a:ext>
            </a:extLst>
          </p:cNvPr>
          <p:cNvSpPr txBox="1"/>
          <p:nvPr/>
        </p:nvSpPr>
        <p:spPr>
          <a:xfrm>
            <a:off x="3580645" y="5140102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870607-18DB-45DD-756D-731AA3E36996}"/>
              </a:ext>
            </a:extLst>
          </p:cNvPr>
          <p:cNvSpPr txBox="1"/>
          <p:nvPr/>
        </p:nvSpPr>
        <p:spPr>
          <a:xfrm>
            <a:off x="4905469" y="5140102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4F31F8-922F-2FDA-7728-12C37D941BEF}"/>
              </a:ext>
            </a:extLst>
          </p:cNvPr>
          <p:cNvSpPr txBox="1"/>
          <p:nvPr/>
        </p:nvSpPr>
        <p:spPr>
          <a:xfrm>
            <a:off x="6230293" y="5140102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D5FB36-CB67-1C9D-EF09-C93FD5133B07}"/>
              </a:ext>
            </a:extLst>
          </p:cNvPr>
          <p:cNvSpPr txBox="1"/>
          <p:nvPr/>
        </p:nvSpPr>
        <p:spPr>
          <a:xfrm>
            <a:off x="7555117" y="5140102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A811FE-178E-BDF5-922C-F9C63B216F54}"/>
              </a:ext>
            </a:extLst>
          </p:cNvPr>
          <p:cNvSpPr txBox="1"/>
          <p:nvPr/>
        </p:nvSpPr>
        <p:spPr>
          <a:xfrm>
            <a:off x="8879941" y="5140102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0495EA-AE51-D369-A540-B9F5ADB7E120}"/>
              </a:ext>
            </a:extLst>
          </p:cNvPr>
          <p:cNvSpPr txBox="1"/>
          <p:nvPr/>
        </p:nvSpPr>
        <p:spPr>
          <a:xfrm>
            <a:off x="10204765" y="5140102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CEF1BAF-EB0D-07C1-DC26-BD7E2C1C9ED6}"/>
              </a:ext>
            </a:extLst>
          </p:cNvPr>
          <p:cNvCxnSpPr>
            <a:cxnSpLocks/>
          </p:cNvCxnSpPr>
          <p:nvPr/>
        </p:nvCxnSpPr>
        <p:spPr>
          <a:xfrm>
            <a:off x="2477818" y="4926290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4953BA-E205-9B5B-7BF9-9FBB191B7390}"/>
              </a:ext>
            </a:extLst>
          </p:cNvPr>
          <p:cNvCxnSpPr>
            <a:cxnSpLocks/>
          </p:cNvCxnSpPr>
          <p:nvPr/>
        </p:nvCxnSpPr>
        <p:spPr>
          <a:xfrm>
            <a:off x="3811508" y="4926290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07AF078-62D7-3E79-9CF8-DAE2AFF209AD}"/>
              </a:ext>
            </a:extLst>
          </p:cNvPr>
          <p:cNvCxnSpPr>
            <a:cxnSpLocks/>
          </p:cNvCxnSpPr>
          <p:nvPr/>
        </p:nvCxnSpPr>
        <p:spPr>
          <a:xfrm>
            <a:off x="5136332" y="4926290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0764C6F-1CF8-8C2B-857D-4BCAE3A32BD3}"/>
              </a:ext>
            </a:extLst>
          </p:cNvPr>
          <p:cNvCxnSpPr>
            <a:cxnSpLocks/>
          </p:cNvCxnSpPr>
          <p:nvPr/>
        </p:nvCxnSpPr>
        <p:spPr>
          <a:xfrm>
            <a:off x="6461156" y="4926290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FE31A4B-8480-6743-CC54-BDA6FCAD5FD3}"/>
              </a:ext>
            </a:extLst>
          </p:cNvPr>
          <p:cNvCxnSpPr>
            <a:cxnSpLocks/>
          </p:cNvCxnSpPr>
          <p:nvPr/>
        </p:nvCxnSpPr>
        <p:spPr>
          <a:xfrm>
            <a:off x="7785980" y="4926290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74CD54C-0C77-758A-3C3D-6993B223E4AB}"/>
              </a:ext>
            </a:extLst>
          </p:cNvPr>
          <p:cNvCxnSpPr>
            <a:cxnSpLocks/>
          </p:cNvCxnSpPr>
          <p:nvPr/>
        </p:nvCxnSpPr>
        <p:spPr>
          <a:xfrm>
            <a:off x="9110804" y="4926290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C7E29A5-7152-652E-BF29-F4BB5A827D39}"/>
              </a:ext>
            </a:extLst>
          </p:cNvPr>
          <p:cNvCxnSpPr>
            <a:cxnSpLocks/>
          </p:cNvCxnSpPr>
          <p:nvPr/>
        </p:nvCxnSpPr>
        <p:spPr>
          <a:xfrm>
            <a:off x="10435626" y="4926290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9C9B628-3D42-765C-059A-C94F1FD4EF52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A29D23-44B4-C119-19B9-891BC8431DBC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EFE479-62E4-E713-E923-C91669B749F1}"/>
              </a:ext>
            </a:extLst>
          </p:cNvPr>
          <p:cNvSpPr txBox="1"/>
          <p:nvPr/>
        </p:nvSpPr>
        <p:spPr>
          <a:xfrm>
            <a:off x="-208908" y="4262999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8B2254-7365-5A48-0EC1-01F3068DD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DC7A247-C9E4-4E0D-B6D3-520A49E248DE}"/>
              </a:ext>
            </a:extLst>
          </p:cNvPr>
          <p:cNvGrpSpPr/>
          <p:nvPr/>
        </p:nvGrpSpPr>
        <p:grpSpPr>
          <a:xfrm>
            <a:off x="916935" y="4169841"/>
            <a:ext cx="1029678" cy="709536"/>
            <a:chOff x="5472880" y="3772358"/>
            <a:chExt cx="1029678" cy="70953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7AF8E7D-86BB-1DC9-D6D3-3A9FC5148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34" name="Graphic 33" descr="Close with solid fill">
              <a:extLst>
                <a:ext uri="{FF2B5EF4-FFF2-40B4-BE49-F238E27FC236}">
                  <a16:creationId xmlns:a16="http://schemas.microsoft.com/office/drawing/2014/main" id="{CDBBEC88-A8BA-7399-E38B-E057E32924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5614D82-96D6-24F6-083A-4ADFD3119BF2}"/>
              </a:ext>
            </a:extLst>
          </p:cNvPr>
          <p:cNvSpPr txBox="1"/>
          <p:nvPr/>
        </p:nvSpPr>
        <p:spPr>
          <a:xfrm>
            <a:off x="1503936" y="1755085"/>
            <a:ext cx="807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latin typeface="Levenim MT" panose="02010502060101010101" pitchFamily="2" charset="-79"/>
              </a:rPr>
              <a:t>So many strategies I could test…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E074422-0A4A-CC6C-46FF-EF38BA754EE4}"/>
              </a:ext>
            </a:extLst>
          </p:cNvPr>
          <p:cNvGrpSpPr/>
          <p:nvPr/>
        </p:nvGrpSpPr>
        <p:grpSpPr>
          <a:xfrm>
            <a:off x="2105598" y="2765579"/>
            <a:ext cx="847203" cy="758378"/>
            <a:chOff x="2207851" y="2966463"/>
            <a:chExt cx="847203" cy="758378"/>
          </a:xfrm>
        </p:grpSpPr>
        <p:pic>
          <p:nvPicPr>
            <p:cNvPr id="25" name="Graphic 24" descr="Open hand with plant with solid fill">
              <a:extLst>
                <a:ext uri="{FF2B5EF4-FFF2-40B4-BE49-F238E27FC236}">
                  <a16:creationId xmlns:a16="http://schemas.microsoft.com/office/drawing/2014/main" id="{93E3DC51-D6D1-872F-FF5D-94808C664E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26" name="Graphic 25" descr="No sign with solid fill">
              <a:extLst>
                <a:ext uri="{FF2B5EF4-FFF2-40B4-BE49-F238E27FC236}">
                  <a16:creationId xmlns:a16="http://schemas.microsoft.com/office/drawing/2014/main" id="{B43D1368-0C61-3292-4E27-C3733A6563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B4518B1-B65A-29C3-2842-0879C996F824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6435AB5-62BD-9DB7-20B4-9147DBDEE8B6}"/>
              </a:ext>
            </a:extLst>
          </p:cNvPr>
          <p:cNvGrpSpPr/>
          <p:nvPr/>
        </p:nvGrpSpPr>
        <p:grpSpPr>
          <a:xfrm>
            <a:off x="2105598" y="3993435"/>
            <a:ext cx="847203" cy="758378"/>
            <a:chOff x="2207851" y="2966463"/>
            <a:chExt cx="847203" cy="758378"/>
          </a:xfrm>
        </p:grpSpPr>
        <p:pic>
          <p:nvPicPr>
            <p:cNvPr id="48" name="Graphic 47" descr="Open hand with plant with solid fill">
              <a:extLst>
                <a:ext uri="{FF2B5EF4-FFF2-40B4-BE49-F238E27FC236}">
                  <a16:creationId xmlns:a16="http://schemas.microsoft.com/office/drawing/2014/main" id="{5002D45A-7DFF-FD4D-8CC4-0AAF5706BF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50" name="Graphic 49" descr="No sign with solid fill">
              <a:extLst>
                <a:ext uri="{FF2B5EF4-FFF2-40B4-BE49-F238E27FC236}">
                  <a16:creationId xmlns:a16="http://schemas.microsoft.com/office/drawing/2014/main" id="{A876A3C7-26BA-5CC7-65EB-CB3AE5C027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62BF38E0-D807-E5EB-A5BA-780D710CE029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65CA402-4CD0-274B-2262-7A03062EF058}"/>
              </a:ext>
            </a:extLst>
          </p:cNvPr>
          <p:cNvGrpSpPr/>
          <p:nvPr/>
        </p:nvGrpSpPr>
        <p:grpSpPr>
          <a:xfrm>
            <a:off x="3336594" y="2765579"/>
            <a:ext cx="847203" cy="758378"/>
            <a:chOff x="2207851" y="2966463"/>
            <a:chExt cx="847203" cy="758378"/>
          </a:xfrm>
        </p:grpSpPr>
        <p:pic>
          <p:nvPicPr>
            <p:cNvPr id="68" name="Graphic 67" descr="Open hand with plant with solid fill">
              <a:extLst>
                <a:ext uri="{FF2B5EF4-FFF2-40B4-BE49-F238E27FC236}">
                  <a16:creationId xmlns:a16="http://schemas.microsoft.com/office/drawing/2014/main" id="{BDDE6C7A-034C-5B10-BA0F-CAA362C6FF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69" name="Graphic 68" descr="No sign with solid fill">
              <a:extLst>
                <a:ext uri="{FF2B5EF4-FFF2-40B4-BE49-F238E27FC236}">
                  <a16:creationId xmlns:a16="http://schemas.microsoft.com/office/drawing/2014/main" id="{62872648-2707-F4C4-8EED-522196B016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D8AADBF-E200-6334-1B1A-75B9B4AFD20D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F9160B6-A7D2-E2DC-E0B9-8ECFD4985643}"/>
              </a:ext>
            </a:extLst>
          </p:cNvPr>
          <p:cNvGrpSpPr/>
          <p:nvPr/>
        </p:nvGrpSpPr>
        <p:grpSpPr>
          <a:xfrm>
            <a:off x="3336594" y="3993435"/>
            <a:ext cx="847203" cy="758378"/>
            <a:chOff x="2207851" y="2966463"/>
            <a:chExt cx="847203" cy="758378"/>
          </a:xfrm>
        </p:grpSpPr>
        <p:pic>
          <p:nvPicPr>
            <p:cNvPr id="63" name="Graphic 62" descr="Open hand with plant with solid fill">
              <a:extLst>
                <a:ext uri="{FF2B5EF4-FFF2-40B4-BE49-F238E27FC236}">
                  <a16:creationId xmlns:a16="http://schemas.microsoft.com/office/drawing/2014/main" id="{44504F74-555A-FBDF-C732-A4738D1E6E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65" name="Graphic 64" descr="No sign with solid fill">
              <a:extLst>
                <a:ext uri="{FF2B5EF4-FFF2-40B4-BE49-F238E27FC236}">
                  <a16:creationId xmlns:a16="http://schemas.microsoft.com/office/drawing/2014/main" id="{4473C1D8-B1F5-F67A-FCB0-F5332390CF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1C9062B-6205-DB2F-F137-BBC853522405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758A980-870C-ACBB-6B5D-6EFD5E658DA0}"/>
              </a:ext>
            </a:extLst>
          </p:cNvPr>
          <p:cNvGrpSpPr/>
          <p:nvPr/>
        </p:nvGrpSpPr>
        <p:grpSpPr>
          <a:xfrm>
            <a:off x="4759461" y="2765579"/>
            <a:ext cx="847203" cy="758378"/>
            <a:chOff x="2207851" y="2966463"/>
            <a:chExt cx="847203" cy="758378"/>
          </a:xfrm>
        </p:grpSpPr>
        <p:pic>
          <p:nvPicPr>
            <p:cNvPr id="77" name="Graphic 76" descr="Open hand with plant with solid fill">
              <a:extLst>
                <a:ext uri="{FF2B5EF4-FFF2-40B4-BE49-F238E27FC236}">
                  <a16:creationId xmlns:a16="http://schemas.microsoft.com/office/drawing/2014/main" id="{C3D0E639-7D34-CD25-2ADB-F32A24405B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78" name="Graphic 77" descr="No sign with solid fill">
              <a:extLst>
                <a:ext uri="{FF2B5EF4-FFF2-40B4-BE49-F238E27FC236}">
                  <a16:creationId xmlns:a16="http://schemas.microsoft.com/office/drawing/2014/main" id="{4A64C46B-E85C-4991-023B-177981F120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453A70C-B976-984A-E406-4213DDAE6D51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8D61FBB-3293-2547-3FFC-8E9E5E7202E5}"/>
              </a:ext>
            </a:extLst>
          </p:cNvPr>
          <p:cNvGrpSpPr/>
          <p:nvPr/>
        </p:nvGrpSpPr>
        <p:grpSpPr>
          <a:xfrm>
            <a:off x="4759461" y="3993435"/>
            <a:ext cx="847203" cy="758378"/>
            <a:chOff x="2207851" y="2966463"/>
            <a:chExt cx="847203" cy="758378"/>
          </a:xfrm>
        </p:grpSpPr>
        <p:pic>
          <p:nvPicPr>
            <p:cNvPr id="74" name="Graphic 73" descr="Open hand with plant with solid fill">
              <a:extLst>
                <a:ext uri="{FF2B5EF4-FFF2-40B4-BE49-F238E27FC236}">
                  <a16:creationId xmlns:a16="http://schemas.microsoft.com/office/drawing/2014/main" id="{E7AB5A6E-3FF5-474F-2CE7-FB3F81871C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75" name="Graphic 74" descr="No sign with solid fill">
              <a:extLst>
                <a:ext uri="{FF2B5EF4-FFF2-40B4-BE49-F238E27FC236}">
                  <a16:creationId xmlns:a16="http://schemas.microsoft.com/office/drawing/2014/main" id="{D2761950-ACB5-160B-6287-384C989302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CCB06BD-C337-560C-029A-9E9E2BEEB257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BD0CF5B-8C87-F561-ABB3-CB4A4E5100DA}"/>
              </a:ext>
            </a:extLst>
          </p:cNvPr>
          <p:cNvGrpSpPr/>
          <p:nvPr/>
        </p:nvGrpSpPr>
        <p:grpSpPr>
          <a:xfrm>
            <a:off x="6128271" y="2765579"/>
            <a:ext cx="847203" cy="758378"/>
            <a:chOff x="2207851" y="2966463"/>
            <a:chExt cx="847203" cy="758378"/>
          </a:xfrm>
        </p:grpSpPr>
        <p:pic>
          <p:nvPicPr>
            <p:cNvPr id="86" name="Graphic 85" descr="Open hand with plant with solid fill">
              <a:extLst>
                <a:ext uri="{FF2B5EF4-FFF2-40B4-BE49-F238E27FC236}">
                  <a16:creationId xmlns:a16="http://schemas.microsoft.com/office/drawing/2014/main" id="{5A27BCEE-C2EA-76F0-5E8E-E05AB96718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87" name="Graphic 86" descr="No sign with solid fill">
              <a:extLst>
                <a:ext uri="{FF2B5EF4-FFF2-40B4-BE49-F238E27FC236}">
                  <a16:creationId xmlns:a16="http://schemas.microsoft.com/office/drawing/2014/main" id="{AB45F216-4023-45A1-F992-50F207D7D5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9B92777-A5BF-57CE-EA97-38A6CEDC739B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5BF09A9-A006-BAC6-AA39-7D9AE3A6E1D7}"/>
              </a:ext>
            </a:extLst>
          </p:cNvPr>
          <p:cNvGrpSpPr/>
          <p:nvPr/>
        </p:nvGrpSpPr>
        <p:grpSpPr>
          <a:xfrm>
            <a:off x="6128271" y="3993435"/>
            <a:ext cx="847203" cy="758378"/>
            <a:chOff x="2207851" y="2966463"/>
            <a:chExt cx="847203" cy="758378"/>
          </a:xfrm>
        </p:grpSpPr>
        <p:pic>
          <p:nvPicPr>
            <p:cNvPr id="83" name="Graphic 82" descr="Open hand with plant with solid fill">
              <a:extLst>
                <a:ext uri="{FF2B5EF4-FFF2-40B4-BE49-F238E27FC236}">
                  <a16:creationId xmlns:a16="http://schemas.microsoft.com/office/drawing/2014/main" id="{58EF123C-7D91-65B8-CD63-3E9035373F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84" name="Graphic 83" descr="No sign with solid fill">
              <a:extLst>
                <a:ext uri="{FF2B5EF4-FFF2-40B4-BE49-F238E27FC236}">
                  <a16:creationId xmlns:a16="http://schemas.microsoft.com/office/drawing/2014/main" id="{31562B9A-EB99-A995-AD56-2869BF9CC3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B4EC396-FAFF-3C34-927A-5601DA2DBF04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5AAEC93-6CD0-8D21-F7E3-A03CA1980B24}"/>
              </a:ext>
            </a:extLst>
          </p:cNvPr>
          <p:cNvGrpSpPr/>
          <p:nvPr/>
        </p:nvGrpSpPr>
        <p:grpSpPr>
          <a:xfrm>
            <a:off x="7342375" y="2765579"/>
            <a:ext cx="847203" cy="758378"/>
            <a:chOff x="2207851" y="2966463"/>
            <a:chExt cx="847203" cy="758378"/>
          </a:xfrm>
        </p:grpSpPr>
        <p:pic>
          <p:nvPicPr>
            <p:cNvPr id="95" name="Graphic 94" descr="Open hand with plant with solid fill">
              <a:extLst>
                <a:ext uri="{FF2B5EF4-FFF2-40B4-BE49-F238E27FC236}">
                  <a16:creationId xmlns:a16="http://schemas.microsoft.com/office/drawing/2014/main" id="{5E7FBEB9-7E25-74E7-3E51-DA16E06206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96" name="Graphic 95" descr="No sign with solid fill">
              <a:extLst>
                <a:ext uri="{FF2B5EF4-FFF2-40B4-BE49-F238E27FC236}">
                  <a16:creationId xmlns:a16="http://schemas.microsoft.com/office/drawing/2014/main" id="{D93C9AC8-F971-50F6-11E9-7603B48CB2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B2900AD2-A8C8-4CE1-017C-9DAD79CA51AC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D54F037-9F37-6A80-9062-B695658363E4}"/>
              </a:ext>
            </a:extLst>
          </p:cNvPr>
          <p:cNvGrpSpPr/>
          <p:nvPr/>
        </p:nvGrpSpPr>
        <p:grpSpPr>
          <a:xfrm>
            <a:off x="7342375" y="3993435"/>
            <a:ext cx="847203" cy="758378"/>
            <a:chOff x="2207851" y="2966463"/>
            <a:chExt cx="847203" cy="758378"/>
          </a:xfrm>
        </p:grpSpPr>
        <p:pic>
          <p:nvPicPr>
            <p:cNvPr id="92" name="Graphic 91" descr="Open hand with plant with solid fill">
              <a:extLst>
                <a:ext uri="{FF2B5EF4-FFF2-40B4-BE49-F238E27FC236}">
                  <a16:creationId xmlns:a16="http://schemas.microsoft.com/office/drawing/2014/main" id="{9B15CE74-7F4D-CA90-B739-F1F7E324DD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93" name="Graphic 92" descr="No sign with solid fill">
              <a:extLst>
                <a:ext uri="{FF2B5EF4-FFF2-40B4-BE49-F238E27FC236}">
                  <a16:creationId xmlns:a16="http://schemas.microsoft.com/office/drawing/2014/main" id="{76156A99-D972-0982-0487-6C7E8AB702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576EFDB-D5C7-7383-9472-9E272C5E6845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6FCAA8A-C300-211D-C10D-F364E246CE92}"/>
              </a:ext>
            </a:extLst>
          </p:cNvPr>
          <p:cNvGrpSpPr/>
          <p:nvPr/>
        </p:nvGrpSpPr>
        <p:grpSpPr>
          <a:xfrm>
            <a:off x="8733933" y="2765579"/>
            <a:ext cx="847203" cy="758378"/>
            <a:chOff x="2207851" y="2966463"/>
            <a:chExt cx="847203" cy="758378"/>
          </a:xfrm>
        </p:grpSpPr>
        <p:pic>
          <p:nvPicPr>
            <p:cNvPr id="104" name="Graphic 103" descr="Open hand with plant with solid fill">
              <a:extLst>
                <a:ext uri="{FF2B5EF4-FFF2-40B4-BE49-F238E27FC236}">
                  <a16:creationId xmlns:a16="http://schemas.microsoft.com/office/drawing/2014/main" id="{EE0AC147-E62A-16A3-61A4-9E59AF9742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105" name="Graphic 104" descr="No sign with solid fill">
              <a:extLst>
                <a:ext uri="{FF2B5EF4-FFF2-40B4-BE49-F238E27FC236}">
                  <a16:creationId xmlns:a16="http://schemas.microsoft.com/office/drawing/2014/main" id="{3093BDF4-C909-084E-A337-7F21DCBD86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663A651-84D4-A9E0-BBBE-D6D5D8F2B55E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5E71B7B-C572-5D23-4A38-5CB22075283A}"/>
              </a:ext>
            </a:extLst>
          </p:cNvPr>
          <p:cNvGrpSpPr/>
          <p:nvPr/>
        </p:nvGrpSpPr>
        <p:grpSpPr>
          <a:xfrm>
            <a:off x="8733933" y="3993435"/>
            <a:ext cx="847203" cy="758378"/>
            <a:chOff x="2207851" y="2966463"/>
            <a:chExt cx="847203" cy="758378"/>
          </a:xfrm>
        </p:grpSpPr>
        <p:pic>
          <p:nvPicPr>
            <p:cNvPr id="101" name="Graphic 100" descr="Open hand with plant with solid fill">
              <a:extLst>
                <a:ext uri="{FF2B5EF4-FFF2-40B4-BE49-F238E27FC236}">
                  <a16:creationId xmlns:a16="http://schemas.microsoft.com/office/drawing/2014/main" id="{4BD31326-ADE8-F27F-B381-D141D2283E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102" name="Graphic 101" descr="No sign with solid fill">
              <a:extLst>
                <a:ext uri="{FF2B5EF4-FFF2-40B4-BE49-F238E27FC236}">
                  <a16:creationId xmlns:a16="http://schemas.microsoft.com/office/drawing/2014/main" id="{6E61DD23-FC06-41BA-06BB-F2BF24B154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75BDD92-E2E4-023B-7EF0-3298D4057961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2FDD022-6B23-28FE-51ED-E02C44EB13A9}"/>
              </a:ext>
            </a:extLst>
          </p:cNvPr>
          <p:cNvGrpSpPr/>
          <p:nvPr/>
        </p:nvGrpSpPr>
        <p:grpSpPr>
          <a:xfrm>
            <a:off x="10058755" y="2765579"/>
            <a:ext cx="847203" cy="758378"/>
            <a:chOff x="2207851" y="2966463"/>
            <a:chExt cx="847203" cy="758378"/>
          </a:xfrm>
        </p:grpSpPr>
        <p:pic>
          <p:nvPicPr>
            <p:cNvPr id="113" name="Graphic 112" descr="Open hand with plant with solid fill">
              <a:extLst>
                <a:ext uri="{FF2B5EF4-FFF2-40B4-BE49-F238E27FC236}">
                  <a16:creationId xmlns:a16="http://schemas.microsoft.com/office/drawing/2014/main" id="{2EF0C1CC-06FE-F0CE-A7DA-9BC4592112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114" name="Graphic 113" descr="No sign with solid fill">
              <a:extLst>
                <a:ext uri="{FF2B5EF4-FFF2-40B4-BE49-F238E27FC236}">
                  <a16:creationId xmlns:a16="http://schemas.microsoft.com/office/drawing/2014/main" id="{7CA954EA-F4D9-0303-121D-38753C4B4C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9EA3490-AA60-D467-128E-0522F95C4467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8176655-8595-8158-1C5A-05D77F247551}"/>
              </a:ext>
            </a:extLst>
          </p:cNvPr>
          <p:cNvGrpSpPr/>
          <p:nvPr/>
        </p:nvGrpSpPr>
        <p:grpSpPr>
          <a:xfrm>
            <a:off x="10058755" y="3993435"/>
            <a:ext cx="847203" cy="758378"/>
            <a:chOff x="2207851" y="2966463"/>
            <a:chExt cx="847203" cy="758378"/>
          </a:xfrm>
        </p:grpSpPr>
        <p:pic>
          <p:nvPicPr>
            <p:cNvPr id="110" name="Graphic 109" descr="Open hand with plant with solid fill">
              <a:extLst>
                <a:ext uri="{FF2B5EF4-FFF2-40B4-BE49-F238E27FC236}">
                  <a16:creationId xmlns:a16="http://schemas.microsoft.com/office/drawing/2014/main" id="{67EBB141-E193-CD9C-1E0D-B2994E70EC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7851" y="3263176"/>
              <a:ext cx="461665" cy="461665"/>
            </a:xfrm>
            <a:prstGeom prst="rect">
              <a:avLst/>
            </a:prstGeom>
          </p:spPr>
        </p:pic>
        <p:pic>
          <p:nvPicPr>
            <p:cNvPr id="111" name="Graphic 110" descr="No sign with solid fill">
              <a:extLst>
                <a:ext uri="{FF2B5EF4-FFF2-40B4-BE49-F238E27FC236}">
                  <a16:creationId xmlns:a16="http://schemas.microsoft.com/office/drawing/2014/main" id="{0782A0ED-267F-D669-9B87-5BEECB2DDA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2369" y="2966463"/>
              <a:ext cx="382685" cy="382685"/>
            </a:xfrm>
            <a:prstGeom prst="rect">
              <a:avLst/>
            </a:prstGeom>
          </p:spPr>
        </p:pic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E81F3859-F7AA-590F-D9FA-F8C614E7C0D9}"/>
                </a:ext>
              </a:extLst>
            </p:cNvPr>
            <p:cNvCxnSpPr/>
            <p:nvPr/>
          </p:nvCxnSpPr>
          <p:spPr>
            <a:xfrm>
              <a:off x="2438683" y="3125363"/>
              <a:ext cx="472959" cy="4359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94A16ED8-2968-42CC-85C4-4977B2BFABE4}"/>
                  </a:ext>
                </a:extLst>
              </p:cNvPr>
              <p:cNvSpPr txBox="1"/>
              <p:nvPr/>
            </p:nvSpPr>
            <p:spPr>
              <a:xfrm>
                <a:off x="1279483" y="5720761"/>
                <a:ext cx="10166665" cy="97469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Number of possible strategies </a:t>
                </a:r>
              </a:p>
              <a:p>
                <a:pPr algn="ctr"/>
                <a:r>
                  <a:rPr lang="en-AU" sz="2800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800" b="0" i="0" dirty="0" smtClean="0">
                        <a:latin typeface="Cambria Math" panose="02040503050406030204" pitchFamily="18" charset="0"/>
                        <a:cs typeface="Levenim MT" panose="02010502060101010101" pitchFamily="2" charset="-79"/>
                      </a:rPr>
                      <m:t>Number</m:t>
                    </m:r>
                    <m:r>
                      <a:rPr lang="en-AU" sz="2800" i="0" dirty="0" smtClean="0">
                        <a:latin typeface="Cambria Math" panose="02040503050406030204" pitchFamily="18" charset="0"/>
                        <a:cs typeface="Levenim MT" panose="02010502060101010101" pitchFamily="2" charset="-79"/>
                      </a:rPr>
                      <m:t> </m:t>
                    </m:r>
                    <m:r>
                      <m:rPr>
                        <m:sty m:val="p"/>
                      </m:rPr>
                      <a:rPr lang="en-AU" sz="2800" i="0" dirty="0" smtClean="0">
                        <a:latin typeface="Cambria Math" panose="02040503050406030204" pitchFamily="18" charset="0"/>
                        <a:cs typeface="Levenim MT" panose="02010502060101010101" pitchFamily="2" charset="-79"/>
                      </a:rPr>
                      <m:t>of</m:t>
                    </m:r>
                    <m:r>
                      <a:rPr lang="en-AU" sz="2800" i="0" dirty="0" smtClean="0">
                        <a:latin typeface="Cambria Math" panose="02040503050406030204" pitchFamily="18" charset="0"/>
                        <a:cs typeface="Levenim MT" panose="02010502060101010101" pitchFamily="2" charset="-79"/>
                      </a:rPr>
                      <m:t> </m:t>
                    </m:r>
                    <m:sSup>
                      <m:sSupPr>
                        <m:ctrlPr>
                          <a:rPr lang="en-AU" sz="2800" i="0" dirty="0" smtClean="0">
                            <a:latin typeface="Cambria Math" panose="02040503050406030204" pitchFamily="18" charset="0"/>
                            <a:cs typeface="Levenim MT" panose="02010502060101010101" pitchFamily="2" charset="-79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AU" sz="2800" i="0" dirty="0" smtClean="0">
                            <a:latin typeface="Cambria Math" panose="02040503050406030204" pitchFamily="18" charset="0"/>
                            <a:cs typeface="Levenim MT" panose="02010502060101010101" pitchFamily="2" charset="-79"/>
                          </a:rPr>
                          <m:t>actions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AU" sz="2800" dirty="0">
                            <a:latin typeface="Cambria Math" panose="02040503050406030204" pitchFamily="18" charset="0"/>
                            <a:cs typeface="Levenim MT" panose="02010502060101010101" pitchFamily="2" charset="-79"/>
                          </a:rPr>
                          <m:t>Number</m:t>
                        </m:r>
                        <m:r>
                          <a:rPr lang="en-AU" sz="2800" b="0" i="0" dirty="0" smtClean="0">
                            <a:latin typeface="Cambria Math" panose="02040503050406030204" pitchFamily="18" charset="0"/>
                            <a:cs typeface="Levenim MT" panose="02010502060101010101" pitchFamily="2" charset="-79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 panose="02040503050406030204" pitchFamily="18" charset="0"/>
                            <a:cs typeface="Levenim MT" panose="02010502060101010101" pitchFamily="2" charset="-79"/>
                          </a:rPr>
                          <m:t>of</m:t>
                        </m:r>
                        <m:r>
                          <a:rPr lang="en-AU" sz="2800" b="0" i="0" dirty="0" smtClean="0">
                            <a:latin typeface="Cambria Math" panose="02040503050406030204" pitchFamily="18" charset="0"/>
                            <a:cs typeface="Levenim MT" panose="02010502060101010101" pitchFamily="2" charset="-79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 panose="02040503050406030204" pitchFamily="18" charset="0"/>
                            <a:cs typeface="Levenim MT" panose="02010502060101010101" pitchFamily="2" charset="-79"/>
                          </a:rPr>
                          <m:t>states</m:t>
                        </m:r>
                        <m:r>
                          <a:rPr lang="en-AU" sz="2800" b="0" i="1" dirty="0" smtClean="0">
                            <a:latin typeface="Cambria Math" panose="02040503050406030204" pitchFamily="18" charset="0"/>
                            <a:cs typeface="Levenim MT" panose="02010502060101010101" pitchFamily="2" charset="-79"/>
                          </a:rPr>
                          <m:t> ×</m:t>
                        </m:r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 panose="02040503050406030204" pitchFamily="18" charset="0"/>
                            <a:cs typeface="Levenim MT" panose="02010502060101010101" pitchFamily="2" charset="-79"/>
                          </a:rPr>
                          <m:t>Horizon</m:t>
                        </m:r>
                      </m:sup>
                    </m:sSup>
                  </m:oMath>
                </a14:m>
                <a:r>
                  <a:rPr lang="en-AU" sz="2800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b="0" i="0" smtClean="0">
                            <a:latin typeface="Cambria Math" panose="02040503050406030204" pitchFamily="18" charset="0"/>
                            <a:cs typeface="Levenim MT" panose="02010502060101010101" pitchFamily="2" charset="-79"/>
                          </a:rPr>
                        </m:ctrlPr>
                      </m:sSupPr>
                      <m:e>
                        <m:r>
                          <a:rPr lang="en-AU" sz="2800" b="0" i="0" smtClean="0">
                            <a:latin typeface="Cambria Math" panose="02040503050406030204" pitchFamily="18" charset="0"/>
                            <a:cs typeface="Levenim MT" panose="02010502060101010101" pitchFamily="2" charset="-79"/>
                          </a:rPr>
                          <m:t>2</m:t>
                        </m:r>
                      </m:e>
                      <m:sup>
                        <m:r>
                          <a:rPr lang="en-AU" sz="2800" b="0" i="1" smtClean="0">
                            <a:latin typeface="Cambria Math" panose="02040503050406030204" pitchFamily="18" charset="0"/>
                            <a:cs typeface="Levenim MT" panose="02010502060101010101" pitchFamily="2" charset="-79"/>
                          </a:rPr>
                          <m:t>2∗7</m:t>
                        </m:r>
                      </m:sup>
                    </m:sSup>
                    <m:r>
                      <a:rPr lang="en-AU" sz="2800" b="0" i="1" smtClean="0">
                        <a:latin typeface="Cambria Math" panose="02040503050406030204" pitchFamily="18" charset="0"/>
                        <a:cs typeface="Levenim MT" panose="02010502060101010101" pitchFamily="2" charset="-79"/>
                      </a:rPr>
                      <m:t>=16.384</m:t>
                    </m:r>
                  </m:oMath>
                </a14:m>
                <a:endParaRPr lang="en-AU" sz="2800" dirty="0">
                  <a:latin typeface="Levenim MT" panose="02010502060101010101" pitchFamily="2" charset="-79"/>
                  <a:cs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94A16ED8-2968-42CC-85C4-4977B2BFA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483" y="5720761"/>
                <a:ext cx="10166665" cy="974690"/>
              </a:xfrm>
              <a:prstGeom prst="rect">
                <a:avLst/>
              </a:prstGeom>
              <a:blipFill>
                <a:blip r:embed="rId6"/>
                <a:stretch>
                  <a:fillRect t="-6250" b="-1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" name="Picture 117" descr="Computer Safety Stock Video Footage for Free Download">
            <a:extLst>
              <a:ext uri="{FF2B5EF4-FFF2-40B4-BE49-F238E27FC236}">
                <a16:creationId xmlns:a16="http://schemas.microsoft.com/office/drawing/2014/main" id="{70865994-64CF-7838-8670-ECA81773B2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7194" y="1528233"/>
            <a:ext cx="7452219" cy="419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38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8C14D-F0A7-D263-3B30-AABBEF017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96C6FC9-6859-8324-2162-D34130B94A4D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kern="1200" dirty="0">
                <a:latin typeface="Levenim MT" panose="02010502060101010101" pitchFamily="2" charset="-79"/>
              </a:rPr>
              <a:t>How can we solve an MDP?</a:t>
            </a:r>
          </a:p>
        </p:txBody>
      </p:sp>
      <p:pic>
        <p:nvPicPr>
          <p:cNvPr id="17" name="Picture 16" descr="Jeu de labyrinthe de labyrinthe carré pour les enfants Énigme logique ...">
            <a:extLst>
              <a:ext uri="{FF2B5EF4-FFF2-40B4-BE49-F238E27FC236}">
                <a16:creationId xmlns:a16="http://schemas.microsoft.com/office/drawing/2014/main" id="{3DEE9FA0-06AC-C366-49F0-C8EBA017B7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90" t="5040" r="35942" b="8136"/>
          <a:stretch>
            <a:fillRect/>
          </a:stretch>
        </p:blipFill>
        <p:spPr>
          <a:xfrm>
            <a:off x="3819525" y="1504949"/>
            <a:ext cx="4686300" cy="52185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2ECD584-E366-E386-1DC9-70E27EADCE99}"/>
                  </a:ext>
                </a:extLst>
              </p14:cNvPr>
              <p14:cNvContentPartPr/>
              <p14:nvPr/>
            </p14:nvContentPartPr>
            <p14:xfrm>
              <a:off x="5104500" y="2133045"/>
              <a:ext cx="3134880" cy="40874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2ECD584-E366-E386-1DC9-70E27EADCE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68860" y="2097405"/>
                <a:ext cx="3206520" cy="415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65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D819-A9DD-7328-ED23-909997A2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08AF8A-160A-6FBA-FC0B-AD1267DAD0CB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kern="1200" dirty="0">
                <a:latin typeface="Levenim MT" panose="02010502060101010101" pitchFamily="2" charset="-79"/>
              </a:rPr>
              <a:t>How can we solve an MDP?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5110DA-8DC7-E154-F7D7-4F0CE7CF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40107"/>
          </a:xfrm>
        </p:spPr>
        <p:txBody>
          <a:bodyPr/>
          <a:lstStyle/>
          <a:p>
            <a:pPr lvl="1"/>
            <a:r>
              <a:rPr lang="en-AU" dirty="0"/>
              <a:t>Bellman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9">
                <a:extLst>
                  <a:ext uri="{FF2B5EF4-FFF2-40B4-BE49-F238E27FC236}">
                    <a16:creationId xmlns:a16="http://schemas.microsoft.com/office/drawing/2014/main" id="{110AE89F-E102-AB38-C53F-2BF24392DE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84264" y="2307126"/>
                <a:ext cx="9255775" cy="1722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AU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AU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sz="3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AU" sz="3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AU" sz="360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360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AU" sz="3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36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sz="3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AU" sz="3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sz="3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36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acc>
                                <m:accPr>
                                  <m:chr m:val="̃"/>
                                  <m:ctrlPr>
                                    <a:rPr lang="en-US" sz="36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6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AU" sz="36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sz="36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AU" sz="36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AU" sz="36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AU" sz="36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36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3600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3600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  <m:r>
                            <a:rPr lang="en-A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̃"/>
                              <m:ctrlPr>
                                <a:rPr lang="en-US" sz="36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  <m:r>
                            <a:rPr lang="en-A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AU" sz="3600" dirty="0">
                  <a:latin typeface="Levenim MT" panose="02010502060101010101" pitchFamily="2" charset="-79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36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5" name="Content Placeholder 9">
                <a:extLst>
                  <a:ext uri="{FF2B5EF4-FFF2-40B4-BE49-F238E27FC236}">
                    <a16:creationId xmlns:a16="http://schemas.microsoft.com/office/drawing/2014/main" id="{110AE89F-E102-AB38-C53F-2BF24392D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264" y="2307126"/>
                <a:ext cx="9255775" cy="17227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D3E0B388-E5B9-D0DB-897D-4CBA5017D144}"/>
              </a:ext>
            </a:extLst>
          </p:cNvPr>
          <p:cNvSpPr/>
          <p:nvPr/>
        </p:nvSpPr>
        <p:spPr>
          <a:xfrm rot="16200000">
            <a:off x="6053095" y="2603649"/>
            <a:ext cx="357982" cy="1287919"/>
          </a:xfrm>
          <a:prstGeom prst="leftBrace">
            <a:avLst>
              <a:gd name="adj1" fmla="val 31863"/>
              <a:gd name="adj2" fmla="val 4774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3A6A3EDF-FC4E-9E71-ECE9-FDCF73E76219}"/>
              </a:ext>
            </a:extLst>
          </p:cNvPr>
          <p:cNvSpPr/>
          <p:nvPr/>
        </p:nvSpPr>
        <p:spPr>
          <a:xfrm rot="16200000">
            <a:off x="9538143" y="1604223"/>
            <a:ext cx="357982" cy="4102388"/>
          </a:xfrm>
          <a:prstGeom prst="leftBrace">
            <a:avLst>
              <a:gd name="adj1" fmla="val 31863"/>
              <a:gd name="adj2" fmla="val 47744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accent6">
                  <a:lumMod val="75000"/>
                </a:schemeClr>
              </a:solidFill>
              <a:latin typeface="Levenim MT" panose="02010502060101010101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9FE459-179F-ED93-1428-CEA95F627751}"/>
                  </a:ext>
                </a:extLst>
              </p:cNvPr>
              <p:cNvSpPr txBox="1"/>
              <p:nvPr/>
            </p:nvSpPr>
            <p:spPr>
              <a:xfrm>
                <a:off x="4627265" y="3408144"/>
                <a:ext cx="271379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dirty="0">
                    <a:latin typeface="Levenim MT" panose="02010502060101010101" pitchFamily="2" charset="-79"/>
                  </a:rPr>
                  <a:t>Immediate rewards from being in state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dirty="0">
                    <a:latin typeface="Levenim MT" panose="02010502060101010101" pitchFamily="2" charset="-79"/>
                  </a:rPr>
                  <a:t> and doing action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9FE459-179F-ED93-1428-CEA95F627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265" y="3408144"/>
                <a:ext cx="2713793" cy="923330"/>
              </a:xfrm>
              <a:prstGeom prst="rect">
                <a:avLst/>
              </a:prstGeom>
              <a:blipFill>
                <a:blip r:embed="rId3"/>
                <a:stretch>
                  <a:fillRect t="-3289" b="-98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07D4E6-27D4-0833-785C-B0FC6E5C2D0C}"/>
                  </a:ext>
                </a:extLst>
              </p:cNvPr>
              <p:cNvSpPr txBox="1"/>
              <p:nvPr/>
            </p:nvSpPr>
            <p:spPr>
              <a:xfrm>
                <a:off x="8015805" y="3867764"/>
                <a:ext cx="347195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dirty="0">
                    <a:latin typeface="Levenim MT" panose="02010502060101010101" pitchFamily="2" charset="-79"/>
                  </a:rPr>
                  <a:t>Expected rewards at the next time step after executing action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dirty="0">
                    <a:latin typeface="Levenim MT" panose="02010502060101010101" pitchFamily="2" charset="-79"/>
                  </a:rPr>
                  <a:t> when your system is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dirty="0">
                    <a:latin typeface="Levenim MT" panose="02010502060101010101" pitchFamily="2" charset="-79"/>
                  </a:rPr>
                  <a:t> 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07D4E6-27D4-0833-785C-B0FC6E5C2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805" y="3867764"/>
                <a:ext cx="3471951" cy="1200329"/>
              </a:xfrm>
              <a:prstGeom prst="rect">
                <a:avLst/>
              </a:prstGeom>
              <a:blipFill>
                <a:blip r:embed="rId4"/>
                <a:stretch>
                  <a:fillRect t="-2538" b="-76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 Brace 10">
            <a:extLst>
              <a:ext uri="{FF2B5EF4-FFF2-40B4-BE49-F238E27FC236}">
                <a16:creationId xmlns:a16="http://schemas.microsoft.com/office/drawing/2014/main" id="{31671BD4-2680-FF03-49C3-AD4A12AFF587}"/>
              </a:ext>
            </a:extLst>
          </p:cNvPr>
          <p:cNvSpPr/>
          <p:nvPr/>
        </p:nvSpPr>
        <p:spPr>
          <a:xfrm rot="16200000">
            <a:off x="3227913" y="2816831"/>
            <a:ext cx="357982" cy="1047748"/>
          </a:xfrm>
          <a:prstGeom prst="leftBrace">
            <a:avLst>
              <a:gd name="adj1" fmla="val 31863"/>
              <a:gd name="adj2" fmla="val 47744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accent6">
                  <a:lumMod val="75000"/>
                </a:schemeClr>
              </a:solidFill>
              <a:latin typeface="Levenim MT" panose="02010502060101010101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F0671A-AF77-F7D8-3967-403E74775B4F}"/>
              </a:ext>
            </a:extLst>
          </p:cNvPr>
          <p:cNvSpPr txBox="1"/>
          <p:nvPr/>
        </p:nvSpPr>
        <p:spPr>
          <a:xfrm>
            <a:off x="1720978" y="3553052"/>
            <a:ext cx="22611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Expected sum of future rewards at the time step 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85655C-4207-64CF-7297-D7E05E210267}"/>
              </a:ext>
            </a:extLst>
          </p:cNvPr>
          <p:cNvSpPr txBox="1"/>
          <p:nvPr/>
        </p:nvSpPr>
        <p:spPr>
          <a:xfrm>
            <a:off x="-248276" y="2630706"/>
            <a:ext cx="26714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AU" sz="2400" dirty="0">
                <a:latin typeface="Levenim MT" panose="02010502060101010101" pitchFamily="2" charset="-79"/>
              </a:rPr>
              <a:t>Finite horizon: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9">
                <a:extLst>
                  <a:ext uri="{FF2B5EF4-FFF2-40B4-BE49-F238E27FC236}">
                    <a16:creationId xmlns:a16="http://schemas.microsoft.com/office/drawing/2014/main" id="{2D44CEE5-F52A-7A10-3BBA-11331B62FE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2553" y="5363856"/>
                <a:ext cx="9255775" cy="1722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AU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AU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AU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AU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AU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acc>
                                <m:accPr>
                                  <m:chr m:val="̃"/>
                                  <m:ctrlPr>
                                    <a:rPr lang="en-US" sz="3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3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sz="3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3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3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3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  <m:r>
                            <a:rPr lang="en-AU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̃"/>
                              <m:ctrlP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  <m:r>
                            <a:rPr lang="en-AU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AU" sz="3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3600" dirty="0">
                  <a:solidFill>
                    <a:schemeClr val="tx1"/>
                  </a:solidFill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15" name="Content Placeholder 9">
                <a:extLst>
                  <a:ext uri="{FF2B5EF4-FFF2-40B4-BE49-F238E27FC236}">
                    <a16:creationId xmlns:a16="http://schemas.microsoft.com/office/drawing/2014/main" id="{2D44CEE5-F52A-7A10-3BBA-11331B62F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553" y="5363856"/>
                <a:ext cx="9255775" cy="17227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3AE66F1A-BC03-E10D-1E16-A05280F3BB97}"/>
              </a:ext>
            </a:extLst>
          </p:cNvPr>
          <p:cNvSpPr txBox="1"/>
          <p:nvPr/>
        </p:nvSpPr>
        <p:spPr>
          <a:xfrm>
            <a:off x="-415552" y="5705085"/>
            <a:ext cx="2838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AU" sz="2400" dirty="0">
                <a:latin typeface="Levenim MT" panose="02010502060101010101" pitchFamily="2" charset="-79"/>
              </a:rPr>
              <a:t>Infinite horizon:</a:t>
            </a:r>
          </a:p>
        </p:txBody>
      </p:sp>
    </p:spTree>
    <p:extLst>
      <p:ext uri="{BB962C8B-B14F-4D97-AF65-F5344CB8AC3E}">
        <p14:creationId xmlns:p14="http://schemas.microsoft.com/office/powerpoint/2010/main" val="154862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 animBg="1"/>
      <p:bldP spid="9" grpId="0"/>
      <p:bldP spid="10" grpId="0"/>
      <p:bldP spid="11" grpId="0" animBg="1"/>
      <p:bldP spid="12" grpId="0"/>
      <p:bldP spid="14" grpId="0"/>
      <p:bldP spid="15" grpId="0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52A9316-750A-210C-3E53-B0916EDF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860666-20DD-2E90-7B71-04EFE22FBAFB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687672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441CAB5-468B-5F64-E3F0-ED46F4EFBAD9}"/>
              </a:ext>
            </a:extLst>
          </p:cNvPr>
          <p:cNvSpPr/>
          <p:nvPr/>
        </p:nvSpPr>
        <p:spPr>
          <a:xfrm>
            <a:off x="10330001" y="508436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9C1F3D-EA43-AFD7-B6D1-C64C5A8D7458}"/>
              </a:ext>
            </a:extLst>
          </p:cNvPr>
          <p:cNvSpPr txBox="1"/>
          <p:nvPr/>
        </p:nvSpPr>
        <p:spPr>
          <a:xfrm>
            <a:off x="10911840" y="5456839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4860BD-D94B-62A9-95E0-AFB5D2474C5B}"/>
              </a:ext>
            </a:extLst>
          </p:cNvPr>
          <p:cNvSpPr txBox="1"/>
          <p:nvPr/>
        </p:nvSpPr>
        <p:spPr>
          <a:xfrm>
            <a:off x="225582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885E1-4E6E-7D0A-C999-E9C4689BAAD3}"/>
              </a:ext>
            </a:extLst>
          </p:cNvPr>
          <p:cNvSpPr txBox="1"/>
          <p:nvPr/>
        </p:nvSpPr>
        <p:spPr>
          <a:xfrm>
            <a:off x="358064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B2F2D-6C20-CB9D-5C03-0037AE3CF912}"/>
              </a:ext>
            </a:extLst>
          </p:cNvPr>
          <p:cNvSpPr txBox="1"/>
          <p:nvPr/>
        </p:nvSpPr>
        <p:spPr>
          <a:xfrm>
            <a:off x="4905469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E1DCC-60A0-A897-B87F-3BB7F7BF7BAB}"/>
              </a:ext>
            </a:extLst>
          </p:cNvPr>
          <p:cNvSpPr txBox="1"/>
          <p:nvPr/>
        </p:nvSpPr>
        <p:spPr>
          <a:xfrm>
            <a:off x="6230293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831FF-88BF-3958-DC61-75DF08B19777}"/>
              </a:ext>
            </a:extLst>
          </p:cNvPr>
          <p:cNvSpPr txBox="1"/>
          <p:nvPr/>
        </p:nvSpPr>
        <p:spPr>
          <a:xfrm>
            <a:off x="7555117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0F427-E980-70A5-B17F-8D208119C4A6}"/>
              </a:ext>
            </a:extLst>
          </p:cNvPr>
          <p:cNvSpPr txBox="1"/>
          <p:nvPr/>
        </p:nvSpPr>
        <p:spPr>
          <a:xfrm>
            <a:off x="887994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C0E008-4F91-8E76-076B-3856E520E157}"/>
              </a:ext>
            </a:extLst>
          </p:cNvPr>
          <p:cNvSpPr txBox="1"/>
          <p:nvPr/>
        </p:nvSpPr>
        <p:spPr>
          <a:xfrm>
            <a:off x="1020476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4884F2-23A1-4AD2-B38D-92B848E3ED02}"/>
              </a:ext>
            </a:extLst>
          </p:cNvPr>
          <p:cNvCxnSpPr>
            <a:cxnSpLocks/>
          </p:cNvCxnSpPr>
          <p:nvPr/>
        </p:nvCxnSpPr>
        <p:spPr>
          <a:xfrm>
            <a:off x="247781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BE8A69-9871-A01B-494C-8F9630E6C91F}"/>
              </a:ext>
            </a:extLst>
          </p:cNvPr>
          <p:cNvCxnSpPr>
            <a:cxnSpLocks/>
          </p:cNvCxnSpPr>
          <p:nvPr/>
        </p:nvCxnSpPr>
        <p:spPr>
          <a:xfrm>
            <a:off x="381150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15D4D1-7754-5A00-49E9-905B3C598427}"/>
              </a:ext>
            </a:extLst>
          </p:cNvPr>
          <p:cNvCxnSpPr>
            <a:cxnSpLocks/>
          </p:cNvCxnSpPr>
          <p:nvPr/>
        </p:nvCxnSpPr>
        <p:spPr>
          <a:xfrm>
            <a:off x="5136332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F0B758-9A43-009F-0FE6-A35216066FEB}"/>
              </a:ext>
            </a:extLst>
          </p:cNvPr>
          <p:cNvCxnSpPr>
            <a:cxnSpLocks/>
          </p:cNvCxnSpPr>
          <p:nvPr/>
        </p:nvCxnSpPr>
        <p:spPr>
          <a:xfrm>
            <a:off x="646115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5D8695-8189-1C22-E41D-8D1E2E9DBE26}"/>
              </a:ext>
            </a:extLst>
          </p:cNvPr>
          <p:cNvCxnSpPr>
            <a:cxnSpLocks/>
          </p:cNvCxnSpPr>
          <p:nvPr/>
        </p:nvCxnSpPr>
        <p:spPr>
          <a:xfrm>
            <a:off x="7785980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DBBB0F-D4AB-2854-CBE7-448DDF86997D}"/>
              </a:ext>
            </a:extLst>
          </p:cNvPr>
          <p:cNvCxnSpPr>
            <a:cxnSpLocks/>
          </p:cNvCxnSpPr>
          <p:nvPr/>
        </p:nvCxnSpPr>
        <p:spPr>
          <a:xfrm>
            <a:off x="9110804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6F78B99-8910-ADAD-FB81-9D98DFA44C58}"/>
              </a:ext>
            </a:extLst>
          </p:cNvPr>
          <p:cNvCxnSpPr>
            <a:cxnSpLocks/>
          </p:cNvCxnSpPr>
          <p:nvPr/>
        </p:nvCxnSpPr>
        <p:spPr>
          <a:xfrm>
            <a:off x="1043562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CB0C5F6-38A3-76D6-E960-A53BB3AAD6F5}"/>
              </a:ext>
            </a:extLst>
          </p:cNvPr>
          <p:cNvSpPr/>
          <p:nvPr/>
        </p:nvSpPr>
        <p:spPr>
          <a:xfrm>
            <a:off x="10330000" y="3242272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579D177D-59B3-A37D-2178-2268038FFC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84200" y="1690689"/>
                <a:ext cx="9127640" cy="14983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AU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AU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acc>
                                <m:accPr>
                                  <m:chr m:val="̃"/>
                                  <m:ctrlP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̃"/>
                              <m:ctrlP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579D177D-59B3-A37D-2178-2268038FF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200" y="1690689"/>
                <a:ext cx="9127640" cy="14983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2B51460-4291-9EF8-A584-5CE3E91930A5}"/>
                  </a:ext>
                </a:extLst>
              </p:cNvPr>
              <p:cNvSpPr txBox="1"/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=1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2B51460-4291-9EF8-A584-5CE3E9193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blipFill>
                <a:blip r:embed="rId3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CACE6A9-2FDD-34BE-8E3B-A09B0479D404}"/>
                  </a:ext>
                </a:extLst>
              </p:cNvPr>
              <p:cNvSpPr txBox="1"/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=0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CACE6A9-2FDD-34BE-8E3B-A09B0479D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blipFill>
                <a:blip r:embed="rId4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E46A419-7B95-DDD0-222F-63B9BCEFA313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2F725-C03F-9EC1-28F6-FE541364A672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6B243-FB51-EDF6-C7D0-9766DAD2773B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DFAECF5-046F-CF72-E49A-F17D3C805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63332D3-897C-230A-8080-E4BB9E18D34E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043B39C-E96B-53A6-7EDA-9BDDB839F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20" name="Graphic 19" descr="Close with solid fill">
              <a:extLst>
                <a:ext uri="{FF2B5EF4-FFF2-40B4-BE49-F238E27FC236}">
                  <a16:creationId xmlns:a16="http://schemas.microsoft.com/office/drawing/2014/main" id="{0BC3CC13-A97D-D3AF-4E6E-42D1A3C865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0768F3F0-E19C-BFEC-AD63-7B4F54D7C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7705" y="3202931"/>
            <a:ext cx="359627" cy="212097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9CBA4D88-8C17-3092-5760-9142479B9CCA}"/>
              </a:ext>
            </a:extLst>
          </p:cNvPr>
          <p:cNvGrpSpPr/>
          <p:nvPr/>
        </p:nvGrpSpPr>
        <p:grpSpPr>
          <a:xfrm>
            <a:off x="11099479" y="5036725"/>
            <a:ext cx="387853" cy="311790"/>
            <a:chOff x="5472880" y="3772358"/>
            <a:chExt cx="1029678" cy="70953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0DD8FC5F-3023-665F-76BE-189E1B5C0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50" name="Graphic 49" descr="Close with solid fill">
              <a:extLst>
                <a:ext uri="{FF2B5EF4-FFF2-40B4-BE49-F238E27FC236}">
                  <a16:creationId xmlns:a16="http://schemas.microsoft.com/office/drawing/2014/main" id="{3F49D750-0BB7-B768-9A9E-37473E8F39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56" name="Graphic 55" descr="No sign with solid fill">
            <a:extLst>
              <a:ext uri="{FF2B5EF4-FFF2-40B4-BE49-F238E27FC236}">
                <a16:creationId xmlns:a16="http://schemas.microsoft.com/office/drawing/2014/main" id="{32581E45-2E21-9F30-4042-7219C82CAE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54800" y="2825864"/>
            <a:ext cx="361648" cy="361648"/>
          </a:xfrm>
          <a:prstGeom prst="rect">
            <a:avLst/>
          </a:prstGeom>
        </p:spPr>
      </p:pic>
      <p:pic>
        <p:nvPicPr>
          <p:cNvPr id="60" name="Graphic 59" descr="No sign with solid fill">
            <a:extLst>
              <a:ext uri="{FF2B5EF4-FFF2-40B4-BE49-F238E27FC236}">
                <a16:creationId xmlns:a16="http://schemas.microsoft.com/office/drawing/2014/main" id="{0CA03A67-8B4E-0920-F8B9-C1D1CDBF5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50496" y="4665733"/>
            <a:ext cx="361648" cy="3616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3A73ADC-5E7A-9052-A755-88FB0C1B8EEA}"/>
                  </a:ext>
                </a:extLst>
              </p:cNvPr>
              <p:cNvSpPr txBox="1"/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3A73ADC-5E7A-9052-A755-88FB0C1B8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03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F6F42-4812-ADD2-43A0-9317235A7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F2926EB-00C9-106E-B2FD-0010C78B4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35E456-25CA-69C1-FFB5-91D8D00D6DD4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687672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6158A625-9D60-A289-6B5F-813CC976BB73}"/>
              </a:ext>
            </a:extLst>
          </p:cNvPr>
          <p:cNvSpPr/>
          <p:nvPr/>
        </p:nvSpPr>
        <p:spPr>
          <a:xfrm>
            <a:off x="10330001" y="508436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7A6886-8CAC-D466-8753-DF8E18BCAE4B}"/>
              </a:ext>
            </a:extLst>
          </p:cNvPr>
          <p:cNvSpPr txBox="1"/>
          <p:nvPr/>
        </p:nvSpPr>
        <p:spPr>
          <a:xfrm>
            <a:off x="10911840" y="5456839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02D189-CC3A-E4AD-B1C7-9ED9F6ED2B14}"/>
              </a:ext>
            </a:extLst>
          </p:cNvPr>
          <p:cNvSpPr txBox="1"/>
          <p:nvPr/>
        </p:nvSpPr>
        <p:spPr>
          <a:xfrm>
            <a:off x="225582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E88F8-454C-5CFD-595C-3EDB8E4FE920}"/>
              </a:ext>
            </a:extLst>
          </p:cNvPr>
          <p:cNvSpPr txBox="1"/>
          <p:nvPr/>
        </p:nvSpPr>
        <p:spPr>
          <a:xfrm>
            <a:off x="358064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DAEB3-953E-CE6C-B569-D307063E4F5F}"/>
              </a:ext>
            </a:extLst>
          </p:cNvPr>
          <p:cNvSpPr txBox="1"/>
          <p:nvPr/>
        </p:nvSpPr>
        <p:spPr>
          <a:xfrm>
            <a:off x="4905469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AA8A3D-E43B-E21C-4DE5-B4F0D9E28B0B}"/>
              </a:ext>
            </a:extLst>
          </p:cNvPr>
          <p:cNvSpPr txBox="1"/>
          <p:nvPr/>
        </p:nvSpPr>
        <p:spPr>
          <a:xfrm>
            <a:off x="6230293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5B0467-EA8D-E342-7994-3697CE0EA378}"/>
              </a:ext>
            </a:extLst>
          </p:cNvPr>
          <p:cNvSpPr txBox="1"/>
          <p:nvPr/>
        </p:nvSpPr>
        <p:spPr>
          <a:xfrm>
            <a:off x="7555117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765065-F8D1-9D70-581A-7E4A013652A9}"/>
              </a:ext>
            </a:extLst>
          </p:cNvPr>
          <p:cNvSpPr txBox="1"/>
          <p:nvPr/>
        </p:nvSpPr>
        <p:spPr>
          <a:xfrm>
            <a:off x="887994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BA6D75-C922-C706-BDED-7B8C5888CB8C}"/>
              </a:ext>
            </a:extLst>
          </p:cNvPr>
          <p:cNvSpPr txBox="1"/>
          <p:nvPr/>
        </p:nvSpPr>
        <p:spPr>
          <a:xfrm>
            <a:off x="1020476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B02E87D-0DF2-EE28-BE8A-3F5EFCE036F7}"/>
              </a:ext>
            </a:extLst>
          </p:cNvPr>
          <p:cNvCxnSpPr>
            <a:cxnSpLocks/>
          </p:cNvCxnSpPr>
          <p:nvPr/>
        </p:nvCxnSpPr>
        <p:spPr>
          <a:xfrm>
            <a:off x="247781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5D7D0F2-3E3A-661C-0400-C618573D8164}"/>
              </a:ext>
            </a:extLst>
          </p:cNvPr>
          <p:cNvCxnSpPr>
            <a:cxnSpLocks/>
          </p:cNvCxnSpPr>
          <p:nvPr/>
        </p:nvCxnSpPr>
        <p:spPr>
          <a:xfrm>
            <a:off x="381150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E1BAC76-C271-4AC4-5934-560F6A4FC8F8}"/>
              </a:ext>
            </a:extLst>
          </p:cNvPr>
          <p:cNvCxnSpPr>
            <a:cxnSpLocks/>
          </p:cNvCxnSpPr>
          <p:nvPr/>
        </p:nvCxnSpPr>
        <p:spPr>
          <a:xfrm>
            <a:off x="5136332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BD81729-A56E-CCE9-2B0E-6AD92EE7ABCA}"/>
              </a:ext>
            </a:extLst>
          </p:cNvPr>
          <p:cNvCxnSpPr>
            <a:cxnSpLocks/>
          </p:cNvCxnSpPr>
          <p:nvPr/>
        </p:nvCxnSpPr>
        <p:spPr>
          <a:xfrm>
            <a:off x="646115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6ECDCFE-4EF0-2CAA-85E8-3B099E3C1A7E}"/>
              </a:ext>
            </a:extLst>
          </p:cNvPr>
          <p:cNvCxnSpPr>
            <a:cxnSpLocks/>
          </p:cNvCxnSpPr>
          <p:nvPr/>
        </p:nvCxnSpPr>
        <p:spPr>
          <a:xfrm>
            <a:off x="7785980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DB9018D-A7FD-50D5-4935-08663C72C157}"/>
              </a:ext>
            </a:extLst>
          </p:cNvPr>
          <p:cNvCxnSpPr>
            <a:cxnSpLocks/>
          </p:cNvCxnSpPr>
          <p:nvPr/>
        </p:nvCxnSpPr>
        <p:spPr>
          <a:xfrm>
            <a:off x="9110804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920CD28-7C92-D91A-B753-822AED68A8F2}"/>
              </a:ext>
            </a:extLst>
          </p:cNvPr>
          <p:cNvCxnSpPr>
            <a:cxnSpLocks/>
          </p:cNvCxnSpPr>
          <p:nvPr/>
        </p:nvCxnSpPr>
        <p:spPr>
          <a:xfrm>
            <a:off x="1043562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18C5472-4961-16D5-1246-760A4202B2D1}"/>
              </a:ext>
            </a:extLst>
          </p:cNvPr>
          <p:cNvSpPr/>
          <p:nvPr/>
        </p:nvSpPr>
        <p:spPr>
          <a:xfrm>
            <a:off x="10330000" y="3242272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1A7CA04-F18D-C8E2-6BA7-F9420710FABA}"/>
              </a:ext>
            </a:extLst>
          </p:cNvPr>
          <p:cNvSpPr/>
          <p:nvPr/>
        </p:nvSpPr>
        <p:spPr>
          <a:xfrm>
            <a:off x="9005179" y="5084248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EC31564F-AC37-D0AA-D7DA-529EB9C4D5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84200" y="1690689"/>
                <a:ext cx="9127640" cy="14983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AU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AU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acc>
                                <m:accPr>
                                  <m:chr m:val="̃"/>
                                  <m:ctrlP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̃"/>
                              <m:ctrlP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EC31564F-AC37-D0AA-D7DA-529EB9C4D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200" y="1690689"/>
                <a:ext cx="9127640" cy="14983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929193-9515-44F0-24F1-84FF24828424}"/>
              </a:ext>
            </a:extLst>
          </p:cNvPr>
          <p:cNvCxnSpPr/>
          <p:nvPr/>
        </p:nvCxnSpPr>
        <p:spPr>
          <a:xfrm>
            <a:off x="9221426" y="5160291"/>
            <a:ext cx="1113575" cy="110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E5464C-CF21-3F21-C6D3-B2EFA3F841AE}"/>
                  </a:ext>
                </a:extLst>
              </p:cNvPr>
              <p:cNvSpPr txBox="1"/>
              <p:nvPr/>
            </p:nvSpPr>
            <p:spPr>
              <a:xfrm>
                <a:off x="9373886" y="5110203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E5464C-CF21-3F21-C6D3-B2EFA3F84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3886" y="5110203"/>
                <a:ext cx="83843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643C93B-D323-DC25-A257-13BD65B92110}"/>
              </a:ext>
            </a:extLst>
          </p:cNvPr>
          <p:cNvCxnSpPr>
            <a:cxnSpLocks/>
          </p:cNvCxnSpPr>
          <p:nvPr/>
        </p:nvCxnSpPr>
        <p:spPr>
          <a:xfrm flipV="1">
            <a:off x="9180075" y="3415028"/>
            <a:ext cx="1173190" cy="16692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32909C-7C1D-0ED5-900C-344608C59A5C}"/>
                  </a:ext>
                </a:extLst>
              </p:cNvPr>
              <p:cNvSpPr txBox="1"/>
              <p:nvPr/>
            </p:nvSpPr>
            <p:spPr>
              <a:xfrm>
                <a:off x="9024152" y="3758361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32909C-7C1D-0ED5-900C-344608C59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152" y="3758361"/>
                <a:ext cx="83843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7BCEFC-F911-2592-C1BD-EDA829D3A285}"/>
                  </a:ext>
                </a:extLst>
              </p:cNvPr>
              <p:cNvSpPr txBox="1"/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=1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7BCEFC-F911-2592-C1BD-EDA829D3A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blipFill>
                <a:blip r:embed="rId5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C2A0ED3-CB6B-7D5D-1D54-484DD22E2C93}"/>
                  </a:ext>
                </a:extLst>
              </p:cNvPr>
              <p:cNvSpPr txBox="1"/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=0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C2A0ED3-CB6B-7D5D-1D54-484DD22E2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blipFill>
                <a:blip r:embed="rId6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E560523D-E1F1-8EA0-2CA0-78CB36317E05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A5BA54-5EF1-EF95-EA12-4BB96910C57F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8475F9-ABED-5ABA-CDBD-0149A9B9F9F4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88D06E-59FE-CD2B-92C3-4F8E472B18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10ABDCE-A39A-7119-06F2-4C03B787D805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15B1EAE-60A2-27DC-CB54-618B398A6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20" name="Graphic 19" descr="Close with solid fill">
              <a:extLst>
                <a:ext uri="{FF2B5EF4-FFF2-40B4-BE49-F238E27FC236}">
                  <a16:creationId xmlns:a16="http://schemas.microsoft.com/office/drawing/2014/main" id="{4EF8B55C-95DC-0151-EB4B-63BCA45B16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6B807D66-0BA2-D341-EF6F-A32DECBC2D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7705" y="3202931"/>
            <a:ext cx="359627" cy="212097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5F99D1E8-289D-E338-0B35-3AF5A1420A28}"/>
              </a:ext>
            </a:extLst>
          </p:cNvPr>
          <p:cNvGrpSpPr/>
          <p:nvPr/>
        </p:nvGrpSpPr>
        <p:grpSpPr>
          <a:xfrm>
            <a:off x="11099479" y="5036725"/>
            <a:ext cx="387853" cy="311790"/>
            <a:chOff x="5472880" y="3772358"/>
            <a:chExt cx="1029678" cy="70953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A8FF3EA-2473-9911-EC88-AB8C4861D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50" name="Graphic 49" descr="Close with solid fill">
              <a:extLst>
                <a:ext uri="{FF2B5EF4-FFF2-40B4-BE49-F238E27FC236}">
                  <a16:creationId xmlns:a16="http://schemas.microsoft.com/office/drawing/2014/main" id="{D8BDC674-C98A-01D5-8952-1A4B7B7FC3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29" name="Graphic 28" descr="No sign with solid fill">
            <a:extLst>
              <a:ext uri="{FF2B5EF4-FFF2-40B4-BE49-F238E27FC236}">
                <a16:creationId xmlns:a16="http://schemas.microsoft.com/office/drawing/2014/main" id="{A032D340-E171-372F-885C-57722CD38D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09161" y="3577390"/>
            <a:ext cx="517560" cy="517560"/>
          </a:xfrm>
          <a:prstGeom prst="rect">
            <a:avLst/>
          </a:prstGeom>
        </p:spPr>
      </p:pic>
      <p:pic>
        <p:nvPicPr>
          <p:cNvPr id="39" name="Graphic 38" descr="No sign with solid fill">
            <a:extLst>
              <a:ext uri="{FF2B5EF4-FFF2-40B4-BE49-F238E27FC236}">
                <a16:creationId xmlns:a16="http://schemas.microsoft.com/office/drawing/2014/main" id="{783F9B10-1553-67A2-6DDA-538D0DBBA4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4800" y="2825864"/>
            <a:ext cx="361648" cy="361648"/>
          </a:xfrm>
          <a:prstGeom prst="rect">
            <a:avLst/>
          </a:prstGeom>
        </p:spPr>
      </p:pic>
      <p:pic>
        <p:nvPicPr>
          <p:cNvPr id="40" name="Graphic 39" descr="No sign with solid fill">
            <a:extLst>
              <a:ext uri="{FF2B5EF4-FFF2-40B4-BE49-F238E27FC236}">
                <a16:creationId xmlns:a16="http://schemas.microsoft.com/office/drawing/2014/main" id="{623DAFD6-8591-2F0A-267A-F8901FD2FE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0496" y="4665733"/>
            <a:ext cx="361648" cy="361648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2A1EA9C0-13A1-E077-7FA0-6D020C0C0278}"/>
              </a:ext>
            </a:extLst>
          </p:cNvPr>
          <p:cNvGrpSpPr/>
          <p:nvPr/>
        </p:nvGrpSpPr>
        <p:grpSpPr>
          <a:xfrm>
            <a:off x="4344147" y="3647962"/>
            <a:ext cx="4522676" cy="400110"/>
            <a:chOff x="4344147" y="3647962"/>
            <a:chExt cx="4522676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C5FCEB5-0F9E-7C64-FBB7-5EC849178EFB}"/>
                    </a:ext>
                  </a:extLst>
                </p:cNvPr>
                <p:cNvSpPr txBox="1"/>
                <p:nvPr/>
              </p:nvSpPr>
              <p:spPr>
                <a:xfrm>
                  <a:off x="4344147" y="3647962"/>
                  <a:ext cx="452267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AU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[1∗</m:t>
                            </m:r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d>
                          <m:dPr>
                            <m:ctrlP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  <m:r>
                          <a:rPr lang="en-AU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+0∗</m:t>
                        </m:r>
                        <m:sSub>
                          <m:sSubPr>
                            <m:ctrlP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AU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AU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)]</m:t>
                        </m:r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AU" sz="20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C5FCEB5-0F9E-7C64-FBB7-5EC849178E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4147" y="3647962"/>
                  <a:ext cx="4522676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8E3C7F85-94A3-C740-4B3B-91625FFF6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11079" y="3773056"/>
              <a:ext cx="275844" cy="162684"/>
            </a:xfrm>
            <a:prstGeom prst="rect">
              <a:avLst/>
            </a:prstGeom>
          </p:spPr>
        </p:pic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300F252-26F3-BF36-339A-473B3B152430}"/>
                </a:ext>
              </a:extLst>
            </p:cNvPr>
            <p:cNvGrpSpPr/>
            <p:nvPr/>
          </p:nvGrpSpPr>
          <p:grpSpPr>
            <a:xfrm>
              <a:off x="6137333" y="3758361"/>
              <a:ext cx="275845" cy="222398"/>
              <a:chOff x="5472880" y="3772358"/>
              <a:chExt cx="1029678" cy="709536"/>
            </a:xfrm>
          </p:grpSpPr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6108E9F5-40FB-A42C-8A0F-D827A638BD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72880" y="3811178"/>
                <a:ext cx="1029678" cy="607274"/>
              </a:xfrm>
              <a:prstGeom prst="rect">
                <a:avLst/>
              </a:prstGeom>
            </p:spPr>
          </p:pic>
          <p:pic>
            <p:nvPicPr>
              <p:cNvPr id="55" name="Graphic 54" descr="Close with solid fill">
                <a:extLst>
                  <a:ext uri="{FF2B5EF4-FFF2-40B4-BE49-F238E27FC236}">
                    <a16:creationId xmlns:a16="http://schemas.microsoft.com/office/drawing/2014/main" id="{7F1F90C6-22D7-F75C-6889-85D0FEED69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09962" y="3772358"/>
                <a:ext cx="755671" cy="709536"/>
              </a:xfrm>
              <a:prstGeom prst="rect">
                <a:avLst/>
              </a:prstGeom>
            </p:spPr>
          </p:pic>
        </p:grpSp>
      </p:grpSp>
      <p:pic>
        <p:nvPicPr>
          <p:cNvPr id="8" name="Graphic 7" descr="Open hand with plant with solid fill">
            <a:extLst>
              <a:ext uri="{FF2B5EF4-FFF2-40B4-BE49-F238E27FC236}">
                <a16:creationId xmlns:a16="http://schemas.microsoft.com/office/drawing/2014/main" id="{0742842C-8193-F0FE-226A-DFBDDB7D94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85107" y="3996647"/>
            <a:ext cx="600322" cy="600322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767446B0-27A6-8277-EAD6-F534308D418B}"/>
              </a:ext>
            </a:extLst>
          </p:cNvPr>
          <p:cNvGrpSpPr/>
          <p:nvPr/>
        </p:nvGrpSpPr>
        <p:grpSpPr>
          <a:xfrm>
            <a:off x="4111956" y="4156734"/>
            <a:ext cx="4998847" cy="400110"/>
            <a:chOff x="4111956" y="4156734"/>
            <a:chExt cx="4998847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5C82A67-8C85-81A6-BED7-F9AA5627DEF5}"/>
                    </a:ext>
                  </a:extLst>
                </p:cNvPr>
                <p:cNvSpPr txBox="1"/>
                <p:nvPr/>
              </p:nvSpPr>
              <p:spPr>
                <a:xfrm>
                  <a:off x="4111956" y="4156734"/>
                  <a:ext cx="499884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AU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−0.1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[1∗</m:t>
                            </m:r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d>
                          <m:dPr>
                            <m:ctrlP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  <m:r>
                          <a:rPr lang="en-AU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+0∗</m:t>
                        </m:r>
                        <m:sSub>
                          <m:sSubPr>
                            <m:ctrlP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AU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AU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)]</m:t>
                        </m:r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−0.1</m:t>
                        </m:r>
                      </m:oMath>
                    </m:oMathPara>
                  </a14:m>
                  <a:endParaRPr lang="en-AU" sz="20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5C82A67-8C85-81A6-BED7-F9AA5627D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956" y="4156734"/>
                  <a:ext cx="4998847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B008BC2-C0F6-4444-93BB-E041862DA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30729" y="4299335"/>
              <a:ext cx="275844" cy="162684"/>
            </a:xfrm>
            <a:prstGeom prst="rect">
              <a:avLst/>
            </a:prstGeom>
          </p:spPr>
        </p:pic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B535E05-495C-768C-B871-54D8F40FA68D}"/>
                </a:ext>
              </a:extLst>
            </p:cNvPr>
            <p:cNvGrpSpPr/>
            <p:nvPr/>
          </p:nvGrpSpPr>
          <p:grpSpPr>
            <a:xfrm>
              <a:off x="6156983" y="4284640"/>
              <a:ext cx="275845" cy="222398"/>
              <a:chOff x="5472880" y="3772358"/>
              <a:chExt cx="1029678" cy="709536"/>
            </a:xfrm>
          </p:grpSpPr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8B2E7ACB-E5E8-F990-D455-7429F0B47D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72880" y="3811178"/>
                <a:ext cx="1029678" cy="607274"/>
              </a:xfrm>
              <a:prstGeom prst="rect">
                <a:avLst/>
              </a:prstGeom>
            </p:spPr>
          </p:pic>
          <p:pic>
            <p:nvPicPr>
              <p:cNvPr id="56" name="Graphic 55" descr="Close with solid fill">
                <a:extLst>
                  <a:ext uri="{FF2B5EF4-FFF2-40B4-BE49-F238E27FC236}">
                    <a16:creationId xmlns:a16="http://schemas.microsoft.com/office/drawing/2014/main" id="{CA1B8114-2D04-7637-B070-683C897A10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09962" y="3772358"/>
                <a:ext cx="755671" cy="709536"/>
              </a:xfrm>
              <a:prstGeom prst="rect">
                <a:avLst/>
              </a:prstGeom>
            </p:spPr>
          </p:pic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CA3AF4D-C976-A886-5923-24C861085FFE}"/>
              </a:ext>
            </a:extLst>
          </p:cNvPr>
          <p:cNvGrpSpPr/>
          <p:nvPr/>
        </p:nvGrpSpPr>
        <p:grpSpPr>
          <a:xfrm>
            <a:off x="1415390" y="3668798"/>
            <a:ext cx="2730779" cy="656013"/>
            <a:chOff x="1415390" y="3668798"/>
            <a:chExt cx="2730779" cy="6560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EEF713D8-AA9C-EA01-5DD3-F6E3D5610F65}"/>
                    </a:ext>
                  </a:extLst>
                </p:cNvPr>
                <p:cNvSpPr txBox="1"/>
                <p:nvPr/>
              </p:nvSpPr>
              <p:spPr>
                <a:xfrm>
                  <a:off x="1415390" y="3668798"/>
                  <a:ext cx="2730779" cy="6560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(…)</m:t>
                      </m:r>
                    </m:oMath>
                  </a14:m>
                  <a:r>
                    <a:rPr lang="en-AU" sz="2800" dirty="0">
                      <a:latin typeface="Levenim MT" panose="02010502060101010101" pitchFamily="2" charset="-79"/>
                    </a:rPr>
                    <a:t>= </a:t>
                  </a:r>
                  <a14:m>
                    <m:oMath xmlns:m="http://schemas.openxmlformats.org/officeDocument/2006/math">
                      <m:limLow>
                        <m:limLowPr>
                          <m:ctrlPr>
                            <a:rPr lang="en-AU" sz="28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AU" sz="28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</m:oMath>
                  </a14:m>
                  <a:endParaRPr lang="en-AU" sz="2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EEF713D8-AA9C-EA01-5DD3-F6E3D5610F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390" y="3668798"/>
                  <a:ext cx="2730779" cy="656013"/>
                </a:xfrm>
                <a:prstGeom prst="rect">
                  <a:avLst/>
                </a:prstGeom>
                <a:blipFill>
                  <a:blip r:embed="rId13"/>
                  <a:stretch>
                    <a:fillRect t="-5607" b="-1028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CEF299D-BC44-989E-13C7-02D6956364F9}"/>
                </a:ext>
              </a:extLst>
            </p:cNvPr>
            <p:cNvGrpSpPr/>
            <p:nvPr/>
          </p:nvGrpSpPr>
          <p:grpSpPr>
            <a:xfrm>
              <a:off x="2299353" y="3804979"/>
              <a:ext cx="387853" cy="311790"/>
              <a:chOff x="5472880" y="3772358"/>
              <a:chExt cx="1029678" cy="709536"/>
            </a:xfrm>
          </p:grpSpPr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41AC7363-00FE-6909-B7D7-D0F30768D9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72880" y="3811178"/>
                <a:ext cx="1029678" cy="607274"/>
              </a:xfrm>
              <a:prstGeom prst="rect">
                <a:avLst/>
              </a:prstGeom>
            </p:spPr>
          </p:pic>
          <p:pic>
            <p:nvPicPr>
              <p:cNvPr id="62" name="Graphic 61" descr="Close with solid fill">
                <a:extLst>
                  <a:ext uri="{FF2B5EF4-FFF2-40B4-BE49-F238E27FC236}">
                    <a16:creationId xmlns:a16="http://schemas.microsoft.com/office/drawing/2014/main" id="{C115A8C0-3A1D-E9FB-2AEF-D36D53FF03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09962" y="3772358"/>
                <a:ext cx="755671" cy="709536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E56B032-AAE1-145D-ABA9-D4FBCA912FE9}"/>
                  </a:ext>
                </a:extLst>
              </p:cNvPr>
              <p:cNvSpPr txBox="1"/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E56B032-AAE1-145D-ABA9-D4FBCA912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42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24" grpId="0"/>
      <p:bldP spid="2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FD2A4-D13E-766C-DDFB-A07747244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AA4B52-C2B1-3833-B332-CAC3A825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A0AFB3-8317-F9BC-897A-310C57EE5F22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687672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110B1E03-2994-E143-F853-C6434AC0A9E6}"/>
              </a:ext>
            </a:extLst>
          </p:cNvPr>
          <p:cNvSpPr/>
          <p:nvPr/>
        </p:nvSpPr>
        <p:spPr>
          <a:xfrm>
            <a:off x="10330001" y="508436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FE4A58-349D-9108-E5AE-A992C55E34C8}"/>
              </a:ext>
            </a:extLst>
          </p:cNvPr>
          <p:cNvSpPr txBox="1"/>
          <p:nvPr/>
        </p:nvSpPr>
        <p:spPr>
          <a:xfrm>
            <a:off x="10911840" y="5456839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FF47FB-5619-B3A0-6591-8904F4475412}"/>
              </a:ext>
            </a:extLst>
          </p:cNvPr>
          <p:cNvSpPr txBox="1"/>
          <p:nvPr/>
        </p:nvSpPr>
        <p:spPr>
          <a:xfrm>
            <a:off x="225582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E5DF04-BE73-AE9A-1B94-BB70830542E4}"/>
              </a:ext>
            </a:extLst>
          </p:cNvPr>
          <p:cNvSpPr txBox="1"/>
          <p:nvPr/>
        </p:nvSpPr>
        <p:spPr>
          <a:xfrm>
            <a:off x="358064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0448EA-00AD-ED9C-AAF8-C641ADEC2515}"/>
              </a:ext>
            </a:extLst>
          </p:cNvPr>
          <p:cNvSpPr txBox="1"/>
          <p:nvPr/>
        </p:nvSpPr>
        <p:spPr>
          <a:xfrm>
            <a:off x="4905469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9DA3BD-E12B-CE1A-C811-32468EF5FF9D}"/>
              </a:ext>
            </a:extLst>
          </p:cNvPr>
          <p:cNvSpPr txBox="1"/>
          <p:nvPr/>
        </p:nvSpPr>
        <p:spPr>
          <a:xfrm>
            <a:off x="6230293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CDDE1-591E-15FE-035F-AF949042E10A}"/>
              </a:ext>
            </a:extLst>
          </p:cNvPr>
          <p:cNvSpPr txBox="1"/>
          <p:nvPr/>
        </p:nvSpPr>
        <p:spPr>
          <a:xfrm>
            <a:off x="7555117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9F37DE-C4F1-2A6B-34C2-72F2DBB57FA3}"/>
              </a:ext>
            </a:extLst>
          </p:cNvPr>
          <p:cNvSpPr txBox="1"/>
          <p:nvPr/>
        </p:nvSpPr>
        <p:spPr>
          <a:xfrm>
            <a:off x="887994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2C4AEF-2D8F-D942-CD74-0CF7F81C9D4B}"/>
              </a:ext>
            </a:extLst>
          </p:cNvPr>
          <p:cNvSpPr txBox="1"/>
          <p:nvPr/>
        </p:nvSpPr>
        <p:spPr>
          <a:xfrm>
            <a:off x="1020476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79361F-B496-86E9-20E1-1370667D376E}"/>
              </a:ext>
            </a:extLst>
          </p:cNvPr>
          <p:cNvCxnSpPr>
            <a:cxnSpLocks/>
          </p:cNvCxnSpPr>
          <p:nvPr/>
        </p:nvCxnSpPr>
        <p:spPr>
          <a:xfrm>
            <a:off x="247781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966389A-5E3E-1386-F028-9E578A23DC38}"/>
              </a:ext>
            </a:extLst>
          </p:cNvPr>
          <p:cNvCxnSpPr>
            <a:cxnSpLocks/>
          </p:cNvCxnSpPr>
          <p:nvPr/>
        </p:nvCxnSpPr>
        <p:spPr>
          <a:xfrm>
            <a:off x="381150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2918F3D-A0FE-C7EA-3656-BBC06FDAD205}"/>
              </a:ext>
            </a:extLst>
          </p:cNvPr>
          <p:cNvCxnSpPr>
            <a:cxnSpLocks/>
          </p:cNvCxnSpPr>
          <p:nvPr/>
        </p:nvCxnSpPr>
        <p:spPr>
          <a:xfrm>
            <a:off x="5136332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3696659-C427-8269-1962-3B4880F6C324}"/>
              </a:ext>
            </a:extLst>
          </p:cNvPr>
          <p:cNvCxnSpPr>
            <a:cxnSpLocks/>
          </p:cNvCxnSpPr>
          <p:nvPr/>
        </p:nvCxnSpPr>
        <p:spPr>
          <a:xfrm>
            <a:off x="646115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499799A-723C-BB82-BA14-B2CE7074CE83}"/>
              </a:ext>
            </a:extLst>
          </p:cNvPr>
          <p:cNvCxnSpPr>
            <a:cxnSpLocks/>
          </p:cNvCxnSpPr>
          <p:nvPr/>
        </p:nvCxnSpPr>
        <p:spPr>
          <a:xfrm>
            <a:off x="7785980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0A5E578-A90C-A4C1-23C0-2147F1E1083E}"/>
              </a:ext>
            </a:extLst>
          </p:cNvPr>
          <p:cNvCxnSpPr>
            <a:cxnSpLocks/>
          </p:cNvCxnSpPr>
          <p:nvPr/>
        </p:nvCxnSpPr>
        <p:spPr>
          <a:xfrm>
            <a:off x="9110804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749BF3A-6373-AECA-3468-26C502ECBC6E}"/>
              </a:ext>
            </a:extLst>
          </p:cNvPr>
          <p:cNvCxnSpPr>
            <a:cxnSpLocks/>
          </p:cNvCxnSpPr>
          <p:nvPr/>
        </p:nvCxnSpPr>
        <p:spPr>
          <a:xfrm>
            <a:off x="1043562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2890EFE-0DED-6F67-95ED-2037184EF885}"/>
              </a:ext>
            </a:extLst>
          </p:cNvPr>
          <p:cNvSpPr/>
          <p:nvPr/>
        </p:nvSpPr>
        <p:spPr>
          <a:xfrm>
            <a:off x="10330000" y="3242272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7A65A06-B201-E439-ABFF-195F08DFA332}"/>
              </a:ext>
            </a:extLst>
          </p:cNvPr>
          <p:cNvSpPr/>
          <p:nvPr/>
        </p:nvSpPr>
        <p:spPr>
          <a:xfrm>
            <a:off x="9005179" y="5084248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BEF9B104-43EB-B9D3-6A28-5B61ECC4D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84200" y="1690689"/>
                <a:ext cx="9127640" cy="14983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AU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AU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acc>
                                <m:accPr>
                                  <m:chr m:val="̃"/>
                                  <m:ctrlP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̃"/>
                              <m:ctrlP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BEF9B104-43EB-B9D3-6A28-5B61ECC4D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200" y="1690689"/>
                <a:ext cx="9127640" cy="14983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5415C0-21C7-DC92-3A5F-2F738F3A6065}"/>
                  </a:ext>
                </a:extLst>
              </p:cNvPr>
              <p:cNvSpPr txBox="1"/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=1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5415C0-21C7-DC92-3A5F-2F738F3A6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blipFill>
                <a:blip r:embed="rId3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F90574-BEC8-20A1-5D64-378F79B90B72}"/>
                  </a:ext>
                </a:extLst>
              </p:cNvPr>
              <p:cNvSpPr txBox="1"/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=0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F90574-BEC8-20A1-5D64-378F79B90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blipFill>
                <a:blip r:embed="rId4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5355A80-FF18-401E-AC50-02A2BFC96012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BED381-FF3C-B6A8-05CF-5B9FDF848B19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01CAD9-AD8D-1CF8-B4B0-F79082D53DA0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32DA83-1A0B-7382-3162-8ED9343C2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68CFB0D-5746-FE6F-ADA5-396A9EC6288F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2798B7A-0B00-7E54-B8EF-B6CAC796F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20" name="Graphic 19" descr="Close with solid fill">
              <a:extLst>
                <a:ext uri="{FF2B5EF4-FFF2-40B4-BE49-F238E27FC236}">
                  <a16:creationId xmlns:a16="http://schemas.microsoft.com/office/drawing/2014/main" id="{D4E0B3C5-3AC5-567C-30EC-438230C2D0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22FA8F4A-A695-64FB-718F-8558CE603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7705" y="3202931"/>
            <a:ext cx="359627" cy="212097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11713E5-AAE3-4D6F-BA44-ADF1E2B98816}"/>
              </a:ext>
            </a:extLst>
          </p:cNvPr>
          <p:cNvGrpSpPr/>
          <p:nvPr/>
        </p:nvGrpSpPr>
        <p:grpSpPr>
          <a:xfrm>
            <a:off x="11099479" y="5036725"/>
            <a:ext cx="387853" cy="311790"/>
            <a:chOff x="5472880" y="3772358"/>
            <a:chExt cx="1029678" cy="70953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4E999D1-3B98-54FF-9855-B28E44834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50" name="Graphic 49" descr="Close with solid fill">
              <a:extLst>
                <a:ext uri="{FF2B5EF4-FFF2-40B4-BE49-F238E27FC236}">
                  <a16:creationId xmlns:a16="http://schemas.microsoft.com/office/drawing/2014/main" id="{80AF726C-2713-FD0E-8B65-997FEA3A7F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39" name="Graphic 38" descr="No sign with solid fill">
            <a:extLst>
              <a:ext uri="{FF2B5EF4-FFF2-40B4-BE49-F238E27FC236}">
                <a16:creationId xmlns:a16="http://schemas.microsoft.com/office/drawing/2014/main" id="{39AE1FDE-2E4E-7392-6EDF-DE5F901FD3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54800" y="2825864"/>
            <a:ext cx="361648" cy="361648"/>
          </a:xfrm>
          <a:prstGeom prst="rect">
            <a:avLst/>
          </a:prstGeom>
        </p:spPr>
      </p:pic>
      <p:pic>
        <p:nvPicPr>
          <p:cNvPr id="40" name="Graphic 39" descr="No sign with solid fill">
            <a:extLst>
              <a:ext uri="{FF2B5EF4-FFF2-40B4-BE49-F238E27FC236}">
                <a16:creationId xmlns:a16="http://schemas.microsoft.com/office/drawing/2014/main" id="{820C336A-D5D3-97A4-C204-6D78E764A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50496" y="4665733"/>
            <a:ext cx="361648" cy="361648"/>
          </a:xfrm>
          <a:prstGeom prst="rect">
            <a:avLst/>
          </a:prstGeom>
        </p:spPr>
      </p:pic>
      <p:pic>
        <p:nvPicPr>
          <p:cNvPr id="57" name="Graphic 56" descr="No sign with solid fill">
            <a:extLst>
              <a:ext uri="{FF2B5EF4-FFF2-40B4-BE49-F238E27FC236}">
                <a16:creationId xmlns:a16="http://schemas.microsoft.com/office/drawing/2014/main" id="{073988D9-287D-5C84-E527-CFBC8EC5EA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29979" y="4665506"/>
            <a:ext cx="361648" cy="361648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6E066B6A-0FB7-F0E9-E831-141E243DD933}"/>
              </a:ext>
            </a:extLst>
          </p:cNvPr>
          <p:cNvGrpSpPr/>
          <p:nvPr/>
        </p:nvGrpSpPr>
        <p:grpSpPr>
          <a:xfrm>
            <a:off x="7810470" y="4912135"/>
            <a:ext cx="2730779" cy="523220"/>
            <a:chOff x="1415390" y="3668798"/>
            <a:chExt cx="273077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8702C81-3E58-97C5-80EA-F61ACF7B41CD}"/>
                    </a:ext>
                  </a:extLst>
                </p:cNvPr>
                <p:cNvSpPr txBox="1"/>
                <p:nvPr/>
              </p:nvSpPr>
              <p:spPr>
                <a:xfrm>
                  <a:off x="1415390" y="3668798"/>
                  <a:ext cx="27307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(…)</m:t>
                      </m:r>
                    </m:oMath>
                  </a14:m>
                  <a:r>
                    <a:rPr lang="en-AU" sz="2800" dirty="0">
                      <a:latin typeface="Levenim MT" panose="02010502060101010101" pitchFamily="2" charset="-79"/>
                    </a:rPr>
                    <a:t>= </a:t>
                  </a:r>
                  <a14:m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en-AU" sz="2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8702C81-3E58-97C5-80EA-F61ACF7B41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390" y="3668798"/>
                  <a:ext cx="2730779" cy="523220"/>
                </a:xfrm>
                <a:prstGeom prst="rect">
                  <a:avLst/>
                </a:prstGeom>
                <a:blipFill>
                  <a:blip r:embed="rId8"/>
                  <a:stretch>
                    <a:fillRect t="-10465" b="-3372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F0BB9CCF-C891-F7EC-6088-95DC93AA3D87}"/>
                </a:ext>
              </a:extLst>
            </p:cNvPr>
            <p:cNvGrpSpPr/>
            <p:nvPr/>
          </p:nvGrpSpPr>
          <p:grpSpPr>
            <a:xfrm>
              <a:off x="2537492" y="3810564"/>
              <a:ext cx="387853" cy="311790"/>
              <a:chOff x="6105095" y="3785074"/>
              <a:chExt cx="1029678" cy="709537"/>
            </a:xfrm>
          </p:grpSpPr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D1B779CA-E092-D5CA-402A-3A59993DB5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05095" y="3823888"/>
                <a:ext cx="1029678" cy="607274"/>
              </a:xfrm>
              <a:prstGeom prst="rect">
                <a:avLst/>
              </a:prstGeom>
            </p:spPr>
          </p:pic>
          <p:pic>
            <p:nvPicPr>
              <p:cNvPr id="69" name="Graphic 68" descr="Close with solid fill">
                <a:extLst>
                  <a:ext uri="{FF2B5EF4-FFF2-40B4-BE49-F238E27FC236}">
                    <a16:creationId xmlns:a16="http://schemas.microsoft.com/office/drawing/2014/main" id="{01E6CAB8-C651-F8DF-2B67-2519ED67B5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242174" y="3785074"/>
                <a:ext cx="755672" cy="709537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F34C4DF-E6F0-85EF-CDF3-7C2CD3732C86}"/>
                  </a:ext>
                </a:extLst>
              </p:cNvPr>
              <p:cNvSpPr txBox="1"/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F34C4DF-E6F0-85EF-CDF3-7C2CD3732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008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72178-1D2B-DA70-5DAE-14ADE8B58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7295F09-DF99-A4B9-DBFD-9F5914E1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0.9+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74020C-977A-B591-02DA-6B799EE02230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687672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148C9CE0-1DBC-D064-E325-3B700EA3845A}"/>
              </a:ext>
            </a:extLst>
          </p:cNvPr>
          <p:cNvSpPr/>
          <p:nvPr/>
        </p:nvSpPr>
        <p:spPr>
          <a:xfrm>
            <a:off x="10330001" y="508436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EF5AB2-9B85-D1F2-8F57-71773CB5E7FF}"/>
              </a:ext>
            </a:extLst>
          </p:cNvPr>
          <p:cNvSpPr txBox="1"/>
          <p:nvPr/>
        </p:nvSpPr>
        <p:spPr>
          <a:xfrm>
            <a:off x="10911840" y="5456839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E11F77-30BB-0FD6-9E01-122DE95AB055}"/>
              </a:ext>
            </a:extLst>
          </p:cNvPr>
          <p:cNvSpPr txBox="1"/>
          <p:nvPr/>
        </p:nvSpPr>
        <p:spPr>
          <a:xfrm>
            <a:off x="225582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45B35-3419-52E7-72FA-6E1225315CB5}"/>
              </a:ext>
            </a:extLst>
          </p:cNvPr>
          <p:cNvSpPr txBox="1"/>
          <p:nvPr/>
        </p:nvSpPr>
        <p:spPr>
          <a:xfrm>
            <a:off x="358064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FC5E9-EBDA-0162-F494-2B365EC746D7}"/>
              </a:ext>
            </a:extLst>
          </p:cNvPr>
          <p:cNvSpPr txBox="1"/>
          <p:nvPr/>
        </p:nvSpPr>
        <p:spPr>
          <a:xfrm>
            <a:off x="4905469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661571-6B72-C989-8CEB-852E7FD30ED3}"/>
              </a:ext>
            </a:extLst>
          </p:cNvPr>
          <p:cNvSpPr txBox="1"/>
          <p:nvPr/>
        </p:nvSpPr>
        <p:spPr>
          <a:xfrm>
            <a:off x="6230293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3749D7-BC8E-5BE7-2AD8-D25F3C8902F8}"/>
              </a:ext>
            </a:extLst>
          </p:cNvPr>
          <p:cNvSpPr txBox="1"/>
          <p:nvPr/>
        </p:nvSpPr>
        <p:spPr>
          <a:xfrm>
            <a:off x="7555117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0B550C-11CF-96EB-AE0A-E2A387074A4D}"/>
              </a:ext>
            </a:extLst>
          </p:cNvPr>
          <p:cNvSpPr txBox="1"/>
          <p:nvPr/>
        </p:nvSpPr>
        <p:spPr>
          <a:xfrm>
            <a:off x="887994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BBB0E3-E82E-F20E-9461-C7BB04BFC9E8}"/>
              </a:ext>
            </a:extLst>
          </p:cNvPr>
          <p:cNvSpPr txBox="1"/>
          <p:nvPr/>
        </p:nvSpPr>
        <p:spPr>
          <a:xfrm>
            <a:off x="1020476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57D3F6F-5013-7C18-D41C-399E785EB3BA}"/>
              </a:ext>
            </a:extLst>
          </p:cNvPr>
          <p:cNvCxnSpPr>
            <a:cxnSpLocks/>
          </p:cNvCxnSpPr>
          <p:nvPr/>
        </p:nvCxnSpPr>
        <p:spPr>
          <a:xfrm>
            <a:off x="247781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4DD66A9-67C1-E29B-A976-1E469EDD1142}"/>
              </a:ext>
            </a:extLst>
          </p:cNvPr>
          <p:cNvCxnSpPr>
            <a:cxnSpLocks/>
          </p:cNvCxnSpPr>
          <p:nvPr/>
        </p:nvCxnSpPr>
        <p:spPr>
          <a:xfrm>
            <a:off x="381150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DB9F58-4D1B-BDBA-8653-79C95C6567DE}"/>
              </a:ext>
            </a:extLst>
          </p:cNvPr>
          <p:cNvCxnSpPr>
            <a:cxnSpLocks/>
          </p:cNvCxnSpPr>
          <p:nvPr/>
        </p:nvCxnSpPr>
        <p:spPr>
          <a:xfrm>
            <a:off x="5136332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E8822D-4708-CB9E-24B0-15913F838749}"/>
              </a:ext>
            </a:extLst>
          </p:cNvPr>
          <p:cNvCxnSpPr>
            <a:cxnSpLocks/>
          </p:cNvCxnSpPr>
          <p:nvPr/>
        </p:nvCxnSpPr>
        <p:spPr>
          <a:xfrm>
            <a:off x="646115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D9E27D7-3177-D8B7-D403-1563B28D8443}"/>
              </a:ext>
            </a:extLst>
          </p:cNvPr>
          <p:cNvCxnSpPr>
            <a:cxnSpLocks/>
          </p:cNvCxnSpPr>
          <p:nvPr/>
        </p:nvCxnSpPr>
        <p:spPr>
          <a:xfrm>
            <a:off x="7785980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84C3CC-644F-DE48-56F0-046435F5B1E0}"/>
              </a:ext>
            </a:extLst>
          </p:cNvPr>
          <p:cNvCxnSpPr>
            <a:cxnSpLocks/>
          </p:cNvCxnSpPr>
          <p:nvPr/>
        </p:nvCxnSpPr>
        <p:spPr>
          <a:xfrm>
            <a:off x="9110804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A8B0F54-DB6C-BC5B-B5B4-3812DD03E2A1}"/>
              </a:ext>
            </a:extLst>
          </p:cNvPr>
          <p:cNvCxnSpPr>
            <a:cxnSpLocks/>
          </p:cNvCxnSpPr>
          <p:nvPr/>
        </p:nvCxnSpPr>
        <p:spPr>
          <a:xfrm>
            <a:off x="1043562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8AAB0A6-3425-A462-05BE-F09660E64F28}"/>
              </a:ext>
            </a:extLst>
          </p:cNvPr>
          <p:cNvSpPr/>
          <p:nvPr/>
        </p:nvSpPr>
        <p:spPr>
          <a:xfrm>
            <a:off x="10330000" y="3242272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CB3274A-846C-8C89-240F-5B6757CD6C18}"/>
              </a:ext>
            </a:extLst>
          </p:cNvPr>
          <p:cNvSpPr/>
          <p:nvPr/>
        </p:nvSpPr>
        <p:spPr>
          <a:xfrm>
            <a:off x="9028708" y="3243695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C01C3877-7F23-E8E9-E6AD-A864148EF7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84200" y="1690689"/>
                <a:ext cx="9127640" cy="14983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AU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AU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acc>
                                <m:accPr>
                                  <m:chr m:val="̃"/>
                                  <m:ctrlP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̃"/>
                              <m:ctrlP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C01C3877-7F23-E8E9-E6AD-A864148EF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200" y="1690689"/>
                <a:ext cx="9127640" cy="14983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7EF5B17-A4B0-8852-0EAD-DFF5495A2DCA}"/>
              </a:ext>
            </a:extLst>
          </p:cNvPr>
          <p:cNvCxnSpPr>
            <a:cxnSpLocks/>
            <a:stCxn id="44" idx="5"/>
            <a:endCxn id="14" idx="1"/>
          </p:cNvCxnSpPr>
          <p:nvPr/>
        </p:nvCxnSpPr>
        <p:spPr>
          <a:xfrm>
            <a:off x="9209020" y="3414644"/>
            <a:ext cx="1151918" cy="169904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55F518-8C64-2543-D672-6ED6344AC68E}"/>
                  </a:ext>
                </a:extLst>
              </p:cNvPr>
              <p:cNvSpPr txBox="1"/>
              <p:nvPr/>
            </p:nvSpPr>
            <p:spPr>
              <a:xfrm>
                <a:off x="9160851" y="4116769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55F518-8C64-2543-D672-6ED6344AC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851" y="4116769"/>
                <a:ext cx="83843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0C3C4AF-E01F-2A2D-8712-D189A16865BF}"/>
              </a:ext>
            </a:extLst>
          </p:cNvPr>
          <p:cNvCxnSpPr>
            <a:cxnSpLocks/>
            <a:stCxn id="44" idx="6"/>
            <a:endCxn id="15" idx="2"/>
          </p:cNvCxnSpPr>
          <p:nvPr/>
        </p:nvCxnSpPr>
        <p:spPr>
          <a:xfrm flipV="1">
            <a:off x="9239957" y="3342412"/>
            <a:ext cx="1090043" cy="142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3697668-6FAE-6F54-FE18-466B9B9CB042}"/>
                  </a:ext>
                </a:extLst>
              </p:cNvPr>
              <p:cNvSpPr txBox="1"/>
              <p:nvPr/>
            </p:nvSpPr>
            <p:spPr>
              <a:xfrm>
                <a:off x="9179247" y="2845539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.9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3697668-6FAE-6F54-FE18-466B9B9CB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247" y="2845539"/>
                <a:ext cx="83843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B18FD-2BE3-0E8A-B1F2-AB12918B7229}"/>
                  </a:ext>
                </a:extLst>
              </p:cNvPr>
              <p:cNvSpPr txBox="1"/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=1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B18FD-2BE3-0E8A-B1F2-AB12918B7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blipFill>
                <a:blip r:embed="rId5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60B2833-8033-7F11-3156-35DE6AC65F26}"/>
                  </a:ext>
                </a:extLst>
              </p:cNvPr>
              <p:cNvSpPr txBox="1"/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=0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60B2833-8033-7F11-3156-35DE6AC65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blipFill>
                <a:blip r:embed="rId6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87FAA77-F034-3AAD-D75B-B7AFEE299CC4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A1DC9-85A8-3D01-3E98-421B9C74F48F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4BDB70-EE7F-F347-EE53-52C418849CD6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FD333DE-E108-DE92-4E3A-4E500F381F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B8C3A6C-A567-8091-5BA3-2A7163FF5183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ED7FC1A-9931-AB49-112C-F4BBB1EBC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20" name="Graphic 19" descr="Close with solid fill">
              <a:extLst>
                <a:ext uri="{FF2B5EF4-FFF2-40B4-BE49-F238E27FC236}">
                  <a16:creationId xmlns:a16="http://schemas.microsoft.com/office/drawing/2014/main" id="{656B7F57-6C79-CDA6-FD88-8F4807B0A2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6A8879FF-250B-8E09-4A92-E0434D5A18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7705" y="3202931"/>
            <a:ext cx="359627" cy="212097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100FAFE-502F-BE9C-236C-3E5300A0BCB9}"/>
              </a:ext>
            </a:extLst>
          </p:cNvPr>
          <p:cNvGrpSpPr/>
          <p:nvPr/>
        </p:nvGrpSpPr>
        <p:grpSpPr>
          <a:xfrm>
            <a:off x="11099479" y="5036725"/>
            <a:ext cx="387853" cy="311790"/>
            <a:chOff x="5472880" y="3772358"/>
            <a:chExt cx="1029678" cy="70953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388EA627-5B6B-E77F-10D9-D51DB9354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50" name="Graphic 49" descr="Close with solid fill">
              <a:extLst>
                <a:ext uri="{FF2B5EF4-FFF2-40B4-BE49-F238E27FC236}">
                  <a16:creationId xmlns:a16="http://schemas.microsoft.com/office/drawing/2014/main" id="{75A58BF3-BCCF-4553-F068-AA9FCC8DD1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29" name="Graphic 28" descr="No sign with solid fill">
            <a:extLst>
              <a:ext uri="{FF2B5EF4-FFF2-40B4-BE49-F238E27FC236}">
                <a16:creationId xmlns:a16="http://schemas.microsoft.com/office/drawing/2014/main" id="{8B82A7CE-D93B-34EE-B830-70C38C584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39868" y="2902638"/>
            <a:ext cx="517560" cy="517560"/>
          </a:xfrm>
          <a:prstGeom prst="rect">
            <a:avLst/>
          </a:prstGeom>
        </p:spPr>
      </p:pic>
      <p:pic>
        <p:nvPicPr>
          <p:cNvPr id="39" name="Graphic 38" descr="No sign with solid fill">
            <a:extLst>
              <a:ext uri="{FF2B5EF4-FFF2-40B4-BE49-F238E27FC236}">
                <a16:creationId xmlns:a16="http://schemas.microsoft.com/office/drawing/2014/main" id="{1C787AD1-E25E-369F-DA46-2CD680C7D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4800" y="2825864"/>
            <a:ext cx="361648" cy="361648"/>
          </a:xfrm>
          <a:prstGeom prst="rect">
            <a:avLst/>
          </a:prstGeom>
        </p:spPr>
      </p:pic>
      <p:pic>
        <p:nvPicPr>
          <p:cNvPr id="40" name="Graphic 39" descr="No sign with solid fill">
            <a:extLst>
              <a:ext uri="{FF2B5EF4-FFF2-40B4-BE49-F238E27FC236}">
                <a16:creationId xmlns:a16="http://schemas.microsoft.com/office/drawing/2014/main" id="{C625BF07-C5D6-2F3E-7EA8-08044693F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0496" y="4665733"/>
            <a:ext cx="361648" cy="361648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F79AA402-AB39-87AE-A69A-5CD666A021DF}"/>
              </a:ext>
            </a:extLst>
          </p:cNvPr>
          <p:cNvGrpSpPr/>
          <p:nvPr/>
        </p:nvGrpSpPr>
        <p:grpSpPr>
          <a:xfrm>
            <a:off x="4554268" y="2955749"/>
            <a:ext cx="4663099" cy="400110"/>
            <a:chOff x="4421171" y="3630501"/>
            <a:chExt cx="4522676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7300EC6-1D9C-B932-198E-20582D3AACB2}"/>
                    </a:ext>
                  </a:extLst>
                </p:cNvPr>
                <p:cNvSpPr txBox="1"/>
                <p:nvPr/>
              </p:nvSpPr>
              <p:spPr>
                <a:xfrm>
                  <a:off x="4421171" y="3630501"/>
                  <a:ext cx="452267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AU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[0.1∗</m:t>
                            </m:r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d>
                          <m:dPr>
                            <m:ctrlP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  <m:r>
                          <a:rPr lang="en-AU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+0.9∗</m:t>
                        </m:r>
                        <m:sSub>
                          <m:sSubPr>
                            <m:ctrlP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AU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AU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)]</m:t>
                        </m:r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1.81</m:t>
                        </m:r>
                      </m:oMath>
                    </m:oMathPara>
                  </a14:m>
                  <a:endParaRPr lang="en-AU" sz="20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7300EC6-1D9C-B932-198E-20582D3AAC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171" y="3630501"/>
                  <a:ext cx="4522676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029B01C-7278-1AAA-8853-F0D6B4607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81165" y="3758361"/>
              <a:ext cx="275844" cy="162684"/>
            </a:xfrm>
            <a:prstGeom prst="rect">
              <a:avLst/>
            </a:prstGeom>
          </p:spPr>
        </p:pic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E586DE2-F9D7-E890-4AF8-D2AACAF2350F}"/>
                </a:ext>
              </a:extLst>
            </p:cNvPr>
            <p:cNvGrpSpPr/>
            <p:nvPr/>
          </p:nvGrpSpPr>
          <p:grpSpPr>
            <a:xfrm>
              <a:off x="6079413" y="3733066"/>
              <a:ext cx="275845" cy="222398"/>
              <a:chOff x="5256677" y="3691657"/>
              <a:chExt cx="1029678" cy="709536"/>
            </a:xfrm>
          </p:grpSpPr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417235E0-ACA9-F055-6F28-275D987C02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56677" y="3730471"/>
                <a:ext cx="1029678" cy="607274"/>
              </a:xfrm>
              <a:prstGeom prst="rect">
                <a:avLst/>
              </a:prstGeom>
            </p:spPr>
          </p:pic>
          <p:pic>
            <p:nvPicPr>
              <p:cNvPr id="55" name="Graphic 54" descr="Close with solid fill">
                <a:extLst>
                  <a:ext uri="{FF2B5EF4-FFF2-40B4-BE49-F238E27FC236}">
                    <a16:creationId xmlns:a16="http://schemas.microsoft.com/office/drawing/2014/main" id="{E9A56533-27B1-2DC0-02A8-FF430BAECE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393760" y="3691657"/>
                <a:ext cx="755672" cy="709536"/>
              </a:xfrm>
              <a:prstGeom prst="rect">
                <a:avLst/>
              </a:prstGeom>
            </p:spPr>
          </p:pic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C66D532-9329-E188-44FA-2F7359F7B8AD}"/>
              </a:ext>
            </a:extLst>
          </p:cNvPr>
          <p:cNvGrpSpPr/>
          <p:nvPr/>
        </p:nvGrpSpPr>
        <p:grpSpPr>
          <a:xfrm>
            <a:off x="1546097" y="2994046"/>
            <a:ext cx="2730779" cy="656013"/>
            <a:chOff x="1415390" y="3668798"/>
            <a:chExt cx="2730779" cy="6560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974386CA-F123-8F24-8892-A502EA5AA6F8}"/>
                    </a:ext>
                  </a:extLst>
                </p:cNvPr>
                <p:cNvSpPr txBox="1"/>
                <p:nvPr/>
              </p:nvSpPr>
              <p:spPr>
                <a:xfrm>
                  <a:off x="1415390" y="3668798"/>
                  <a:ext cx="2730779" cy="6560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(…)</m:t>
                      </m:r>
                    </m:oMath>
                  </a14:m>
                  <a:r>
                    <a:rPr lang="en-AU" sz="2800" dirty="0">
                      <a:latin typeface="Levenim MT" panose="02010502060101010101" pitchFamily="2" charset="-79"/>
                    </a:rPr>
                    <a:t>= </a:t>
                  </a:r>
                  <a14:m>
                    <m:oMath xmlns:m="http://schemas.openxmlformats.org/officeDocument/2006/math">
                      <m:limLow>
                        <m:limLowPr>
                          <m:ctrlPr>
                            <a:rPr lang="en-AU" sz="28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AU" sz="28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</m:oMath>
                  </a14:m>
                  <a:endParaRPr lang="en-AU" sz="2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974386CA-F123-8F24-8892-A502EA5AA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390" y="3668798"/>
                  <a:ext cx="2730779" cy="656013"/>
                </a:xfrm>
                <a:prstGeom prst="rect">
                  <a:avLst/>
                </a:prstGeom>
                <a:blipFill>
                  <a:blip r:embed="rId11"/>
                  <a:stretch>
                    <a:fillRect t="-4630" b="-9259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57121DD7-022D-448B-2392-02C77D5A0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99353" y="3822038"/>
              <a:ext cx="387853" cy="26685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F3E900D-8191-150A-A2D4-75D6AC2FC08A}"/>
                  </a:ext>
                </a:extLst>
              </p:cNvPr>
              <p:cNvSpPr txBox="1"/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F3E900D-8191-150A-A2D4-75D6AC2FC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818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24" grpId="0"/>
      <p:bldP spid="2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D2A37-77D3-16E6-2DCD-FCDDFA66E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EAC1CAB-0E79-2DF4-EC15-68096F05C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8B5728-D967-8CE2-44AD-D551BAD323FD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687672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5ADFBBA-C8D6-191D-19A7-C16BE6547833}"/>
              </a:ext>
            </a:extLst>
          </p:cNvPr>
          <p:cNvSpPr/>
          <p:nvPr/>
        </p:nvSpPr>
        <p:spPr>
          <a:xfrm>
            <a:off x="10330001" y="508436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532DA9-3642-85AC-6665-5EA11A200F11}"/>
              </a:ext>
            </a:extLst>
          </p:cNvPr>
          <p:cNvSpPr txBox="1"/>
          <p:nvPr/>
        </p:nvSpPr>
        <p:spPr>
          <a:xfrm>
            <a:off x="10911840" y="5456839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F4F40-552A-AEB4-803C-BBB0BB9BF23C}"/>
              </a:ext>
            </a:extLst>
          </p:cNvPr>
          <p:cNvSpPr txBox="1"/>
          <p:nvPr/>
        </p:nvSpPr>
        <p:spPr>
          <a:xfrm>
            <a:off x="225582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57037-F5D3-645D-03DF-A9CDE2A0E191}"/>
              </a:ext>
            </a:extLst>
          </p:cNvPr>
          <p:cNvSpPr txBox="1"/>
          <p:nvPr/>
        </p:nvSpPr>
        <p:spPr>
          <a:xfrm>
            <a:off x="358064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74207E-79F4-151C-58CE-61DF81CC4629}"/>
              </a:ext>
            </a:extLst>
          </p:cNvPr>
          <p:cNvSpPr txBox="1"/>
          <p:nvPr/>
        </p:nvSpPr>
        <p:spPr>
          <a:xfrm>
            <a:off x="4905469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42E3A-2670-45CE-5D1C-6BBB0C6D268F}"/>
              </a:ext>
            </a:extLst>
          </p:cNvPr>
          <p:cNvSpPr txBox="1"/>
          <p:nvPr/>
        </p:nvSpPr>
        <p:spPr>
          <a:xfrm>
            <a:off x="6230293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0F95C5-893B-C5A3-862A-A6F6FA629E13}"/>
              </a:ext>
            </a:extLst>
          </p:cNvPr>
          <p:cNvSpPr txBox="1"/>
          <p:nvPr/>
        </p:nvSpPr>
        <p:spPr>
          <a:xfrm>
            <a:off x="7555117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C54E-009E-BB82-BB95-C1FB4DDB7907}"/>
              </a:ext>
            </a:extLst>
          </p:cNvPr>
          <p:cNvSpPr txBox="1"/>
          <p:nvPr/>
        </p:nvSpPr>
        <p:spPr>
          <a:xfrm>
            <a:off x="887994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81BBF5-C029-290F-0D45-5D46EC56BE71}"/>
              </a:ext>
            </a:extLst>
          </p:cNvPr>
          <p:cNvSpPr txBox="1"/>
          <p:nvPr/>
        </p:nvSpPr>
        <p:spPr>
          <a:xfrm>
            <a:off x="1020476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2A52C80-8B8B-B3AD-E936-25F519270854}"/>
              </a:ext>
            </a:extLst>
          </p:cNvPr>
          <p:cNvCxnSpPr>
            <a:cxnSpLocks/>
          </p:cNvCxnSpPr>
          <p:nvPr/>
        </p:nvCxnSpPr>
        <p:spPr>
          <a:xfrm>
            <a:off x="247781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6C95DA4-4DD3-2515-C330-B32BA52B71EE}"/>
              </a:ext>
            </a:extLst>
          </p:cNvPr>
          <p:cNvCxnSpPr>
            <a:cxnSpLocks/>
          </p:cNvCxnSpPr>
          <p:nvPr/>
        </p:nvCxnSpPr>
        <p:spPr>
          <a:xfrm>
            <a:off x="381150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A2DD8D3-7ACF-43F5-77E5-075F085EE091}"/>
              </a:ext>
            </a:extLst>
          </p:cNvPr>
          <p:cNvCxnSpPr>
            <a:cxnSpLocks/>
          </p:cNvCxnSpPr>
          <p:nvPr/>
        </p:nvCxnSpPr>
        <p:spPr>
          <a:xfrm>
            <a:off x="5136332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B06B7CD-CCE6-98FA-CCB6-D4A6A3F06862}"/>
              </a:ext>
            </a:extLst>
          </p:cNvPr>
          <p:cNvCxnSpPr>
            <a:cxnSpLocks/>
          </p:cNvCxnSpPr>
          <p:nvPr/>
        </p:nvCxnSpPr>
        <p:spPr>
          <a:xfrm>
            <a:off x="646115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B6E8551-78F9-3AEB-ED25-4982B96D473B}"/>
              </a:ext>
            </a:extLst>
          </p:cNvPr>
          <p:cNvCxnSpPr>
            <a:cxnSpLocks/>
          </p:cNvCxnSpPr>
          <p:nvPr/>
        </p:nvCxnSpPr>
        <p:spPr>
          <a:xfrm>
            <a:off x="7785980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2DF0295-3B0B-C938-F50F-443EB3EC1156}"/>
              </a:ext>
            </a:extLst>
          </p:cNvPr>
          <p:cNvCxnSpPr>
            <a:cxnSpLocks/>
          </p:cNvCxnSpPr>
          <p:nvPr/>
        </p:nvCxnSpPr>
        <p:spPr>
          <a:xfrm>
            <a:off x="9110804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880FFDD-DAF8-85F0-FB08-06D39E85BE50}"/>
              </a:ext>
            </a:extLst>
          </p:cNvPr>
          <p:cNvCxnSpPr>
            <a:cxnSpLocks/>
          </p:cNvCxnSpPr>
          <p:nvPr/>
        </p:nvCxnSpPr>
        <p:spPr>
          <a:xfrm>
            <a:off x="1043562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CA4C759-B989-81B6-8B4E-09F1EBA991DE}"/>
              </a:ext>
            </a:extLst>
          </p:cNvPr>
          <p:cNvSpPr/>
          <p:nvPr/>
        </p:nvSpPr>
        <p:spPr>
          <a:xfrm>
            <a:off x="10330000" y="3242272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20CE88D-138E-B3B0-3947-48AB2286298B}"/>
              </a:ext>
            </a:extLst>
          </p:cNvPr>
          <p:cNvSpPr/>
          <p:nvPr/>
        </p:nvSpPr>
        <p:spPr>
          <a:xfrm>
            <a:off x="9028708" y="3243695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CD442745-51B8-8A8C-923A-BDB1C975E4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84200" y="1690689"/>
                <a:ext cx="9127640" cy="14983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AU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AU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acc>
                                <m:accPr>
                                  <m:chr m:val="̃"/>
                                  <m:ctrlP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̃"/>
                              <m:ctrlP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CD442745-51B8-8A8C-923A-BDB1C975E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200" y="1690689"/>
                <a:ext cx="9127640" cy="14983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B8CC05C-EDEF-85FF-5A4D-B1BD2813DD4C}"/>
              </a:ext>
            </a:extLst>
          </p:cNvPr>
          <p:cNvCxnSpPr>
            <a:cxnSpLocks/>
            <a:stCxn id="44" idx="5"/>
            <a:endCxn id="14" idx="1"/>
          </p:cNvCxnSpPr>
          <p:nvPr/>
        </p:nvCxnSpPr>
        <p:spPr>
          <a:xfrm>
            <a:off x="9209020" y="3414644"/>
            <a:ext cx="1151918" cy="169904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5B56B49-588C-0986-94BB-5FF296FFCC88}"/>
                  </a:ext>
                </a:extLst>
              </p:cNvPr>
              <p:cNvSpPr txBox="1"/>
              <p:nvPr/>
            </p:nvSpPr>
            <p:spPr>
              <a:xfrm>
                <a:off x="9160851" y="4116769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0.06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5B56B49-588C-0986-94BB-5FF296FFC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851" y="4116769"/>
                <a:ext cx="83843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6F20029-2779-1E31-AA13-0232F0EB5D88}"/>
              </a:ext>
            </a:extLst>
          </p:cNvPr>
          <p:cNvCxnSpPr>
            <a:cxnSpLocks/>
            <a:stCxn id="44" idx="6"/>
            <a:endCxn id="15" idx="2"/>
          </p:cNvCxnSpPr>
          <p:nvPr/>
        </p:nvCxnSpPr>
        <p:spPr>
          <a:xfrm flipV="1">
            <a:off x="9239957" y="3342412"/>
            <a:ext cx="1090043" cy="142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50AC507-2B0E-2786-4A68-55C0CEB44562}"/>
                  </a:ext>
                </a:extLst>
              </p:cNvPr>
              <p:cNvSpPr txBox="1"/>
              <p:nvPr/>
            </p:nvSpPr>
            <p:spPr>
              <a:xfrm>
                <a:off x="9179247" y="2845539"/>
                <a:ext cx="83843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brk m:alnAt="7"/>
                        </m:rPr>
                        <a:rPr lang="en-AU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.94</m:t>
                      </m:r>
                    </m:oMath>
                  </m:oMathPara>
                </a14:m>
                <a:endParaRPr lang="en-AU" sz="32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50AC507-2B0E-2786-4A68-55C0CEB44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247" y="2845539"/>
                <a:ext cx="838439" cy="584775"/>
              </a:xfrm>
              <a:prstGeom prst="rect">
                <a:avLst/>
              </a:prstGeom>
              <a:blipFill>
                <a:blip r:embed="rId4"/>
                <a:stretch>
                  <a:fillRect r="-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8C8BB2-9272-4BC0-AB84-F0E7789FBEAB}"/>
                  </a:ext>
                </a:extLst>
              </p:cNvPr>
              <p:cNvSpPr txBox="1"/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=1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8C8BB2-9272-4BC0-AB84-F0E7789FB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blipFill>
                <a:blip r:embed="rId5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D2C5F2F-9308-B33D-B635-D6AD4EF118D1}"/>
                  </a:ext>
                </a:extLst>
              </p:cNvPr>
              <p:cNvSpPr txBox="1"/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=0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D2C5F2F-9308-B33D-B635-D6AD4EF11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blipFill>
                <a:blip r:embed="rId6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F0DBCAB-8BB8-C9B1-B0E8-FF8C1DF1BB83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67836-98BF-E235-7536-B9BDC51D1EF2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281B0-037A-50FD-4301-D1E36B3CF8FE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D9DFA6-B090-5B22-AA10-8BFBEF7A03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F48421B-0061-A2F0-4307-0F26D16C409F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3072B5C-A482-44DB-62A0-E91636E7D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20" name="Graphic 19" descr="Close with solid fill">
              <a:extLst>
                <a:ext uri="{FF2B5EF4-FFF2-40B4-BE49-F238E27FC236}">
                  <a16:creationId xmlns:a16="http://schemas.microsoft.com/office/drawing/2014/main" id="{C4720C1E-F779-8C61-5CB1-7C4060EA25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EF2FD66A-055B-2D0B-1E0E-CF376286C0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7705" y="3202931"/>
            <a:ext cx="359627" cy="212097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98F76A3D-5F35-6F9D-FE36-17CACFEBAB36}"/>
              </a:ext>
            </a:extLst>
          </p:cNvPr>
          <p:cNvGrpSpPr/>
          <p:nvPr/>
        </p:nvGrpSpPr>
        <p:grpSpPr>
          <a:xfrm>
            <a:off x="11099479" y="5036725"/>
            <a:ext cx="387853" cy="311790"/>
            <a:chOff x="5472880" y="3772358"/>
            <a:chExt cx="1029678" cy="70953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A74D369-9B3F-C2AC-BB84-04B29AC6F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50" name="Graphic 49" descr="Close with solid fill">
              <a:extLst>
                <a:ext uri="{FF2B5EF4-FFF2-40B4-BE49-F238E27FC236}">
                  <a16:creationId xmlns:a16="http://schemas.microsoft.com/office/drawing/2014/main" id="{6258F36B-E7C0-0554-8EFC-26A947FFDC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29" name="Graphic 28" descr="No sign with solid fill">
            <a:extLst>
              <a:ext uri="{FF2B5EF4-FFF2-40B4-BE49-F238E27FC236}">
                <a16:creationId xmlns:a16="http://schemas.microsoft.com/office/drawing/2014/main" id="{E9C40E13-9FCC-948D-FC52-5AB7AA97CA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39868" y="2902638"/>
            <a:ext cx="517560" cy="517560"/>
          </a:xfrm>
          <a:prstGeom prst="rect">
            <a:avLst/>
          </a:prstGeom>
        </p:spPr>
      </p:pic>
      <p:pic>
        <p:nvPicPr>
          <p:cNvPr id="39" name="Graphic 38" descr="No sign with solid fill">
            <a:extLst>
              <a:ext uri="{FF2B5EF4-FFF2-40B4-BE49-F238E27FC236}">
                <a16:creationId xmlns:a16="http://schemas.microsoft.com/office/drawing/2014/main" id="{A2C51DD1-D36D-1496-50A2-A550D26D5D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4800" y="2825864"/>
            <a:ext cx="361648" cy="361648"/>
          </a:xfrm>
          <a:prstGeom prst="rect">
            <a:avLst/>
          </a:prstGeom>
        </p:spPr>
      </p:pic>
      <p:pic>
        <p:nvPicPr>
          <p:cNvPr id="40" name="Graphic 39" descr="No sign with solid fill">
            <a:extLst>
              <a:ext uri="{FF2B5EF4-FFF2-40B4-BE49-F238E27FC236}">
                <a16:creationId xmlns:a16="http://schemas.microsoft.com/office/drawing/2014/main" id="{21BC44B9-87D7-2246-C05B-1169B7FD92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0496" y="4665733"/>
            <a:ext cx="361648" cy="361648"/>
          </a:xfrm>
          <a:prstGeom prst="rect">
            <a:avLst/>
          </a:prstGeom>
        </p:spPr>
      </p:pic>
      <p:pic>
        <p:nvPicPr>
          <p:cNvPr id="8" name="Graphic 7" descr="Open hand with plant with solid fill">
            <a:extLst>
              <a:ext uri="{FF2B5EF4-FFF2-40B4-BE49-F238E27FC236}">
                <a16:creationId xmlns:a16="http://schemas.microsoft.com/office/drawing/2014/main" id="{0E24BF17-D88E-8501-C5F5-E266662840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29763" y="3592093"/>
            <a:ext cx="600322" cy="600322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8770E158-A4B5-D6D3-7DB4-C23B8EA19260}"/>
              </a:ext>
            </a:extLst>
          </p:cNvPr>
          <p:cNvGrpSpPr/>
          <p:nvPr/>
        </p:nvGrpSpPr>
        <p:grpSpPr>
          <a:xfrm>
            <a:off x="4298648" y="3490523"/>
            <a:ext cx="4998847" cy="707886"/>
            <a:chOff x="4167941" y="4165275"/>
            <a:chExt cx="4998847" cy="7078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93A2B12-A22F-6298-4813-5099E5622929}"/>
                    </a:ext>
                  </a:extLst>
                </p:cNvPr>
                <p:cNvSpPr txBox="1"/>
                <p:nvPr/>
              </p:nvSpPr>
              <p:spPr>
                <a:xfrm>
                  <a:off x="4167941" y="4165275"/>
                  <a:ext cx="4998847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AU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1−0.1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AU" sz="20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[0.06∗</m:t>
                            </m:r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d>
                          <m:dPr>
                            <m:ctrlP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  <m:r>
                          <a:rPr lang="en-AU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+0.94∗</m:t>
                        </m:r>
                        <m:sSub>
                          <m:sSubPr>
                            <m:ctrlP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AU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AU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)]</m:t>
                        </m:r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1.746</m:t>
                        </m:r>
                      </m:oMath>
                    </m:oMathPara>
                  </a14:m>
                  <a:endParaRPr lang="en-AU" sz="20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93A2B12-A22F-6298-4813-5099E5622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7941" y="4165275"/>
                  <a:ext cx="4998847" cy="707886"/>
                </a:xfrm>
                <a:prstGeom prst="rect">
                  <a:avLst/>
                </a:prstGeom>
                <a:blipFill>
                  <a:blip r:embed="rId11"/>
                  <a:stretch>
                    <a:fillRect b="-6034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56AC894-5AFD-A56E-A0CF-5EB67C2C4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57281" y="4596945"/>
              <a:ext cx="275844" cy="162684"/>
            </a:xfrm>
            <a:prstGeom prst="rect">
              <a:avLst/>
            </a:prstGeom>
          </p:spPr>
        </p:pic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A286766-2351-C490-A99A-99D18D0DEBCF}"/>
                </a:ext>
              </a:extLst>
            </p:cNvPr>
            <p:cNvGrpSpPr/>
            <p:nvPr/>
          </p:nvGrpSpPr>
          <p:grpSpPr>
            <a:xfrm>
              <a:off x="5744566" y="4557116"/>
              <a:ext cx="275845" cy="222398"/>
              <a:chOff x="3933404" y="4641657"/>
              <a:chExt cx="1029678" cy="709535"/>
            </a:xfrm>
          </p:grpSpPr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12343B67-8E8D-0B9F-7183-B25D7D5C7B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33404" y="4680478"/>
                <a:ext cx="1029678" cy="607274"/>
              </a:xfrm>
              <a:prstGeom prst="rect">
                <a:avLst/>
              </a:prstGeom>
            </p:spPr>
          </p:pic>
          <p:pic>
            <p:nvPicPr>
              <p:cNvPr id="56" name="Graphic 55" descr="Close with solid fill">
                <a:extLst>
                  <a:ext uri="{FF2B5EF4-FFF2-40B4-BE49-F238E27FC236}">
                    <a16:creationId xmlns:a16="http://schemas.microsoft.com/office/drawing/2014/main" id="{E27B3016-5325-482B-D8B7-4CF861EF0C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070488" y="4641657"/>
                <a:ext cx="755671" cy="709535"/>
              </a:xfrm>
              <a:prstGeom prst="rect">
                <a:avLst/>
              </a:prstGeom>
            </p:spPr>
          </p:pic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9B016AF-FBC1-BDCB-A4BA-545B75559257}"/>
              </a:ext>
            </a:extLst>
          </p:cNvPr>
          <p:cNvGrpSpPr/>
          <p:nvPr/>
        </p:nvGrpSpPr>
        <p:grpSpPr>
          <a:xfrm>
            <a:off x="1546097" y="2994046"/>
            <a:ext cx="2730779" cy="656013"/>
            <a:chOff x="1415390" y="3668798"/>
            <a:chExt cx="2730779" cy="6560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4D436BD-E253-6600-E710-08D6D76C4AEC}"/>
                    </a:ext>
                  </a:extLst>
                </p:cNvPr>
                <p:cNvSpPr txBox="1"/>
                <p:nvPr/>
              </p:nvSpPr>
              <p:spPr>
                <a:xfrm>
                  <a:off x="1415390" y="3668798"/>
                  <a:ext cx="2730779" cy="6560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(…)</m:t>
                      </m:r>
                    </m:oMath>
                  </a14:m>
                  <a:r>
                    <a:rPr lang="en-AU" sz="2800" dirty="0">
                      <a:latin typeface="Levenim MT" panose="02010502060101010101" pitchFamily="2" charset="-79"/>
                    </a:rPr>
                    <a:t>= </a:t>
                  </a:r>
                  <a14:m>
                    <m:oMath xmlns:m="http://schemas.openxmlformats.org/officeDocument/2006/math">
                      <m:limLow>
                        <m:limLowPr>
                          <m:ctrlPr>
                            <a:rPr lang="en-AU" sz="28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AU" sz="28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</m:oMath>
                  </a14:m>
                  <a:endParaRPr lang="en-AU" sz="2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4D436BD-E253-6600-E710-08D6D76C4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390" y="3668798"/>
                  <a:ext cx="2730779" cy="656013"/>
                </a:xfrm>
                <a:prstGeom prst="rect">
                  <a:avLst/>
                </a:prstGeom>
                <a:blipFill>
                  <a:blip r:embed="rId12"/>
                  <a:stretch>
                    <a:fillRect t="-4630" b="-9259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6B49E25-879A-4C33-F6A5-670CFDD70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99353" y="3822038"/>
              <a:ext cx="387853" cy="266853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D0167F7-D08F-33B6-0B7E-A8A9848C3A84}"/>
              </a:ext>
            </a:extLst>
          </p:cNvPr>
          <p:cNvGrpSpPr/>
          <p:nvPr/>
        </p:nvGrpSpPr>
        <p:grpSpPr>
          <a:xfrm>
            <a:off x="4518088" y="2929041"/>
            <a:ext cx="4663099" cy="400110"/>
            <a:chOff x="4421171" y="3630501"/>
            <a:chExt cx="4522676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AB55ED6-37A1-6B24-41B0-C46522CB8DD9}"/>
                    </a:ext>
                  </a:extLst>
                </p:cNvPr>
                <p:cNvSpPr txBox="1"/>
                <p:nvPr/>
              </p:nvSpPr>
              <p:spPr>
                <a:xfrm>
                  <a:off x="4421171" y="3630501"/>
                  <a:ext cx="452267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AU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[0.1∗</m:t>
                            </m:r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d>
                          <m:dPr>
                            <m:ctrlP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  <m:r>
                          <a:rPr lang="en-AU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+0.9∗</m:t>
                        </m:r>
                        <m:sSub>
                          <m:sSubPr>
                            <m:ctrlP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AU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AU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)]</m:t>
                        </m:r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1.81</m:t>
                        </m:r>
                      </m:oMath>
                    </m:oMathPara>
                  </a14:m>
                  <a:endParaRPr lang="en-AU" sz="20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AB55ED6-37A1-6B24-41B0-C46522CB8D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171" y="3630501"/>
                  <a:ext cx="4522676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4099752-C460-753F-372C-A5B9A40CE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90655" y="3763226"/>
              <a:ext cx="275844" cy="162684"/>
            </a:xfrm>
            <a:prstGeom prst="rect">
              <a:avLst/>
            </a:prstGeom>
          </p:spPr>
        </p:pic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1CCE69F-71DF-FCD5-7C99-4A1756EF6F59}"/>
                </a:ext>
              </a:extLst>
            </p:cNvPr>
            <p:cNvGrpSpPr/>
            <p:nvPr/>
          </p:nvGrpSpPr>
          <p:grpSpPr>
            <a:xfrm>
              <a:off x="6065676" y="3730423"/>
              <a:ext cx="275844" cy="222398"/>
              <a:chOff x="5205412" y="3683222"/>
              <a:chExt cx="1029677" cy="709536"/>
            </a:xfrm>
          </p:grpSpPr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523E1323-EB26-2A4D-7E9A-BDAEB8B420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05412" y="3722036"/>
                <a:ext cx="1029677" cy="607273"/>
              </a:xfrm>
              <a:prstGeom prst="rect">
                <a:avLst/>
              </a:prstGeom>
            </p:spPr>
          </p:pic>
          <p:pic>
            <p:nvPicPr>
              <p:cNvPr id="60" name="Graphic 59" descr="Close with solid fill">
                <a:extLst>
                  <a:ext uri="{FF2B5EF4-FFF2-40B4-BE49-F238E27FC236}">
                    <a16:creationId xmlns:a16="http://schemas.microsoft.com/office/drawing/2014/main" id="{198311FE-3502-4A86-5F49-14F4DC2744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342488" y="3683222"/>
                <a:ext cx="755672" cy="709536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F6AA09C-F251-19F3-F5D8-4585A4CF2B96}"/>
                  </a:ext>
                </a:extLst>
              </p:cNvPr>
              <p:cNvSpPr txBox="1"/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F6AA09C-F251-19F3-F5D8-4585A4CF2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78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37058-7291-B6C4-B9B1-C36F87692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CE1F6CD1-E6B9-6BFA-B62E-15B8D2D4A388}"/>
              </a:ext>
            </a:extLst>
          </p:cNvPr>
          <p:cNvGrpSpPr/>
          <p:nvPr/>
        </p:nvGrpSpPr>
        <p:grpSpPr>
          <a:xfrm>
            <a:off x="7810470" y="3074444"/>
            <a:ext cx="2730779" cy="954107"/>
            <a:chOff x="1415390" y="3668798"/>
            <a:chExt cx="2730779" cy="954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8039C9A-D188-61DD-F22F-60979E7E3B32}"/>
                    </a:ext>
                  </a:extLst>
                </p:cNvPr>
                <p:cNvSpPr txBox="1"/>
                <p:nvPr/>
              </p:nvSpPr>
              <p:spPr>
                <a:xfrm>
                  <a:off x="1415390" y="3668798"/>
                  <a:ext cx="2730779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(…)</m:t>
                      </m:r>
                    </m:oMath>
                  </a14:m>
                  <a:r>
                    <a:rPr lang="en-AU" sz="2800" dirty="0">
                      <a:latin typeface="Levenim MT" panose="02010502060101010101" pitchFamily="2" charset="-79"/>
                    </a:rPr>
                    <a:t>= </a:t>
                  </a:r>
                  <a:endParaRPr lang="en-AU" sz="28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1.81</m:t>
                        </m:r>
                      </m:oMath>
                    </m:oMathPara>
                  </a14:m>
                  <a:endParaRPr lang="en-AU" sz="2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8039C9A-D188-61DD-F22F-60979E7E3B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390" y="3668798"/>
                  <a:ext cx="2730779" cy="954107"/>
                </a:xfrm>
                <a:prstGeom prst="rect">
                  <a:avLst/>
                </a:prstGeom>
                <a:blipFill>
                  <a:blip r:embed="rId2"/>
                  <a:stretch>
                    <a:fillRect t="-5096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1F4E0869-04C3-0B1F-6CDB-346C25BD4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6171" y="3820631"/>
              <a:ext cx="387853" cy="266853"/>
            </a:xfrm>
            <a:prstGeom prst="rect">
              <a:avLst/>
            </a:prstGeom>
          </p:spPr>
        </p:pic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2A939110-F55E-CBAC-1BEC-D005CED2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DC720C-4FA3-7265-0DD0-355FC2907AC6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687672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848DE45-F27D-32BE-A7A2-65A65B41E00B}"/>
              </a:ext>
            </a:extLst>
          </p:cNvPr>
          <p:cNvSpPr/>
          <p:nvPr/>
        </p:nvSpPr>
        <p:spPr>
          <a:xfrm>
            <a:off x="10330001" y="508436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3EE540-6329-9E0F-5ADE-0E6FD3570A83}"/>
              </a:ext>
            </a:extLst>
          </p:cNvPr>
          <p:cNvSpPr txBox="1"/>
          <p:nvPr/>
        </p:nvSpPr>
        <p:spPr>
          <a:xfrm>
            <a:off x="10911840" y="5456839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98F86-4979-A4EA-BBCC-F59C8352F4BF}"/>
              </a:ext>
            </a:extLst>
          </p:cNvPr>
          <p:cNvSpPr txBox="1"/>
          <p:nvPr/>
        </p:nvSpPr>
        <p:spPr>
          <a:xfrm>
            <a:off x="225582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37F1A-456F-A177-B8BC-8AEE2E45A22E}"/>
              </a:ext>
            </a:extLst>
          </p:cNvPr>
          <p:cNvSpPr txBox="1"/>
          <p:nvPr/>
        </p:nvSpPr>
        <p:spPr>
          <a:xfrm>
            <a:off x="358064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7C41D-71A9-3B03-B5D2-5E007BBF1D9D}"/>
              </a:ext>
            </a:extLst>
          </p:cNvPr>
          <p:cNvSpPr txBox="1"/>
          <p:nvPr/>
        </p:nvSpPr>
        <p:spPr>
          <a:xfrm>
            <a:off x="4905469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8CD3F4-F821-F5C3-0C32-939DCAA9DEDC}"/>
              </a:ext>
            </a:extLst>
          </p:cNvPr>
          <p:cNvSpPr txBox="1"/>
          <p:nvPr/>
        </p:nvSpPr>
        <p:spPr>
          <a:xfrm>
            <a:off x="6230293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2AED6-52FF-FF9A-A137-22FCC57BD4C9}"/>
              </a:ext>
            </a:extLst>
          </p:cNvPr>
          <p:cNvSpPr txBox="1"/>
          <p:nvPr/>
        </p:nvSpPr>
        <p:spPr>
          <a:xfrm>
            <a:off x="7555117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4248EE-7B42-AFE7-D1CB-8FAC59B1F839}"/>
              </a:ext>
            </a:extLst>
          </p:cNvPr>
          <p:cNvSpPr txBox="1"/>
          <p:nvPr/>
        </p:nvSpPr>
        <p:spPr>
          <a:xfrm>
            <a:off x="887994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5D380-07B7-9FD9-9A3E-C67AAC2492C7}"/>
              </a:ext>
            </a:extLst>
          </p:cNvPr>
          <p:cNvSpPr txBox="1"/>
          <p:nvPr/>
        </p:nvSpPr>
        <p:spPr>
          <a:xfrm>
            <a:off x="1020476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DC5AA4-8C3D-D6D6-4805-369BCF0E8A71}"/>
              </a:ext>
            </a:extLst>
          </p:cNvPr>
          <p:cNvCxnSpPr>
            <a:cxnSpLocks/>
          </p:cNvCxnSpPr>
          <p:nvPr/>
        </p:nvCxnSpPr>
        <p:spPr>
          <a:xfrm>
            <a:off x="247781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6389B77-F309-F7BD-55C9-B6B9DD7A17B3}"/>
              </a:ext>
            </a:extLst>
          </p:cNvPr>
          <p:cNvCxnSpPr>
            <a:cxnSpLocks/>
          </p:cNvCxnSpPr>
          <p:nvPr/>
        </p:nvCxnSpPr>
        <p:spPr>
          <a:xfrm>
            <a:off x="381150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EF40E00-F28C-5EB5-EB92-9C361A8FB249}"/>
              </a:ext>
            </a:extLst>
          </p:cNvPr>
          <p:cNvCxnSpPr>
            <a:cxnSpLocks/>
          </p:cNvCxnSpPr>
          <p:nvPr/>
        </p:nvCxnSpPr>
        <p:spPr>
          <a:xfrm>
            <a:off x="5136332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E289251-0C11-9121-78D7-20DF6B896B79}"/>
              </a:ext>
            </a:extLst>
          </p:cNvPr>
          <p:cNvCxnSpPr>
            <a:cxnSpLocks/>
          </p:cNvCxnSpPr>
          <p:nvPr/>
        </p:nvCxnSpPr>
        <p:spPr>
          <a:xfrm>
            <a:off x="646115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F64CD2F-BA6A-BE86-D4DC-CD35C249EAE6}"/>
              </a:ext>
            </a:extLst>
          </p:cNvPr>
          <p:cNvCxnSpPr>
            <a:cxnSpLocks/>
          </p:cNvCxnSpPr>
          <p:nvPr/>
        </p:nvCxnSpPr>
        <p:spPr>
          <a:xfrm>
            <a:off x="1043562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FB48C0D-EF04-2865-982F-546D855C7652}"/>
              </a:ext>
            </a:extLst>
          </p:cNvPr>
          <p:cNvSpPr/>
          <p:nvPr/>
        </p:nvSpPr>
        <p:spPr>
          <a:xfrm>
            <a:off x="10330000" y="3242272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A216B55A-14EC-DE6C-C6D1-07BB06533B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84200" y="1690689"/>
                <a:ext cx="9127640" cy="14983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AU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AU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acc>
                                <m:accPr>
                                  <m:chr m:val="̃"/>
                                  <m:ctrlP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̃"/>
                              <m:ctrlP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A216B55A-14EC-DE6C-C6D1-07BB06533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200" y="1690689"/>
                <a:ext cx="9127640" cy="14983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BE4C7D-778A-0F53-9B0D-070E3B797029}"/>
                  </a:ext>
                </a:extLst>
              </p:cNvPr>
              <p:cNvSpPr txBox="1"/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=1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BE4C7D-778A-0F53-9B0D-070E3B797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blipFill>
                <a:blip r:embed="rId5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6D463C4-190D-EF8D-5B81-DCD104E54E1D}"/>
                  </a:ext>
                </a:extLst>
              </p:cNvPr>
              <p:cNvSpPr txBox="1"/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=0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6D463C4-190D-EF8D-5B81-DCD104E54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blipFill>
                <a:blip r:embed="rId6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A78D7C3-62B9-16AD-EACA-E35CB1273A1C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B0097-35A9-9ECF-FDFA-50A8311EE5F7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FEAF12-1B92-764E-7C3A-056EA3B41253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A1AD91-43C6-7FFD-5E6E-F681B886A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A7620DF-615D-B61D-A588-D6AA42150AC8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6159923-5424-0D8B-F200-5E864E417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20" name="Graphic 19" descr="Close with solid fill">
              <a:extLst>
                <a:ext uri="{FF2B5EF4-FFF2-40B4-BE49-F238E27FC236}">
                  <a16:creationId xmlns:a16="http://schemas.microsoft.com/office/drawing/2014/main" id="{17A23C69-CBAA-BA0B-071D-A3B92C8609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AD061808-2EC7-98B6-C18A-989AF2231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705" y="3202931"/>
            <a:ext cx="359627" cy="212097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8F59D33F-0390-6127-9477-070B76B3D1B9}"/>
              </a:ext>
            </a:extLst>
          </p:cNvPr>
          <p:cNvGrpSpPr/>
          <p:nvPr/>
        </p:nvGrpSpPr>
        <p:grpSpPr>
          <a:xfrm>
            <a:off x="11063761" y="5036725"/>
            <a:ext cx="387853" cy="311790"/>
            <a:chOff x="5472880" y="3772358"/>
            <a:chExt cx="1029678" cy="70953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3B1F518-D453-C653-CD9B-E91280C2C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50" name="Graphic 49" descr="Close with solid fill">
              <a:extLst>
                <a:ext uri="{FF2B5EF4-FFF2-40B4-BE49-F238E27FC236}">
                  <a16:creationId xmlns:a16="http://schemas.microsoft.com/office/drawing/2014/main" id="{13A33D77-7BAF-3489-124C-3BF8413D55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39" name="Graphic 38" descr="No sign with solid fill">
            <a:extLst>
              <a:ext uri="{FF2B5EF4-FFF2-40B4-BE49-F238E27FC236}">
                <a16:creationId xmlns:a16="http://schemas.microsoft.com/office/drawing/2014/main" id="{853D376F-B623-5F40-D041-CA9462551E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54800" y="2825864"/>
            <a:ext cx="361648" cy="361648"/>
          </a:xfrm>
          <a:prstGeom prst="rect">
            <a:avLst/>
          </a:prstGeom>
        </p:spPr>
      </p:pic>
      <p:pic>
        <p:nvPicPr>
          <p:cNvPr id="40" name="Graphic 39" descr="No sign with solid fill">
            <a:extLst>
              <a:ext uri="{FF2B5EF4-FFF2-40B4-BE49-F238E27FC236}">
                <a16:creationId xmlns:a16="http://schemas.microsoft.com/office/drawing/2014/main" id="{560426B6-7A7D-E7E3-1FEC-3E5F06137C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50496" y="4665733"/>
            <a:ext cx="361648" cy="36164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0500BDC-3154-476B-1C82-5D9798F6820D}"/>
              </a:ext>
            </a:extLst>
          </p:cNvPr>
          <p:cNvGrpSpPr/>
          <p:nvPr/>
        </p:nvGrpSpPr>
        <p:grpSpPr>
          <a:xfrm>
            <a:off x="7785980" y="4665506"/>
            <a:ext cx="2755269" cy="1123654"/>
            <a:chOff x="7785980" y="4665506"/>
            <a:chExt cx="2755269" cy="112365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AAAD33-B146-7DE7-C967-967906ABE570}"/>
                </a:ext>
              </a:extLst>
            </p:cNvPr>
            <p:cNvCxnSpPr>
              <a:cxnSpLocks/>
            </p:cNvCxnSpPr>
            <p:nvPr/>
          </p:nvCxnSpPr>
          <p:spPr>
            <a:xfrm>
              <a:off x="7785980" y="5586182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66C763B-80C9-1446-2E6A-25BCA38DB95E}"/>
                </a:ext>
              </a:extLst>
            </p:cNvPr>
            <p:cNvCxnSpPr>
              <a:cxnSpLocks/>
            </p:cNvCxnSpPr>
            <p:nvPr/>
          </p:nvCxnSpPr>
          <p:spPr>
            <a:xfrm>
              <a:off x="9110804" y="5586182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3C93720-0277-D086-AD0E-B68A32C3DD5E}"/>
                </a:ext>
              </a:extLst>
            </p:cNvPr>
            <p:cNvSpPr/>
            <p:nvPr/>
          </p:nvSpPr>
          <p:spPr>
            <a:xfrm>
              <a:off x="9005179" y="5084248"/>
              <a:ext cx="211249" cy="20027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latin typeface="Levenim MT" panose="02010502060101010101" pitchFamily="2" charset="-79"/>
              </a:endParaRPr>
            </a:p>
          </p:txBody>
        </p:sp>
        <p:pic>
          <p:nvPicPr>
            <p:cNvPr id="57" name="Graphic 56" descr="No sign with solid fill">
              <a:extLst>
                <a:ext uri="{FF2B5EF4-FFF2-40B4-BE49-F238E27FC236}">
                  <a16:creationId xmlns:a16="http://schemas.microsoft.com/office/drawing/2014/main" id="{1A7F72F2-6373-A67C-1CA7-4CC03C0849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929979" y="4665506"/>
              <a:ext cx="361648" cy="361648"/>
            </a:xfrm>
            <a:prstGeom prst="rect">
              <a:avLst/>
            </a:prstGeom>
          </p:spPr>
        </p:pic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4D9D239-6FB5-3800-EB4B-0B423201832E}"/>
                </a:ext>
              </a:extLst>
            </p:cNvPr>
            <p:cNvGrpSpPr/>
            <p:nvPr/>
          </p:nvGrpSpPr>
          <p:grpSpPr>
            <a:xfrm>
              <a:off x="7810470" y="4912135"/>
              <a:ext cx="2730779" cy="523220"/>
              <a:chOff x="1415390" y="3668798"/>
              <a:chExt cx="2730779" cy="5232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8ACA4B2F-B586-A5BD-8205-CB0828CCC3C1}"/>
                      </a:ext>
                    </a:extLst>
                  </p:cNvPr>
                  <p:cNvSpPr txBox="1"/>
                  <p:nvPr/>
                </p:nvSpPr>
                <p:spPr>
                  <a:xfrm>
                    <a:off x="1415390" y="3668798"/>
                    <a:ext cx="273077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(…)</m:t>
                        </m:r>
                      </m:oMath>
                    </a14:m>
                    <a:r>
                      <a:rPr lang="en-AU" sz="2800" dirty="0">
                        <a:latin typeface="Levenim MT" panose="02010502060101010101" pitchFamily="2" charset="-79"/>
                      </a:rPr>
                      <a:t>= </a:t>
                    </a:r>
                    <a14:m>
                      <m:oMath xmlns:m="http://schemas.openxmlformats.org/officeDocument/2006/math"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endParaRPr lang="en-AU" sz="2800" dirty="0">
                      <a:latin typeface="Levenim MT" panose="02010502060101010101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8ACA4B2F-B586-A5BD-8205-CB0828CCC3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5390" y="3668798"/>
                    <a:ext cx="2730779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10465" b="-33721"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4F8545F0-C6A3-B9F6-A9BB-A389FA3FD3B4}"/>
                  </a:ext>
                </a:extLst>
              </p:cNvPr>
              <p:cNvGrpSpPr/>
              <p:nvPr/>
            </p:nvGrpSpPr>
            <p:grpSpPr>
              <a:xfrm>
                <a:off x="2501540" y="3809551"/>
                <a:ext cx="387853" cy="311790"/>
                <a:chOff x="6009649" y="3782769"/>
                <a:chExt cx="1029678" cy="709537"/>
              </a:xfrm>
            </p:grpSpPr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A2FB0031-2056-8E18-6A79-140B76C90B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009649" y="3821583"/>
                  <a:ext cx="1029678" cy="607274"/>
                </a:xfrm>
                <a:prstGeom prst="rect">
                  <a:avLst/>
                </a:prstGeom>
              </p:spPr>
            </p:pic>
            <p:pic>
              <p:nvPicPr>
                <p:cNvPr id="69" name="Graphic 68" descr="Close with solid fill">
                  <a:extLst>
                    <a:ext uri="{FF2B5EF4-FFF2-40B4-BE49-F238E27FC236}">
                      <a16:creationId xmlns:a16="http://schemas.microsoft.com/office/drawing/2014/main" id="{31A63D44-8A60-F0C9-FA1E-4843EA6FD3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46728" y="3782769"/>
                  <a:ext cx="755672" cy="709537"/>
                </a:xfrm>
                <a:prstGeom prst="rect">
                  <a:avLst/>
                </a:prstGeom>
              </p:spPr>
            </p:pic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E28925F-A65E-0936-2A37-DA1F0EFA602F}"/>
                  </a:ext>
                </a:extLst>
              </p:cNvPr>
              <p:cNvSpPr txBox="1"/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E28925F-A65E-0936-2A37-DA1F0EFA6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Graphic 44" descr="No sign with solid fill">
            <a:extLst>
              <a:ext uri="{FF2B5EF4-FFF2-40B4-BE49-F238E27FC236}">
                <a16:creationId xmlns:a16="http://schemas.microsoft.com/office/drawing/2014/main" id="{51ED125D-60E3-009D-3CB8-38638A188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29979" y="2827815"/>
            <a:ext cx="361648" cy="36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6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82C94-B118-591C-8DCA-850A0E139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7ED2A97B-AC2B-46F7-9D42-EEA4C2F9EEC0}"/>
              </a:ext>
            </a:extLst>
          </p:cNvPr>
          <p:cNvGrpSpPr/>
          <p:nvPr/>
        </p:nvGrpSpPr>
        <p:grpSpPr>
          <a:xfrm>
            <a:off x="7810470" y="3074444"/>
            <a:ext cx="2730779" cy="954107"/>
            <a:chOff x="1415390" y="3668798"/>
            <a:chExt cx="2730779" cy="954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1AD8F31-C29B-4E03-52E3-7F61E05112CB}"/>
                    </a:ext>
                  </a:extLst>
                </p:cNvPr>
                <p:cNvSpPr txBox="1"/>
                <p:nvPr/>
              </p:nvSpPr>
              <p:spPr>
                <a:xfrm>
                  <a:off x="1415390" y="3668798"/>
                  <a:ext cx="2730779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(…)</m:t>
                      </m:r>
                    </m:oMath>
                  </a14:m>
                  <a:r>
                    <a:rPr lang="en-AU" sz="2800" dirty="0">
                      <a:latin typeface="Levenim MT" panose="02010502060101010101" pitchFamily="2" charset="-79"/>
                    </a:rPr>
                    <a:t>= </a:t>
                  </a:r>
                  <a:endParaRPr lang="en-AU" sz="28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1.81</m:t>
                        </m:r>
                      </m:oMath>
                    </m:oMathPara>
                  </a14:m>
                  <a:endParaRPr lang="en-AU" sz="2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1AD8F31-C29B-4E03-52E3-7F61E05112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390" y="3668798"/>
                  <a:ext cx="2730779" cy="954107"/>
                </a:xfrm>
                <a:prstGeom prst="rect">
                  <a:avLst/>
                </a:prstGeom>
                <a:blipFill>
                  <a:blip r:embed="rId2"/>
                  <a:stretch>
                    <a:fillRect t="-5096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3C380640-6DD1-250B-E3D6-973D3E341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6171" y="3820631"/>
              <a:ext cx="387853" cy="266853"/>
            </a:xfrm>
            <a:prstGeom prst="rect">
              <a:avLst/>
            </a:prstGeom>
          </p:spPr>
        </p:pic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B211A171-7007-B5B6-8D6B-A4A9C689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3004061-BD5D-1D32-C427-D912CE3A2E68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687672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F136861-5FE7-1E6F-2968-AD295D9A3774}"/>
              </a:ext>
            </a:extLst>
          </p:cNvPr>
          <p:cNvSpPr/>
          <p:nvPr/>
        </p:nvSpPr>
        <p:spPr>
          <a:xfrm>
            <a:off x="10330001" y="508436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733030-FCB3-650A-F18E-0011350B200C}"/>
              </a:ext>
            </a:extLst>
          </p:cNvPr>
          <p:cNvSpPr txBox="1"/>
          <p:nvPr/>
        </p:nvSpPr>
        <p:spPr>
          <a:xfrm>
            <a:off x="10911840" y="5456839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2946A7-F4DA-FCDA-6574-0E1F7FEEBC33}"/>
              </a:ext>
            </a:extLst>
          </p:cNvPr>
          <p:cNvSpPr txBox="1"/>
          <p:nvPr/>
        </p:nvSpPr>
        <p:spPr>
          <a:xfrm>
            <a:off x="225582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28E23-3B84-A07A-2CAF-10C49630DB02}"/>
              </a:ext>
            </a:extLst>
          </p:cNvPr>
          <p:cNvSpPr txBox="1"/>
          <p:nvPr/>
        </p:nvSpPr>
        <p:spPr>
          <a:xfrm>
            <a:off x="358064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09279-6298-4C2A-BF89-D5DAB4A633E7}"/>
              </a:ext>
            </a:extLst>
          </p:cNvPr>
          <p:cNvSpPr txBox="1"/>
          <p:nvPr/>
        </p:nvSpPr>
        <p:spPr>
          <a:xfrm>
            <a:off x="4905469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6354B-CEAD-48B1-0BA0-A939018CDAB1}"/>
              </a:ext>
            </a:extLst>
          </p:cNvPr>
          <p:cNvSpPr txBox="1"/>
          <p:nvPr/>
        </p:nvSpPr>
        <p:spPr>
          <a:xfrm>
            <a:off x="6230293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583482-F2CC-03C0-E702-E6C4FD51AC48}"/>
              </a:ext>
            </a:extLst>
          </p:cNvPr>
          <p:cNvSpPr txBox="1"/>
          <p:nvPr/>
        </p:nvSpPr>
        <p:spPr>
          <a:xfrm>
            <a:off x="7555117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F2F9A0-3E92-334B-4286-9B9BFB93C0BC}"/>
              </a:ext>
            </a:extLst>
          </p:cNvPr>
          <p:cNvSpPr txBox="1"/>
          <p:nvPr/>
        </p:nvSpPr>
        <p:spPr>
          <a:xfrm>
            <a:off x="887994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67667A-3B2F-A4F6-5AEC-D8337504F927}"/>
              </a:ext>
            </a:extLst>
          </p:cNvPr>
          <p:cNvSpPr txBox="1"/>
          <p:nvPr/>
        </p:nvSpPr>
        <p:spPr>
          <a:xfrm>
            <a:off x="1020476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1705008-5EAC-3A2A-E14F-C511C20D2B6D}"/>
              </a:ext>
            </a:extLst>
          </p:cNvPr>
          <p:cNvCxnSpPr>
            <a:cxnSpLocks/>
          </p:cNvCxnSpPr>
          <p:nvPr/>
        </p:nvCxnSpPr>
        <p:spPr>
          <a:xfrm>
            <a:off x="247781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CDF0C4-FB39-C4E0-64C8-B504446D543C}"/>
              </a:ext>
            </a:extLst>
          </p:cNvPr>
          <p:cNvCxnSpPr>
            <a:cxnSpLocks/>
          </p:cNvCxnSpPr>
          <p:nvPr/>
        </p:nvCxnSpPr>
        <p:spPr>
          <a:xfrm>
            <a:off x="381150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A4AE35A-20FD-FDCA-E44B-C56DE73E4BFE}"/>
              </a:ext>
            </a:extLst>
          </p:cNvPr>
          <p:cNvCxnSpPr>
            <a:cxnSpLocks/>
          </p:cNvCxnSpPr>
          <p:nvPr/>
        </p:nvCxnSpPr>
        <p:spPr>
          <a:xfrm>
            <a:off x="5136332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3A402D-463A-9236-A849-6ACD3DC7650B}"/>
              </a:ext>
            </a:extLst>
          </p:cNvPr>
          <p:cNvCxnSpPr>
            <a:cxnSpLocks/>
          </p:cNvCxnSpPr>
          <p:nvPr/>
        </p:nvCxnSpPr>
        <p:spPr>
          <a:xfrm>
            <a:off x="646115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0A63A59-2225-372D-343B-47DC3CC2CF86}"/>
              </a:ext>
            </a:extLst>
          </p:cNvPr>
          <p:cNvCxnSpPr>
            <a:cxnSpLocks/>
          </p:cNvCxnSpPr>
          <p:nvPr/>
        </p:nvCxnSpPr>
        <p:spPr>
          <a:xfrm>
            <a:off x="1043562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9339057-D281-D2D0-B58D-6BA5FFFBCC71}"/>
              </a:ext>
            </a:extLst>
          </p:cNvPr>
          <p:cNvSpPr/>
          <p:nvPr/>
        </p:nvSpPr>
        <p:spPr>
          <a:xfrm>
            <a:off x="10330000" y="3242272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F5D4128B-803D-6E68-D2C1-9B27BB262F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84200" y="1690689"/>
                <a:ext cx="9127640" cy="99770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AU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AU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acc>
                                <m:accPr>
                                  <m:chr m:val="̃"/>
                                  <m:ctrlP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̃"/>
                              <m:ctrlP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F5D4128B-803D-6E68-D2C1-9B27BB262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200" y="1690689"/>
                <a:ext cx="9127640" cy="997709"/>
              </a:xfrm>
              <a:prstGeom prst="rect">
                <a:avLst/>
              </a:prstGeom>
              <a:blipFill>
                <a:blip r:embed="rId4"/>
                <a:stretch>
                  <a:fillRect b="-6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457F30-F505-5463-D926-17C1FC06C8C1}"/>
                  </a:ext>
                </a:extLst>
              </p:cNvPr>
              <p:cNvSpPr txBox="1"/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=1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457F30-F505-5463-D926-17C1FC06C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blipFill>
                <a:blip r:embed="rId5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F7F284-31BA-9DFB-FA24-2CCA57B8B574}"/>
                  </a:ext>
                </a:extLst>
              </p:cNvPr>
              <p:cNvSpPr txBox="1"/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=0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F7F284-31BA-9DFB-FA24-2CCA57B8B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blipFill>
                <a:blip r:embed="rId6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A0EBADC-6175-8F21-4AD5-F2ACFE7DA9C8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42C57-641F-DB43-298E-58023B27F391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486E9F-0A95-840D-A0B0-6844CC876D52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D1265E9-08FA-CC14-7A78-2DD2296DA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FA3C012-7449-87B6-2DB0-B9D4033E467D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3C2AC76-8E55-7ED4-63A4-0200DA075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20" name="Graphic 19" descr="Close with solid fill">
              <a:extLst>
                <a:ext uri="{FF2B5EF4-FFF2-40B4-BE49-F238E27FC236}">
                  <a16:creationId xmlns:a16="http://schemas.microsoft.com/office/drawing/2014/main" id="{9DE04F63-61B9-A996-7EDA-56CA143155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7E1F98C5-16DB-A3C2-B355-3311DED47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705" y="3202931"/>
            <a:ext cx="359627" cy="212097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D5F1AB25-7E4F-6F24-39CA-6CAE93E3E4AF}"/>
              </a:ext>
            </a:extLst>
          </p:cNvPr>
          <p:cNvGrpSpPr/>
          <p:nvPr/>
        </p:nvGrpSpPr>
        <p:grpSpPr>
          <a:xfrm>
            <a:off x="11099479" y="5036725"/>
            <a:ext cx="387853" cy="311790"/>
            <a:chOff x="5472880" y="3772358"/>
            <a:chExt cx="1029678" cy="70953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5C877AC-37FE-5817-AC85-1AF1111BF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50" name="Graphic 49" descr="Close with solid fill">
              <a:extLst>
                <a:ext uri="{FF2B5EF4-FFF2-40B4-BE49-F238E27FC236}">
                  <a16:creationId xmlns:a16="http://schemas.microsoft.com/office/drawing/2014/main" id="{3BF7F83F-548F-A8DA-41B5-5E1B58F28A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39" name="Graphic 38" descr="No sign with solid fill">
            <a:extLst>
              <a:ext uri="{FF2B5EF4-FFF2-40B4-BE49-F238E27FC236}">
                <a16:creationId xmlns:a16="http://schemas.microsoft.com/office/drawing/2014/main" id="{8E9E2099-D995-269C-5F38-45E8C70B37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54800" y="2825864"/>
            <a:ext cx="361648" cy="361648"/>
          </a:xfrm>
          <a:prstGeom prst="rect">
            <a:avLst/>
          </a:prstGeom>
        </p:spPr>
      </p:pic>
      <p:pic>
        <p:nvPicPr>
          <p:cNvPr id="40" name="Graphic 39" descr="No sign with solid fill">
            <a:extLst>
              <a:ext uri="{FF2B5EF4-FFF2-40B4-BE49-F238E27FC236}">
                <a16:creationId xmlns:a16="http://schemas.microsoft.com/office/drawing/2014/main" id="{F07F5B9A-7DFB-FA8C-0834-D5B854B63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50496" y="4665733"/>
            <a:ext cx="361648" cy="36164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660A1E2A-3CA4-24FC-A93D-7E6D8148E389}"/>
              </a:ext>
            </a:extLst>
          </p:cNvPr>
          <p:cNvGrpSpPr/>
          <p:nvPr/>
        </p:nvGrpSpPr>
        <p:grpSpPr>
          <a:xfrm>
            <a:off x="7785980" y="4665506"/>
            <a:ext cx="2755269" cy="1123654"/>
            <a:chOff x="7785980" y="4665506"/>
            <a:chExt cx="2755269" cy="112365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0BEC306-6555-DBE3-49DF-D72410B464AA}"/>
                </a:ext>
              </a:extLst>
            </p:cNvPr>
            <p:cNvCxnSpPr>
              <a:cxnSpLocks/>
            </p:cNvCxnSpPr>
            <p:nvPr/>
          </p:nvCxnSpPr>
          <p:spPr>
            <a:xfrm>
              <a:off x="7785980" y="5586182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BBE4203-6BC0-E796-1D11-179C4D172F48}"/>
                </a:ext>
              </a:extLst>
            </p:cNvPr>
            <p:cNvCxnSpPr>
              <a:cxnSpLocks/>
            </p:cNvCxnSpPr>
            <p:nvPr/>
          </p:nvCxnSpPr>
          <p:spPr>
            <a:xfrm>
              <a:off x="9110804" y="5586182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677078C-D3B8-9595-E46C-5CC48E32F929}"/>
                </a:ext>
              </a:extLst>
            </p:cNvPr>
            <p:cNvSpPr/>
            <p:nvPr/>
          </p:nvSpPr>
          <p:spPr>
            <a:xfrm>
              <a:off x="9005179" y="5084248"/>
              <a:ext cx="211249" cy="20027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latin typeface="Levenim MT" panose="02010502060101010101" pitchFamily="2" charset="-79"/>
              </a:endParaRPr>
            </a:p>
          </p:txBody>
        </p:sp>
        <p:pic>
          <p:nvPicPr>
            <p:cNvPr id="57" name="Graphic 56" descr="No sign with solid fill">
              <a:extLst>
                <a:ext uri="{FF2B5EF4-FFF2-40B4-BE49-F238E27FC236}">
                  <a16:creationId xmlns:a16="http://schemas.microsoft.com/office/drawing/2014/main" id="{52710D40-A6EF-096A-33F2-C6BDF43EFF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929979" y="4665506"/>
              <a:ext cx="361648" cy="361648"/>
            </a:xfrm>
            <a:prstGeom prst="rect">
              <a:avLst/>
            </a:prstGeom>
          </p:spPr>
        </p:pic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0098741-FA91-FABF-23F3-2682697C6E01}"/>
                </a:ext>
              </a:extLst>
            </p:cNvPr>
            <p:cNvGrpSpPr/>
            <p:nvPr/>
          </p:nvGrpSpPr>
          <p:grpSpPr>
            <a:xfrm>
              <a:off x="7810470" y="4912135"/>
              <a:ext cx="2730779" cy="523220"/>
              <a:chOff x="1415390" y="3668798"/>
              <a:chExt cx="2730779" cy="5232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674A7BD2-7EC2-5C28-8883-181D997C0869}"/>
                      </a:ext>
                    </a:extLst>
                  </p:cNvPr>
                  <p:cNvSpPr txBox="1"/>
                  <p:nvPr/>
                </p:nvSpPr>
                <p:spPr>
                  <a:xfrm>
                    <a:off x="1415390" y="3668798"/>
                    <a:ext cx="273077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(…)</m:t>
                        </m:r>
                      </m:oMath>
                    </a14:m>
                    <a:r>
                      <a:rPr lang="en-AU" sz="2800" dirty="0">
                        <a:latin typeface="Levenim MT" panose="02010502060101010101" pitchFamily="2" charset="-79"/>
                      </a:rPr>
                      <a:t>= </a:t>
                    </a:r>
                    <a14:m>
                      <m:oMath xmlns:m="http://schemas.openxmlformats.org/officeDocument/2006/math"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endParaRPr lang="en-AU" sz="2800" dirty="0">
                      <a:latin typeface="Levenim MT" panose="02010502060101010101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674A7BD2-7EC2-5C28-8883-181D997C08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5390" y="3668798"/>
                    <a:ext cx="2730779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10465" b="-33721"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7DAB9525-582D-E39B-D4E3-A6D364246E52}"/>
                  </a:ext>
                </a:extLst>
              </p:cNvPr>
              <p:cNvGrpSpPr/>
              <p:nvPr/>
            </p:nvGrpSpPr>
            <p:grpSpPr>
              <a:xfrm>
                <a:off x="2537492" y="3810564"/>
                <a:ext cx="387853" cy="311790"/>
                <a:chOff x="6105095" y="3785074"/>
                <a:chExt cx="1029678" cy="709537"/>
              </a:xfrm>
            </p:grpSpPr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53C4840F-376D-C378-DBA9-53F637ABCB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05095" y="3823888"/>
                  <a:ext cx="1029678" cy="607274"/>
                </a:xfrm>
                <a:prstGeom prst="rect">
                  <a:avLst/>
                </a:prstGeom>
              </p:spPr>
            </p:pic>
            <p:pic>
              <p:nvPicPr>
                <p:cNvPr id="69" name="Graphic 68" descr="Close with solid fill">
                  <a:extLst>
                    <a:ext uri="{FF2B5EF4-FFF2-40B4-BE49-F238E27FC236}">
                      <a16:creationId xmlns:a16="http://schemas.microsoft.com/office/drawing/2014/main" id="{40CA16BF-4EA3-29A4-BD7B-39DE1DD77E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42174" y="3785074"/>
                  <a:ext cx="755672" cy="709537"/>
                </a:xfrm>
                <a:prstGeom prst="rect">
                  <a:avLst/>
                </a:prstGeom>
              </p:spPr>
            </p:pic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54C9F96-3458-EEF9-A57D-1B5AFCAA53D5}"/>
                  </a:ext>
                </a:extLst>
              </p:cNvPr>
              <p:cNvSpPr txBox="1"/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54C9F96-3458-EEF9-A57D-1B5AFCAA5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Graphic 44" descr="No sign with solid fill">
            <a:extLst>
              <a:ext uri="{FF2B5EF4-FFF2-40B4-BE49-F238E27FC236}">
                <a16:creationId xmlns:a16="http://schemas.microsoft.com/office/drawing/2014/main" id="{9C91815A-12C9-FC08-025F-97436C9FEE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34882" y="2827413"/>
            <a:ext cx="361648" cy="361648"/>
          </a:xfrm>
          <a:prstGeom prst="rect">
            <a:avLst/>
          </a:prstGeom>
        </p:spPr>
      </p:pic>
      <p:pic>
        <p:nvPicPr>
          <p:cNvPr id="8" name="Graphic 7" descr="No sign with solid fill">
            <a:extLst>
              <a:ext uri="{FF2B5EF4-FFF2-40B4-BE49-F238E27FC236}">
                <a16:creationId xmlns:a16="http://schemas.microsoft.com/office/drawing/2014/main" id="{D4018A69-377A-4F1D-EB41-4430EA9851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73972" y="2825864"/>
            <a:ext cx="361648" cy="361648"/>
          </a:xfrm>
          <a:prstGeom prst="rect">
            <a:avLst/>
          </a:prstGeom>
        </p:spPr>
      </p:pic>
      <p:pic>
        <p:nvPicPr>
          <p:cNvPr id="24" name="Graphic 23" descr="No sign with solid fill">
            <a:extLst>
              <a:ext uri="{FF2B5EF4-FFF2-40B4-BE49-F238E27FC236}">
                <a16:creationId xmlns:a16="http://schemas.microsoft.com/office/drawing/2014/main" id="{D428CFC5-D707-93FA-942F-110AA8256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5747" y="4657011"/>
            <a:ext cx="361648" cy="3616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D63A11F-8C35-518C-E07E-AE6E41135C48}"/>
                  </a:ext>
                </a:extLst>
              </p:cNvPr>
              <p:cNvSpPr txBox="1"/>
              <p:nvPr/>
            </p:nvSpPr>
            <p:spPr>
              <a:xfrm>
                <a:off x="6389407" y="3167390"/>
                <a:ext cx="27307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2.46</m:t>
                      </m:r>
                    </m:oMath>
                  </m:oMathPara>
                </a14:m>
                <a:endParaRPr lang="en-AU" sz="2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D63A11F-8C35-518C-E07E-AE6E41135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407" y="3167390"/>
                <a:ext cx="273077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E0AC239-65AC-2222-98E4-788B542A1C85}"/>
                  </a:ext>
                </a:extLst>
              </p:cNvPr>
              <p:cNvSpPr txBox="1"/>
              <p:nvPr/>
            </p:nvSpPr>
            <p:spPr>
              <a:xfrm>
                <a:off x="6445079" y="4942773"/>
                <a:ext cx="27307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AU" sz="2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E0AC239-65AC-2222-98E4-788B542A1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79" y="4942773"/>
                <a:ext cx="273077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5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AFD7E-C08B-08B3-3D0A-C5564640B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73853E24-6C05-1EBA-279D-9399F3D0823C}"/>
              </a:ext>
            </a:extLst>
          </p:cNvPr>
          <p:cNvGrpSpPr/>
          <p:nvPr/>
        </p:nvGrpSpPr>
        <p:grpSpPr>
          <a:xfrm>
            <a:off x="7810470" y="3074444"/>
            <a:ext cx="2730779" cy="954107"/>
            <a:chOff x="1415390" y="3668798"/>
            <a:chExt cx="2730779" cy="954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0B5CA5B-1D29-F2F5-A1F5-A45A469040B2}"/>
                    </a:ext>
                  </a:extLst>
                </p:cNvPr>
                <p:cNvSpPr txBox="1"/>
                <p:nvPr/>
              </p:nvSpPr>
              <p:spPr>
                <a:xfrm>
                  <a:off x="1415390" y="3668798"/>
                  <a:ext cx="2730779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(…)</m:t>
                      </m:r>
                    </m:oMath>
                  </a14:m>
                  <a:r>
                    <a:rPr lang="en-AU" sz="2800" dirty="0">
                      <a:latin typeface="Levenim MT" panose="02010502060101010101" pitchFamily="2" charset="-79"/>
                    </a:rPr>
                    <a:t>= </a:t>
                  </a:r>
                  <a:endParaRPr lang="en-AU" sz="28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1.81</m:t>
                        </m:r>
                      </m:oMath>
                    </m:oMathPara>
                  </a14:m>
                  <a:endParaRPr lang="en-AU" sz="2800" dirty="0">
                    <a:latin typeface="Levenim MT" panose="02010502060101010101" pitchFamily="2" charset="-79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0B5CA5B-1D29-F2F5-A1F5-A45A469040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390" y="3668798"/>
                  <a:ext cx="2730779" cy="954107"/>
                </a:xfrm>
                <a:prstGeom prst="rect">
                  <a:avLst/>
                </a:prstGeom>
                <a:blipFill>
                  <a:blip r:embed="rId2"/>
                  <a:stretch>
                    <a:fillRect t="-5096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2098E4B-FAEB-9613-92F4-2E08D7530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6171" y="3820631"/>
              <a:ext cx="387853" cy="266853"/>
            </a:xfrm>
            <a:prstGeom prst="rect">
              <a:avLst/>
            </a:prstGeom>
          </p:spPr>
        </p:pic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5C199561-8468-35FD-5E8D-DC4649FBD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D86A45-306D-D00F-F1C7-E5A7E521CA9D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127564" y="5687672"/>
            <a:ext cx="8784276" cy="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5FE4114-700E-63FA-55CA-D8B8319CDE0E}"/>
              </a:ext>
            </a:extLst>
          </p:cNvPr>
          <p:cNvSpPr/>
          <p:nvPr/>
        </p:nvSpPr>
        <p:spPr>
          <a:xfrm>
            <a:off x="10330001" y="5084361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CCBE6C-942A-B8BC-7DC9-9DA78BA24F50}"/>
              </a:ext>
            </a:extLst>
          </p:cNvPr>
          <p:cNvSpPr txBox="1"/>
          <p:nvPr/>
        </p:nvSpPr>
        <p:spPr>
          <a:xfrm>
            <a:off x="10911840" y="5456839"/>
            <a:ext cx="1118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Levenim MT" panose="02010502060101010101" pitchFamily="2" charset="-79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D712E0-4FA4-6C8C-3EF7-E40EA73D3F76}"/>
              </a:ext>
            </a:extLst>
          </p:cNvPr>
          <p:cNvSpPr txBox="1"/>
          <p:nvPr/>
        </p:nvSpPr>
        <p:spPr>
          <a:xfrm>
            <a:off x="2232540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ADE1D-B155-2C91-6581-95722D839FC4}"/>
              </a:ext>
            </a:extLst>
          </p:cNvPr>
          <p:cNvSpPr txBox="1"/>
          <p:nvPr/>
        </p:nvSpPr>
        <p:spPr>
          <a:xfrm>
            <a:off x="358064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066B2-EC38-AB24-676B-5B32B67A3D3D}"/>
              </a:ext>
            </a:extLst>
          </p:cNvPr>
          <p:cNvSpPr txBox="1"/>
          <p:nvPr/>
        </p:nvSpPr>
        <p:spPr>
          <a:xfrm>
            <a:off x="4905469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51367-A6C4-5A20-FBB8-184A01EED22A}"/>
              </a:ext>
            </a:extLst>
          </p:cNvPr>
          <p:cNvSpPr txBox="1"/>
          <p:nvPr/>
        </p:nvSpPr>
        <p:spPr>
          <a:xfrm>
            <a:off x="6230293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272AAA-C932-6CE9-AD98-83055250508D}"/>
              </a:ext>
            </a:extLst>
          </p:cNvPr>
          <p:cNvSpPr txBox="1"/>
          <p:nvPr/>
        </p:nvSpPr>
        <p:spPr>
          <a:xfrm>
            <a:off x="7555117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C91256-B1B2-05AA-0871-12290A47459E}"/>
              </a:ext>
            </a:extLst>
          </p:cNvPr>
          <p:cNvSpPr txBox="1"/>
          <p:nvPr/>
        </p:nvSpPr>
        <p:spPr>
          <a:xfrm>
            <a:off x="8879941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67246F-D5FD-5594-5ED0-7FD5AABDD2C3}"/>
              </a:ext>
            </a:extLst>
          </p:cNvPr>
          <p:cNvSpPr txBox="1"/>
          <p:nvPr/>
        </p:nvSpPr>
        <p:spPr>
          <a:xfrm>
            <a:off x="10204765" y="5799994"/>
            <a:ext cx="46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Levenim MT" panose="02010502060101010101" pitchFamily="2" charset="-79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23F7787-D095-965E-9206-83B381FF20BB}"/>
              </a:ext>
            </a:extLst>
          </p:cNvPr>
          <p:cNvCxnSpPr>
            <a:cxnSpLocks/>
          </p:cNvCxnSpPr>
          <p:nvPr/>
        </p:nvCxnSpPr>
        <p:spPr>
          <a:xfrm>
            <a:off x="247781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E44C25-95BB-139C-1513-4EF255B90540}"/>
              </a:ext>
            </a:extLst>
          </p:cNvPr>
          <p:cNvCxnSpPr>
            <a:cxnSpLocks/>
          </p:cNvCxnSpPr>
          <p:nvPr/>
        </p:nvCxnSpPr>
        <p:spPr>
          <a:xfrm>
            <a:off x="3811508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DF57ECF-3EA8-5745-9686-B3C3515A197E}"/>
              </a:ext>
            </a:extLst>
          </p:cNvPr>
          <p:cNvCxnSpPr>
            <a:cxnSpLocks/>
          </p:cNvCxnSpPr>
          <p:nvPr/>
        </p:nvCxnSpPr>
        <p:spPr>
          <a:xfrm>
            <a:off x="5136332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D56F67F-12F3-3E90-0520-EED9CC242005}"/>
              </a:ext>
            </a:extLst>
          </p:cNvPr>
          <p:cNvCxnSpPr>
            <a:cxnSpLocks/>
          </p:cNvCxnSpPr>
          <p:nvPr/>
        </p:nvCxnSpPr>
        <p:spPr>
          <a:xfrm>
            <a:off x="646115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0A138FF-0430-239E-8C40-351EF02EE745}"/>
              </a:ext>
            </a:extLst>
          </p:cNvPr>
          <p:cNvCxnSpPr>
            <a:cxnSpLocks/>
          </p:cNvCxnSpPr>
          <p:nvPr/>
        </p:nvCxnSpPr>
        <p:spPr>
          <a:xfrm>
            <a:off x="10435626" y="5586182"/>
            <a:ext cx="1" cy="202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301ED85-71D0-A28D-913D-E697B699F2AA}"/>
              </a:ext>
            </a:extLst>
          </p:cNvPr>
          <p:cNvSpPr/>
          <p:nvPr/>
        </p:nvSpPr>
        <p:spPr>
          <a:xfrm>
            <a:off x="10330000" y="3242272"/>
            <a:ext cx="211249" cy="200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43A51B2D-9330-8AD3-4353-E607962B77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84200" y="1690689"/>
                <a:ext cx="9127640" cy="115396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AU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AU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acc>
                                <m:accPr>
                                  <m:chr m:val="̃"/>
                                  <m:ctrlP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AU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AU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AU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̃"/>
                              <m:ctrlP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46" name="Content Placeholder 9">
                <a:extLst>
                  <a:ext uri="{FF2B5EF4-FFF2-40B4-BE49-F238E27FC236}">
                    <a16:creationId xmlns:a16="http://schemas.microsoft.com/office/drawing/2014/main" id="{43A51B2D-9330-8AD3-4353-E607962B7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200" y="1690689"/>
                <a:ext cx="9127640" cy="11539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1EA593-59B1-4182-4845-8875177C808B}"/>
                  </a:ext>
                </a:extLst>
              </p:cNvPr>
              <p:cNvSpPr txBox="1"/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=1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1EA593-59B1-4182-4845-8875177C8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655" y="3017522"/>
                <a:ext cx="1593851" cy="523220"/>
              </a:xfrm>
              <a:prstGeom prst="rect">
                <a:avLst/>
              </a:prstGeom>
              <a:blipFill>
                <a:blip r:embed="rId5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390911-3EB9-FBA9-355C-349AA17CBA67}"/>
                  </a:ext>
                </a:extLst>
              </p:cNvPr>
              <p:cNvSpPr txBox="1"/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AU" sz="2800" dirty="0">
                    <a:latin typeface="Levenim MT" panose="02010502060101010101" pitchFamily="2" charset="-79"/>
                  </a:rPr>
                  <a:t>=0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390911-3EB9-FBA9-355C-349AA17CB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594" y="4890088"/>
                <a:ext cx="1593851" cy="523220"/>
              </a:xfrm>
              <a:prstGeom prst="rect">
                <a:avLst/>
              </a:prstGeom>
              <a:blipFill>
                <a:blip r:embed="rId6"/>
                <a:stretch>
                  <a:fillRect t="-9302" r="-6107" b="-337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9C3993C-946B-6A30-6E34-374E15229656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6A292-9AD8-4D4E-24D8-ED92A414E34F}"/>
              </a:ext>
            </a:extLst>
          </p:cNvPr>
          <p:cNvSpPr txBox="1"/>
          <p:nvPr/>
        </p:nvSpPr>
        <p:spPr>
          <a:xfrm>
            <a:off x="-208908" y="2923798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+1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BD33CA-2DDC-0027-5B33-A49B7BD485F4}"/>
              </a:ext>
            </a:extLst>
          </p:cNvPr>
          <p:cNvSpPr txBox="1"/>
          <p:nvPr/>
        </p:nvSpPr>
        <p:spPr>
          <a:xfrm>
            <a:off x="-208908" y="4669400"/>
            <a:ext cx="1593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Levenim MT" panose="02010502060101010101" pitchFamily="2" charset="-79"/>
              </a:rPr>
              <a:t>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63D6532-F067-63F8-4359-5AEA12F56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24" y="2821726"/>
            <a:ext cx="1029678" cy="60727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3F85544-EDC4-B46A-9A0F-E445C0E4F831}"/>
              </a:ext>
            </a:extLst>
          </p:cNvPr>
          <p:cNvGrpSpPr/>
          <p:nvPr/>
        </p:nvGrpSpPr>
        <p:grpSpPr>
          <a:xfrm>
            <a:off x="916935" y="4576242"/>
            <a:ext cx="1029678" cy="709536"/>
            <a:chOff x="5472880" y="3772358"/>
            <a:chExt cx="1029678" cy="7095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604F720-87DC-8384-C6C9-035A7E49E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20" name="Graphic 19" descr="Close with solid fill">
              <a:extLst>
                <a:ext uri="{FF2B5EF4-FFF2-40B4-BE49-F238E27FC236}">
                  <a16:creationId xmlns:a16="http://schemas.microsoft.com/office/drawing/2014/main" id="{3A5240B6-1AC8-6EF5-E461-FC703B24F4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3575E181-B65E-0C59-E0DC-BD5EE55CA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705" y="3202931"/>
            <a:ext cx="359627" cy="212097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C24A86A0-F7E9-5A67-6D6D-38520EDAFC2C}"/>
              </a:ext>
            </a:extLst>
          </p:cNvPr>
          <p:cNvGrpSpPr/>
          <p:nvPr/>
        </p:nvGrpSpPr>
        <p:grpSpPr>
          <a:xfrm>
            <a:off x="11099479" y="5036725"/>
            <a:ext cx="387853" cy="311790"/>
            <a:chOff x="5472880" y="3772358"/>
            <a:chExt cx="1029678" cy="70953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15137368-381E-CBBC-D248-B735B35EE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50" name="Graphic 49" descr="Close with solid fill">
              <a:extLst>
                <a:ext uri="{FF2B5EF4-FFF2-40B4-BE49-F238E27FC236}">
                  <a16:creationId xmlns:a16="http://schemas.microsoft.com/office/drawing/2014/main" id="{E09C22DC-EE22-B2FE-8165-242C17FC82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pic>
        <p:nvPicPr>
          <p:cNvPr id="39" name="Graphic 38" descr="No sign with solid fill">
            <a:extLst>
              <a:ext uri="{FF2B5EF4-FFF2-40B4-BE49-F238E27FC236}">
                <a16:creationId xmlns:a16="http://schemas.microsoft.com/office/drawing/2014/main" id="{236492B8-68C9-124F-C331-463EA297B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54800" y="2832918"/>
            <a:ext cx="361648" cy="361648"/>
          </a:xfrm>
          <a:prstGeom prst="rect">
            <a:avLst/>
          </a:prstGeom>
        </p:spPr>
      </p:pic>
      <p:pic>
        <p:nvPicPr>
          <p:cNvPr id="40" name="Graphic 39" descr="No sign with solid fill">
            <a:extLst>
              <a:ext uri="{FF2B5EF4-FFF2-40B4-BE49-F238E27FC236}">
                <a16:creationId xmlns:a16="http://schemas.microsoft.com/office/drawing/2014/main" id="{802F59E5-6080-6D47-925B-EE312B0117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50496" y="4665733"/>
            <a:ext cx="361648" cy="36164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409A778B-7C1F-E7BD-780E-7CB23E67858D}"/>
              </a:ext>
            </a:extLst>
          </p:cNvPr>
          <p:cNvGrpSpPr/>
          <p:nvPr/>
        </p:nvGrpSpPr>
        <p:grpSpPr>
          <a:xfrm>
            <a:off x="7785980" y="4665506"/>
            <a:ext cx="2755269" cy="1123654"/>
            <a:chOff x="7785980" y="4665506"/>
            <a:chExt cx="2755269" cy="112365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7DF6DE-AC10-143C-C3DF-FD937F30BA62}"/>
                </a:ext>
              </a:extLst>
            </p:cNvPr>
            <p:cNvCxnSpPr>
              <a:cxnSpLocks/>
            </p:cNvCxnSpPr>
            <p:nvPr/>
          </p:nvCxnSpPr>
          <p:spPr>
            <a:xfrm>
              <a:off x="7785980" y="5586182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193148A-B080-2F5F-1FB9-F274E817F0AF}"/>
                </a:ext>
              </a:extLst>
            </p:cNvPr>
            <p:cNvCxnSpPr>
              <a:cxnSpLocks/>
            </p:cNvCxnSpPr>
            <p:nvPr/>
          </p:nvCxnSpPr>
          <p:spPr>
            <a:xfrm>
              <a:off x="9110804" y="5586182"/>
              <a:ext cx="1" cy="2029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CA5AAA6-881D-57DD-2E68-D55FA6A37AD4}"/>
                </a:ext>
              </a:extLst>
            </p:cNvPr>
            <p:cNvSpPr/>
            <p:nvPr/>
          </p:nvSpPr>
          <p:spPr>
            <a:xfrm>
              <a:off x="9005179" y="5084248"/>
              <a:ext cx="211249" cy="20027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latin typeface="Levenim MT" panose="02010502060101010101" pitchFamily="2" charset="-79"/>
              </a:endParaRPr>
            </a:p>
          </p:txBody>
        </p:sp>
        <p:pic>
          <p:nvPicPr>
            <p:cNvPr id="57" name="Graphic 56" descr="No sign with solid fill">
              <a:extLst>
                <a:ext uri="{FF2B5EF4-FFF2-40B4-BE49-F238E27FC236}">
                  <a16:creationId xmlns:a16="http://schemas.microsoft.com/office/drawing/2014/main" id="{6544E29F-7A0A-A0FE-AF7A-8668482A6D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929979" y="4665506"/>
              <a:ext cx="361648" cy="361648"/>
            </a:xfrm>
            <a:prstGeom prst="rect">
              <a:avLst/>
            </a:prstGeom>
          </p:spPr>
        </p:pic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2659915-B4A4-7962-BF5C-B4FC7734323F}"/>
                </a:ext>
              </a:extLst>
            </p:cNvPr>
            <p:cNvGrpSpPr/>
            <p:nvPr/>
          </p:nvGrpSpPr>
          <p:grpSpPr>
            <a:xfrm>
              <a:off x="7810470" y="4912135"/>
              <a:ext cx="2730779" cy="523220"/>
              <a:chOff x="1415390" y="3668798"/>
              <a:chExt cx="2730779" cy="5232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09227BF7-367A-5225-19B9-04C2D2419F3F}"/>
                      </a:ext>
                    </a:extLst>
                  </p:cNvPr>
                  <p:cNvSpPr txBox="1"/>
                  <p:nvPr/>
                </p:nvSpPr>
                <p:spPr>
                  <a:xfrm>
                    <a:off x="1415390" y="3668798"/>
                    <a:ext cx="273077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(…)</m:t>
                        </m:r>
                      </m:oMath>
                    </a14:m>
                    <a:r>
                      <a:rPr lang="en-AU" sz="2800" dirty="0">
                        <a:latin typeface="Levenim MT" panose="02010502060101010101" pitchFamily="2" charset="-79"/>
                      </a:rPr>
                      <a:t>= </a:t>
                    </a:r>
                    <a14:m>
                      <m:oMath xmlns:m="http://schemas.openxmlformats.org/officeDocument/2006/math"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endParaRPr lang="en-AU" sz="2800" dirty="0">
                      <a:latin typeface="Levenim MT" panose="02010502060101010101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09227BF7-367A-5225-19B9-04C2D2419F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5390" y="3668798"/>
                    <a:ext cx="2730779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10465" b="-33721"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7A5E7746-1B6A-F2E1-6B0A-DF79F98A2C07}"/>
                  </a:ext>
                </a:extLst>
              </p:cNvPr>
              <p:cNvGrpSpPr/>
              <p:nvPr/>
            </p:nvGrpSpPr>
            <p:grpSpPr>
              <a:xfrm>
                <a:off x="2537492" y="3810564"/>
                <a:ext cx="387853" cy="311790"/>
                <a:chOff x="6105095" y="3785074"/>
                <a:chExt cx="1029678" cy="709537"/>
              </a:xfrm>
            </p:grpSpPr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38818EB5-6F99-94AA-F3C4-F88F9224E2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05095" y="3823888"/>
                  <a:ext cx="1029678" cy="607274"/>
                </a:xfrm>
                <a:prstGeom prst="rect">
                  <a:avLst/>
                </a:prstGeom>
              </p:spPr>
            </p:pic>
            <p:pic>
              <p:nvPicPr>
                <p:cNvPr id="69" name="Graphic 68" descr="Close with solid fill">
                  <a:extLst>
                    <a:ext uri="{FF2B5EF4-FFF2-40B4-BE49-F238E27FC236}">
                      <a16:creationId xmlns:a16="http://schemas.microsoft.com/office/drawing/2014/main" id="{88E4ED67-A0ED-9D16-F204-F59DCBCDAD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42174" y="3785074"/>
                  <a:ext cx="755672" cy="709537"/>
                </a:xfrm>
                <a:prstGeom prst="rect">
                  <a:avLst/>
                </a:prstGeom>
              </p:spPr>
            </p:pic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23EFC7B-6C06-B3BB-627F-3084C7740DDA}"/>
                  </a:ext>
                </a:extLst>
              </p:cNvPr>
              <p:cNvSpPr txBox="1"/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AU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23EFC7B-6C06-B3BB-627F-3084C7740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518" y="1374567"/>
                <a:ext cx="102967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Graphic 44" descr="No sign with solid fill">
            <a:extLst>
              <a:ext uri="{FF2B5EF4-FFF2-40B4-BE49-F238E27FC236}">
                <a16:creationId xmlns:a16="http://schemas.microsoft.com/office/drawing/2014/main" id="{2E5536EC-0B26-CD49-C504-71E86EF3D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34882" y="2832918"/>
            <a:ext cx="361648" cy="361648"/>
          </a:xfrm>
          <a:prstGeom prst="rect">
            <a:avLst/>
          </a:prstGeom>
        </p:spPr>
      </p:pic>
      <p:pic>
        <p:nvPicPr>
          <p:cNvPr id="8" name="Graphic 7" descr="No sign with solid fill">
            <a:extLst>
              <a:ext uri="{FF2B5EF4-FFF2-40B4-BE49-F238E27FC236}">
                <a16:creationId xmlns:a16="http://schemas.microsoft.com/office/drawing/2014/main" id="{0AED05BE-2643-F8FC-E461-871F3D92D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8697" y="2832918"/>
            <a:ext cx="361648" cy="361648"/>
          </a:xfrm>
          <a:prstGeom prst="rect">
            <a:avLst/>
          </a:prstGeom>
        </p:spPr>
      </p:pic>
      <p:pic>
        <p:nvPicPr>
          <p:cNvPr id="24" name="Graphic 23" descr="No sign with solid fill">
            <a:extLst>
              <a:ext uri="{FF2B5EF4-FFF2-40B4-BE49-F238E27FC236}">
                <a16:creationId xmlns:a16="http://schemas.microsoft.com/office/drawing/2014/main" id="{23480B71-A02D-25E8-3ED2-657368E72C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5747" y="4688278"/>
            <a:ext cx="361648" cy="3616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18D863-E259-1534-F068-000305DE47F1}"/>
                  </a:ext>
                </a:extLst>
              </p:cNvPr>
              <p:cNvSpPr txBox="1"/>
              <p:nvPr/>
            </p:nvSpPr>
            <p:spPr>
              <a:xfrm>
                <a:off x="6389407" y="3169411"/>
                <a:ext cx="27307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2.46</m:t>
                      </m:r>
                    </m:oMath>
                  </m:oMathPara>
                </a14:m>
                <a:endParaRPr lang="en-AU" sz="2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18D863-E259-1534-F068-000305DE4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407" y="3169411"/>
                <a:ext cx="273077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DC23F6A-0A18-D381-9BDC-16D09426B153}"/>
                  </a:ext>
                </a:extLst>
              </p:cNvPr>
              <p:cNvSpPr txBox="1"/>
              <p:nvPr/>
            </p:nvSpPr>
            <p:spPr>
              <a:xfrm>
                <a:off x="6445079" y="4974040"/>
                <a:ext cx="27307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AU" sz="2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DC23F6A-0A18-D381-9BDC-16D09426B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79" y="4974040"/>
                <a:ext cx="273077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Graphic 26" descr="No sign with solid fill">
            <a:extLst>
              <a:ext uri="{FF2B5EF4-FFF2-40B4-BE49-F238E27FC236}">
                <a16:creationId xmlns:a16="http://schemas.microsoft.com/office/drawing/2014/main" id="{593FA72C-A22A-6688-B215-1058712313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5230" y="4688278"/>
            <a:ext cx="361648" cy="3616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042B397-017C-E301-B255-E1B2CE6AD90A}"/>
                  </a:ext>
                </a:extLst>
              </p:cNvPr>
              <p:cNvSpPr txBox="1"/>
              <p:nvPr/>
            </p:nvSpPr>
            <p:spPr>
              <a:xfrm>
                <a:off x="5991592" y="3169411"/>
                <a:ext cx="9079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2.99</m:t>
                      </m:r>
                    </m:oMath>
                  </m:oMathPara>
                </a14:m>
                <a:endParaRPr lang="en-AU" sz="2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042B397-017C-E301-B255-E1B2CE6AD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592" y="3169411"/>
                <a:ext cx="907982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F8863CB-D725-06E6-982C-87C582A6206C}"/>
                  </a:ext>
                </a:extLst>
              </p:cNvPr>
              <p:cNvSpPr txBox="1"/>
              <p:nvPr/>
            </p:nvSpPr>
            <p:spPr>
              <a:xfrm>
                <a:off x="5124562" y="4974040"/>
                <a:ext cx="27307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AU" sz="2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F8863CB-D725-06E6-982C-87C582A62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562" y="4974040"/>
                <a:ext cx="2730779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Graphic 55" descr="Open hand with plant with solid fill">
            <a:extLst>
              <a:ext uri="{FF2B5EF4-FFF2-40B4-BE49-F238E27FC236}">
                <a16:creationId xmlns:a16="http://schemas.microsoft.com/office/drawing/2014/main" id="{3D46A150-E62E-F309-842D-ADEA2DAA0A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86945" y="2755608"/>
            <a:ext cx="516268" cy="516268"/>
          </a:xfrm>
          <a:prstGeom prst="rect">
            <a:avLst/>
          </a:prstGeom>
        </p:spPr>
      </p:pic>
      <p:pic>
        <p:nvPicPr>
          <p:cNvPr id="60" name="Graphic 59" descr="No sign with solid fill">
            <a:extLst>
              <a:ext uri="{FF2B5EF4-FFF2-40B4-BE49-F238E27FC236}">
                <a16:creationId xmlns:a16="http://schemas.microsoft.com/office/drawing/2014/main" id="{C0C88EE9-93EA-C3A8-F564-1FFDD55ADE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40525" y="4688278"/>
            <a:ext cx="361648" cy="3616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14D439D-2FDD-AF91-BE35-99A81A2F2EC0}"/>
                  </a:ext>
                </a:extLst>
              </p:cNvPr>
              <p:cNvSpPr txBox="1"/>
              <p:nvPr/>
            </p:nvSpPr>
            <p:spPr>
              <a:xfrm>
                <a:off x="4666887" y="3169411"/>
                <a:ext cx="9079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3.43</m:t>
                      </m:r>
                    </m:oMath>
                  </m:oMathPara>
                </a14:m>
                <a:endParaRPr lang="en-AU" sz="2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14D439D-2FDD-AF91-BE35-99A81A2F2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887" y="3169411"/>
                <a:ext cx="907982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0497805-31D0-05B3-2254-4586D4FA2D82}"/>
                  </a:ext>
                </a:extLst>
              </p:cNvPr>
              <p:cNvSpPr txBox="1"/>
              <p:nvPr/>
            </p:nvSpPr>
            <p:spPr>
              <a:xfrm>
                <a:off x="3799857" y="4974040"/>
                <a:ext cx="27307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AU" sz="2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0497805-31D0-05B3-2254-4586D4FA2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57" y="4974040"/>
                <a:ext cx="2730779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0" name="Graphic 69" descr="Open hand with plant with solid fill">
            <a:extLst>
              <a:ext uri="{FF2B5EF4-FFF2-40B4-BE49-F238E27FC236}">
                <a16:creationId xmlns:a16="http://schemas.microsoft.com/office/drawing/2014/main" id="{FC7D5B7A-CDBA-45A6-41FB-730787097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62240" y="2755608"/>
            <a:ext cx="516268" cy="516268"/>
          </a:xfrm>
          <a:prstGeom prst="rect">
            <a:avLst/>
          </a:prstGeom>
        </p:spPr>
      </p:pic>
      <p:pic>
        <p:nvPicPr>
          <p:cNvPr id="73" name="Graphic 72" descr="No sign with solid fill">
            <a:extLst>
              <a:ext uri="{FF2B5EF4-FFF2-40B4-BE49-F238E27FC236}">
                <a16:creationId xmlns:a16="http://schemas.microsoft.com/office/drawing/2014/main" id="{42D2379D-A43E-6211-7746-21D14B687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6118" y="4688278"/>
            <a:ext cx="361648" cy="3616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336A5AA-8B7C-2571-6E04-4118894A5DB3}"/>
                  </a:ext>
                </a:extLst>
              </p:cNvPr>
              <p:cNvSpPr txBox="1"/>
              <p:nvPr/>
            </p:nvSpPr>
            <p:spPr>
              <a:xfrm>
                <a:off x="3372480" y="3169411"/>
                <a:ext cx="9079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3.8</m:t>
                      </m:r>
                    </m:oMath>
                  </m:oMathPara>
                </a14:m>
                <a:endParaRPr lang="en-AU" sz="2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336A5AA-8B7C-2571-6E04-4118894A5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80" y="3169411"/>
                <a:ext cx="907982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A52B015-6EDD-4977-02E1-EF87597A74E0}"/>
                  </a:ext>
                </a:extLst>
              </p:cNvPr>
              <p:cNvSpPr txBox="1"/>
              <p:nvPr/>
            </p:nvSpPr>
            <p:spPr>
              <a:xfrm>
                <a:off x="2505450" y="4974040"/>
                <a:ext cx="27307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AU" sz="2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A52B015-6EDD-4977-02E1-EF87597A7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450" y="4974040"/>
                <a:ext cx="2730779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" name="Graphic 78" descr="Open hand with plant with solid fill">
            <a:extLst>
              <a:ext uri="{FF2B5EF4-FFF2-40B4-BE49-F238E27FC236}">
                <a16:creationId xmlns:a16="http://schemas.microsoft.com/office/drawing/2014/main" id="{9403E7F4-90C5-5D3D-1013-555E47ECD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67833" y="2755608"/>
            <a:ext cx="516268" cy="516268"/>
          </a:xfrm>
          <a:prstGeom prst="rect">
            <a:avLst/>
          </a:prstGeom>
        </p:spPr>
      </p:pic>
      <p:pic>
        <p:nvPicPr>
          <p:cNvPr id="81" name="Graphic 80" descr="No sign with solid fill">
            <a:extLst>
              <a:ext uri="{FF2B5EF4-FFF2-40B4-BE49-F238E27FC236}">
                <a16:creationId xmlns:a16="http://schemas.microsoft.com/office/drawing/2014/main" id="{72D7A69C-A354-F695-1E23-BD9FEBBC82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3588" y="4688278"/>
            <a:ext cx="361648" cy="3616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FD6DF85-D9C6-71DF-A1BE-52BBD584EA8D}"/>
                  </a:ext>
                </a:extLst>
              </p:cNvPr>
              <p:cNvSpPr txBox="1"/>
              <p:nvPr/>
            </p:nvSpPr>
            <p:spPr>
              <a:xfrm>
                <a:off x="2019950" y="3169411"/>
                <a:ext cx="9079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4.12</m:t>
                      </m:r>
                    </m:oMath>
                  </m:oMathPara>
                </a14:m>
                <a:endParaRPr lang="en-AU" sz="2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FD6DF85-D9C6-71DF-A1BE-52BBD584E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950" y="3169411"/>
                <a:ext cx="907982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B47FC72-32B7-805E-D1B3-1425841EA71B}"/>
                  </a:ext>
                </a:extLst>
              </p:cNvPr>
              <p:cNvSpPr txBox="1"/>
              <p:nvPr/>
            </p:nvSpPr>
            <p:spPr>
              <a:xfrm>
                <a:off x="1152920" y="4974040"/>
                <a:ext cx="27307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AU" sz="2800" dirty="0">
                  <a:latin typeface="Levenim MT" panose="02010502060101010101" pitchFamily="2" charset="-79"/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B47FC72-32B7-805E-D1B3-1425841EA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920" y="4974040"/>
                <a:ext cx="2730779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7" name="Graphic 86" descr="Open hand with plant with solid fill">
            <a:extLst>
              <a:ext uri="{FF2B5EF4-FFF2-40B4-BE49-F238E27FC236}">
                <a16:creationId xmlns:a16="http://schemas.microsoft.com/office/drawing/2014/main" id="{FF149775-D5F8-AA09-86CB-D14C11BCE5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15303" y="2755608"/>
            <a:ext cx="516268" cy="51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69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10EF-43C3-8A38-AE47-B47663DDC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4DE933E-0DDA-FF66-B964-449E7FB8C326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7902D6-4377-6703-ACA6-59BB0AAA5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79" y="3466164"/>
            <a:ext cx="1029678" cy="60727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2719C21-5236-1587-B73B-06DA6DE5B878}"/>
              </a:ext>
            </a:extLst>
          </p:cNvPr>
          <p:cNvGrpSpPr/>
          <p:nvPr/>
        </p:nvGrpSpPr>
        <p:grpSpPr>
          <a:xfrm>
            <a:off x="1081890" y="4795698"/>
            <a:ext cx="1029678" cy="709536"/>
            <a:chOff x="5472880" y="3772358"/>
            <a:chExt cx="1029678" cy="709536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27F3556-2172-7681-6540-A7CD832B4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19" name="Graphic 18" descr="Close with solid fill">
              <a:extLst>
                <a:ext uri="{FF2B5EF4-FFF2-40B4-BE49-F238E27FC236}">
                  <a16:creationId xmlns:a16="http://schemas.microsoft.com/office/drawing/2014/main" id="{C5EAEF62-1210-FA24-196E-23AC03556B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2B71F82-7EE6-AEC6-E49F-9B276C5F351A}"/>
              </a:ext>
            </a:extLst>
          </p:cNvPr>
          <p:cNvCxnSpPr/>
          <p:nvPr/>
        </p:nvCxnSpPr>
        <p:spPr>
          <a:xfrm>
            <a:off x="2400155" y="3812511"/>
            <a:ext cx="122843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5" name="Graphic 24" descr="No sign with solid fill">
            <a:extLst>
              <a:ext uri="{FF2B5EF4-FFF2-40B4-BE49-F238E27FC236}">
                <a16:creationId xmlns:a16="http://schemas.microsoft.com/office/drawing/2014/main" id="{952D217C-D3AA-AE59-0AD6-B95B60C04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5384" y="4703611"/>
            <a:ext cx="914400" cy="914400"/>
          </a:xfrm>
          <a:prstGeom prst="rect">
            <a:avLst/>
          </a:prstGeom>
        </p:spPr>
      </p:pic>
      <p:pic>
        <p:nvPicPr>
          <p:cNvPr id="26" name="Graphic 25" descr="Open hand with plant with solid fill">
            <a:extLst>
              <a:ext uri="{FF2B5EF4-FFF2-40B4-BE49-F238E27FC236}">
                <a16:creationId xmlns:a16="http://schemas.microsoft.com/office/drawing/2014/main" id="{733DB69D-15D0-6BD2-71C7-43977F3717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5384" y="3312601"/>
            <a:ext cx="914400" cy="91440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D9A912-3DC7-CEBA-6EFC-6305A4DFEAC2}"/>
              </a:ext>
            </a:extLst>
          </p:cNvPr>
          <p:cNvCxnSpPr/>
          <p:nvPr/>
        </p:nvCxnSpPr>
        <p:spPr>
          <a:xfrm>
            <a:off x="2400155" y="5160811"/>
            <a:ext cx="122843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919A620-C2D3-5078-8A04-D2C7C91EBAFE}"/>
              </a:ext>
            </a:extLst>
          </p:cNvPr>
          <p:cNvSpPr txBox="1"/>
          <p:nvPr/>
        </p:nvSpPr>
        <p:spPr>
          <a:xfrm>
            <a:off x="1081890" y="2607349"/>
            <a:ext cx="2546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evenim MT" panose="02010502060101010101" pitchFamily="2" charset="-79"/>
              </a:rPr>
              <a:t>Optimal strategy:</a:t>
            </a:r>
            <a:endParaRPr lang="en-AU" sz="2400" dirty="0">
              <a:latin typeface="Levenim MT" panose="02010502060101010101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33E4C-3EF6-F734-0AD7-111A495E52C0}"/>
              </a:ext>
            </a:extLst>
          </p:cNvPr>
          <p:cNvSpPr txBox="1"/>
          <p:nvPr/>
        </p:nvSpPr>
        <p:spPr>
          <a:xfrm>
            <a:off x="6095998" y="2630296"/>
            <a:ext cx="3276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evenim MT" panose="02010502060101010101" pitchFamily="2" charset="-79"/>
              </a:rPr>
              <a:t>Optimal value function:</a:t>
            </a:r>
            <a:endParaRPr lang="en-AU" sz="2400" dirty="0">
              <a:latin typeface="Levenim MT" panose="02010502060101010101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D2CECF-9478-7DC7-0D45-4D22A8E4A50B}"/>
                  </a:ext>
                </a:extLst>
              </p:cNvPr>
              <p:cNvSpPr txBox="1"/>
              <p:nvPr/>
            </p:nvSpPr>
            <p:spPr>
              <a:xfrm>
                <a:off x="6097524" y="3427107"/>
                <a:ext cx="609447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AU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</m:d>
                    <m:r>
                      <a:rPr lang="en-AU" sz="3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60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.84</m:t>
                    </m:r>
                  </m:oMath>
                </a14:m>
                <a:r>
                  <a:rPr lang="en-AU" dirty="0">
                    <a:latin typeface="Levenim MT" panose="02010502060101010101" pitchFamily="2" charset="-79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D2CECF-9478-7DC7-0D45-4D22A8E4A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524" y="3427107"/>
                <a:ext cx="6094476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6FA80A-B8AD-633D-A322-7260EB4FDD3D}"/>
                  </a:ext>
                </a:extLst>
              </p:cNvPr>
              <p:cNvSpPr txBox="1"/>
              <p:nvPr/>
            </p:nvSpPr>
            <p:spPr>
              <a:xfrm>
                <a:off x="6097524" y="4795461"/>
                <a:ext cx="609447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AU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</m:d>
                    <m:r>
                      <a:rPr lang="en-AU" sz="3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AU" dirty="0">
                    <a:latin typeface="Levenim MT" panose="02010502060101010101" pitchFamily="2" charset="-79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6FA80A-B8AD-633D-A322-7260EB4FD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524" y="4795461"/>
                <a:ext cx="609447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78DF885-6979-E1C1-B226-0513218EB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076" y="3602736"/>
            <a:ext cx="501422" cy="29572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53B35C3-F39A-A5FA-8AF5-CEEEBAB65B3A}"/>
              </a:ext>
            </a:extLst>
          </p:cNvPr>
          <p:cNvGrpSpPr/>
          <p:nvPr/>
        </p:nvGrpSpPr>
        <p:grpSpPr>
          <a:xfrm>
            <a:off x="6819014" y="4992625"/>
            <a:ext cx="493484" cy="317528"/>
            <a:chOff x="5472880" y="3772358"/>
            <a:chExt cx="1029678" cy="70953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D7A66B7-655D-D8FD-27E5-763F76A19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2880" y="3811178"/>
              <a:ext cx="1029678" cy="607274"/>
            </a:xfrm>
            <a:prstGeom prst="rect">
              <a:avLst/>
            </a:prstGeom>
          </p:spPr>
        </p:pic>
        <p:pic>
          <p:nvPicPr>
            <p:cNvPr id="13" name="Graphic 12" descr="Close with solid fill">
              <a:extLst>
                <a:ext uri="{FF2B5EF4-FFF2-40B4-BE49-F238E27FC236}">
                  <a16:creationId xmlns:a16="http://schemas.microsoft.com/office/drawing/2014/main" id="{EA370EA9-557A-5A75-C2EE-0E0E617F22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09962" y="3772358"/>
              <a:ext cx="755671" cy="709536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FD0D949-13A8-6C72-C421-F2C8933A9515}"/>
              </a:ext>
            </a:extLst>
          </p:cNvPr>
          <p:cNvSpPr txBox="1"/>
          <p:nvPr/>
        </p:nvSpPr>
        <p:spPr>
          <a:xfrm>
            <a:off x="1081889" y="1885089"/>
            <a:ext cx="2546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evenim MT" panose="02010502060101010101" pitchFamily="2" charset="-79"/>
              </a:rPr>
              <a:t>Infinite horizon</a:t>
            </a:r>
            <a:endParaRPr lang="en-AU" sz="2400" dirty="0">
              <a:latin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479606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F03FC-F9B6-0A3B-EC2E-A5207283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E98EE92-E971-D55E-67BE-485A344926FD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A4B29-8DF8-1CFE-D2DD-3640589308F1}"/>
              </a:ext>
            </a:extLst>
          </p:cNvPr>
          <p:cNvSpPr txBox="1"/>
          <p:nvPr/>
        </p:nvSpPr>
        <p:spPr>
          <a:xfrm>
            <a:off x="838200" y="1445010"/>
            <a:ext cx="1051559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Levenim MT" panose="02010502060101010101" pitchFamily="2" charset="-79"/>
                <a:cs typeface="Levenim MT" panose="02010502060101010101" pitchFamily="2" charset="-79"/>
              </a:rPr>
              <a:t>5 steps:</a:t>
            </a:r>
          </a:p>
          <a:p>
            <a:endParaRPr lang="en-AU" sz="2800" b="1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marL="514350" indent="-514350">
              <a:buFont typeface="+mj-lt"/>
              <a:buAutoNum type="arabicPeriod"/>
            </a:pPr>
            <a:r>
              <a:rPr lang="en-AU" sz="2800" dirty="0">
                <a:latin typeface="Levenim MT" panose="02010502060101010101" pitchFamily="2" charset="-79"/>
                <a:cs typeface="Levenim MT" panose="02010502060101010101" pitchFamily="2" charset="-79"/>
              </a:rPr>
              <a:t>Define your objective: what to we want </a:t>
            </a:r>
            <a:r>
              <a:rPr lang="en-AU" sz="2800">
                <a:latin typeface="Levenim MT" panose="02010502060101010101" pitchFamily="2" charset="-79"/>
                <a:cs typeface="Levenim MT" panose="02010502060101010101" pitchFamily="2" charset="-79"/>
              </a:rPr>
              <a:t>to achieve?</a:t>
            </a:r>
            <a:endParaRPr lang="en-AU" sz="2800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marL="514350" indent="-514350">
              <a:buFont typeface="+mj-lt"/>
              <a:buAutoNum type="arabicPeriod"/>
            </a:pPr>
            <a:endParaRPr lang="en-AU" sz="2800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marL="514350" indent="-514350">
              <a:buFont typeface="+mj-lt"/>
              <a:buAutoNum type="arabicPeriod"/>
            </a:pPr>
            <a:r>
              <a:rPr lang="en-AU" sz="2800" dirty="0">
                <a:latin typeface="Levenim MT" panose="02010502060101010101" pitchFamily="2" charset="-79"/>
                <a:cs typeface="Levenim MT" panose="02010502060101010101" pitchFamily="2" charset="-79"/>
              </a:rPr>
              <a:t>Define the set of states:</a:t>
            </a:r>
          </a:p>
          <a:p>
            <a:pPr marL="514350" indent="-514350">
              <a:buFont typeface="+mj-lt"/>
              <a:buAutoNum type="arabicPeriod"/>
            </a:pPr>
            <a:endParaRPr lang="en-AU" sz="2800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marL="514350" indent="-514350">
              <a:buFont typeface="+mj-lt"/>
              <a:buAutoNum type="arabicPeriod"/>
            </a:pPr>
            <a:r>
              <a:rPr lang="en-AU" sz="2800" dirty="0">
                <a:latin typeface="Levenim MT" panose="02010502060101010101" pitchFamily="2" charset="-79"/>
                <a:cs typeface="Levenim MT" panose="02010502060101010101" pitchFamily="2" charset="-79"/>
              </a:rPr>
              <a:t>Define the decision variables:</a:t>
            </a:r>
          </a:p>
          <a:p>
            <a:pPr marL="514350" indent="-514350">
              <a:buFont typeface="+mj-lt"/>
              <a:buAutoNum type="arabicPeriod"/>
            </a:pPr>
            <a:endParaRPr lang="en-AU" sz="2800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marL="514350" indent="-514350">
              <a:buFont typeface="+mj-lt"/>
              <a:buAutoNum type="arabicPeriod"/>
            </a:pPr>
            <a:r>
              <a:rPr lang="en-AU" sz="2800" dirty="0">
                <a:latin typeface="Levenim MT" panose="02010502060101010101" pitchFamily="2" charset="-79"/>
                <a:cs typeface="Levenim MT" panose="02010502060101010101" pitchFamily="2" charset="-79"/>
              </a:rPr>
              <a:t>Build your transition model (Markov chain!!!!)</a:t>
            </a:r>
          </a:p>
          <a:p>
            <a:pPr marL="514350" indent="-514350">
              <a:buFont typeface="+mj-lt"/>
              <a:buAutoNum type="arabicPeriod"/>
            </a:pPr>
            <a:endParaRPr lang="en-AU" sz="2800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marL="514350" indent="-514350">
              <a:buFont typeface="+mj-lt"/>
              <a:buAutoNum type="arabicPeriod"/>
            </a:pPr>
            <a:r>
              <a:rPr lang="en-AU" sz="2800" dirty="0">
                <a:latin typeface="Levenim MT" panose="02010502060101010101" pitchFamily="2" charset="-79"/>
                <a:cs typeface="Levenim MT" panose="02010502060101010101" pitchFamily="2" charset="-79"/>
              </a:rPr>
              <a:t>Define your utility function: costs and benefits of each action in each state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C52BED-EB70-915C-DD64-D4FD1F0FE58D}"/>
              </a:ext>
            </a:extLst>
          </p:cNvPr>
          <p:cNvGrpSpPr/>
          <p:nvPr/>
        </p:nvGrpSpPr>
        <p:grpSpPr>
          <a:xfrm>
            <a:off x="5718620" y="2998298"/>
            <a:ext cx="1886131" cy="606176"/>
            <a:chOff x="2219144" y="1640435"/>
            <a:chExt cx="2805202" cy="9144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B028BBF-F309-2997-8FD6-7F3840AF0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9144" y="1640435"/>
              <a:ext cx="1245963" cy="78261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1F64B3C-7718-83A7-DF90-03A18AD7F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8383" y="1690463"/>
              <a:ext cx="1245963" cy="782612"/>
            </a:xfrm>
            <a:prstGeom prst="rect">
              <a:avLst/>
            </a:prstGeom>
          </p:spPr>
        </p:pic>
        <p:pic>
          <p:nvPicPr>
            <p:cNvPr id="9" name="Graphic 8" descr="Close with solid fill">
              <a:extLst>
                <a:ext uri="{FF2B5EF4-FFF2-40B4-BE49-F238E27FC236}">
                  <a16:creationId xmlns:a16="http://schemas.microsoft.com/office/drawing/2014/main" id="{EEC2535C-CD13-68DD-2BD5-4AE4FEBDB7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44259" y="1640435"/>
              <a:ext cx="914400" cy="914400"/>
            </a:xfrm>
            <a:prstGeom prst="rect">
              <a:avLst/>
            </a:prstGeom>
          </p:spPr>
        </p:pic>
      </p:grpSp>
      <p:pic>
        <p:nvPicPr>
          <p:cNvPr id="10" name="Graphic 9" descr="No sign with solid fill">
            <a:extLst>
              <a:ext uri="{FF2B5EF4-FFF2-40B4-BE49-F238E27FC236}">
                <a16:creationId xmlns:a16="http://schemas.microsoft.com/office/drawing/2014/main" id="{62DB5072-E170-EF43-B63E-F23D5351A5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1686" y="3955364"/>
            <a:ext cx="606175" cy="606175"/>
          </a:xfrm>
          <a:prstGeom prst="rect">
            <a:avLst/>
          </a:prstGeom>
        </p:spPr>
      </p:pic>
      <p:pic>
        <p:nvPicPr>
          <p:cNvPr id="12" name="Graphic 11" descr="Open hand with plant with solid fill">
            <a:extLst>
              <a:ext uri="{FF2B5EF4-FFF2-40B4-BE49-F238E27FC236}">
                <a16:creationId xmlns:a16="http://schemas.microsoft.com/office/drawing/2014/main" id="{E80DE66E-5C61-B485-597F-AAC4EBCF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2884" y="3955364"/>
            <a:ext cx="606175" cy="60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36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D819-A9DD-7328-ED23-909997A2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08AF8A-160A-6FBA-FC0B-AD1267DAD0CB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85F63E-F254-1FEB-A53A-A98C29B0F341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8" name="Picture 7" descr="A cartoon of a child&#10;&#10;Description automatically generated">
            <a:extLst>
              <a:ext uri="{FF2B5EF4-FFF2-40B4-BE49-F238E27FC236}">
                <a16:creationId xmlns:a16="http://schemas.microsoft.com/office/drawing/2014/main" id="{78F2BF8E-BD48-C180-CF35-4CB61E65FF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1108580" y="2162346"/>
            <a:ext cx="1071062" cy="1208724"/>
          </a:xfrm>
          <a:prstGeom prst="rect">
            <a:avLst/>
          </a:prstGeom>
        </p:spPr>
      </p:pic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016EC68C-EBE0-D76B-D91D-DF91E9FB2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3606B5BC-ED3F-FAFC-202E-3447CC8814E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FC847442-C65C-CF28-0719-A3B0B7B892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185A8751-FA50-C281-946D-20C6C3A81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45307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2400" dirty="0"/>
              <a:t>Your turn!</a:t>
            </a:r>
          </a:p>
          <a:p>
            <a:r>
              <a:rPr lang="en-AU" sz="2000" dirty="0"/>
              <a:t>Moving from one cell to another costs 1.</a:t>
            </a:r>
          </a:p>
          <a:p>
            <a:r>
              <a:rPr lang="en-AU" sz="2000" dirty="0"/>
              <a:t>Stepping on a trap costs 1.</a:t>
            </a:r>
          </a:p>
          <a:p>
            <a:r>
              <a:rPr lang="en-AU" sz="2000" dirty="0"/>
              <a:t>Catching </a:t>
            </a:r>
            <a:r>
              <a:rPr lang="en-AU" sz="2000" dirty="0" err="1"/>
              <a:t>Lugia</a:t>
            </a:r>
            <a:r>
              <a:rPr lang="en-AU" sz="2000" dirty="0"/>
              <a:t> gives a reward of 10 and ends the game.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Define:</a:t>
            </a:r>
          </a:p>
          <a:p>
            <a:r>
              <a:rPr lang="en-AU" sz="2000" dirty="0"/>
              <a:t>State space</a:t>
            </a:r>
          </a:p>
          <a:p>
            <a:r>
              <a:rPr lang="en-AU" sz="2000" dirty="0"/>
              <a:t>Action space</a:t>
            </a:r>
          </a:p>
          <a:p>
            <a:r>
              <a:rPr lang="en-AU" sz="2000" dirty="0"/>
              <a:t>The reward function</a:t>
            </a:r>
          </a:p>
          <a:p>
            <a:r>
              <a:rPr lang="en-AU" sz="2000" dirty="0"/>
              <a:t>Intuitively what do you think is the best path to catch </a:t>
            </a:r>
            <a:r>
              <a:rPr lang="en-AU" sz="2000" dirty="0" err="1"/>
              <a:t>Lugia</a:t>
            </a:r>
            <a:r>
              <a:rPr lang="en-AU" sz="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6562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C0F8A-075D-B45F-D15B-2D1A4AD31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3973C-7EA3-A5B3-D34A-0681E3D1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E83C9BE-000B-E186-EEC3-4FCCD02DCB96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C58F83-BED8-52EF-1379-9E8B994CF9C7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8" name="Picture 7" descr="A cartoon of a child&#10;&#10;Description automatically generated">
            <a:extLst>
              <a:ext uri="{FF2B5EF4-FFF2-40B4-BE49-F238E27FC236}">
                <a16:creationId xmlns:a16="http://schemas.microsoft.com/office/drawing/2014/main" id="{3379243F-FB31-A2AB-01F6-2074877C6E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1108580" y="2162346"/>
            <a:ext cx="1071062" cy="1208724"/>
          </a:xfrm>
          <a:prstGeom prst="rect">
            <a:avLst/>
          </a:prstGeom>
        </p:spPr>
      </p:pic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822E051A-E250-68A5-AFA6-E7E6A9132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B38F095F-0BE5-A7CB-B2FC-EE2286B8611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CF8D754A-6BF1-01F7-ED93-12149FDD8C7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9A91E297-454D-DC95-AE20-A03751BB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57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State space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3432604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11C01-BF03-4DD9-17F3-E2DF48FA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0B958-37D2-9272-EBDC-BF4E2B18C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445EBF1-91C7-1919-56F8-231FA0A57F2E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00F76FB-2080-B813-B32D-DF942750F184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8" name="Picture 7" descr="A cartoon of a child&#10;&#10;Description automatically generated">
            <a:extLst>
              <a:ext uri="{FF2B5EF4-FFF2-40B4-BE49-F238E27FC236}">
                <a16:creationId xmlns:a16="http://schemas.microsoft.com/office/drawing/2014/main" id="{5787552C-DC35-D995-9F45-2F836A6CA9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3133011" y="2133552"/>
            <a:ext cx="1071062" cy="1208724"/>
          </a:xfrm>
          <a:prstGeom prst="rect">
            <a:avLst/>
          </a:prstGeom>
        </p:spPr>
      </p:pic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98562A03-A1EC-BF05-434E-92D639584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3D3B994D-AB7C-5C8F-C5FC-427DD9A40AD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9B609876-4015-0A3E-10A0-C481BACD61C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CAD08D6D-5DAA-C30B-2B1E-49E4D81A7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57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State space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137151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ED38E-E8E1-F67E-81DD-8B8F272A9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328B-FE75-2100-83BD-16FE42A8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B25F944-9BC1-53D9-B1F0-D1C02A2B944E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E19A4B-E0D4-C9CD-CDC8-74B5806A2AEE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8" name="Picture 7" descr="A cartoon of a child&#10;&#10;Description automatically generated">
            <a:extLst>
              <a:ext uri="{FF2B5EF4-FFF2-40B4-BE49-F238E27FC236}">
                <a16:creationId xmlns:a16="http://schemas.microsoft.com/office/drawing/2014/main" id="{6094EC7F-4817-2832-F27C-7A50FBA048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5138792" y="2112348"/>
            <a:ext cx="1071062" cy="1208724"/>
          </a:xfrm>
          <a:prstGeom prst="rect">
            <a:avLst/>
          </a:prstGeom>
        </p:spPr>
      </p:pic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7C052C1A-115B-9527-A3F7-CE91AFB3F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756E7C0E-637E-E6A6-7950-B05130DCFA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B645AD2D-5203-84FB-6FFC-F2678045C10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87E86A2A-AAE9-1301-B8EE-DDE187FC6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57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State space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8548373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F0B83-D240-5C83-F674-7C331D722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B29D-9BA5-5EE1-2D46-7E7EC323F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3494EBD-DD59-8E3A-F442-F0D976392747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92A626-1C89-7BCD-D03A-3FAE0625B5F1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8" name="Picture 7" descr="A cartoon of a child&#10;&#10;Description automatically generated">
            <a:extLst>
              <a:ext uri="{FF2B5EF4-FFF2-40B4-BE49-F238E27FC236}">
                <a16:creationId xmlns:a16="http://schemas.microsoft.com/office/drawing/2014/main" id="{0EBB8F20-B0C1-766C-53B2-4434A2C4F9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1120212" y="3572329"/>
            <a:ext cx="1071062" cy="1208724"/>
          </a:xfrm>
          <a:prstGeom prst="rect">
            <a:avLst/>
          </a:prstGeom>
        </p:spPr>
      </p:pic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DCE403EF-2752-9D64-8CDD-807807E2B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36AB11F4-E355-0669-9628-377976D3F75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77BBEA4D-C0C8-FC3A-EFC5-B67EE02370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97972B72-BA4D-36B7-CF8B-275563AD8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57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State space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8970942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862DC-B2DE-3B6E-A934-FA0D73D9B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CAE9-6302-2229-F311-83466A736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3584809-4697-E8ED-5183-FE25FEA3EC36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C14F56-F223-7CDD-D161-12B89DE5A637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99435B20-8305-5192-783F-F2A884A3F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159E2EBF-F670-9983-9BB2-F8C1AC9392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D36495F5-2B76-E280-1BA3-BD6CD8A105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D56E7B75-A2D9-3A03-4DDA-18E7BF4BA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57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State space</a:t>
            </a:r>
            <a:endParaRPr lang="en-AU" sz="2000" dirty="0"/>
          </a:p>
        </p:txBody>
      </p:sp>
      <p:pic>
        <p:nvPicPr>
          <p:cNvPr id="6" name="Picture 5" descr="A cartoon of a child&#10;&#10;Description automatically generated">
            <a:extLst>
              <a:ext uri="{FF2B5EF4-FFF2-40B4-BE49-F238E27FC236}">
                <a16:creationId xmlns:a16="http://schemas.microsoft.com/office/drawing/2014/main" id="{D7F8B57E-8943-76BA-B747-F6450A10903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3133011" y="3567987"/>
            <a:ext cx="1071062" cy="120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418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41581-D008-B05B-E62D-41D6657AD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9749-2B40-33D2-DCBA-2CFC653FB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F9075CA-8229-984E-E22C-CE6BA73F18C4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532A88-C188-D011-43B7-73A145DFF599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684E073C-85CA-D063-084A-2C7A1276B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5B859F0A-896C-7695-38D3-BB2DFEA2E2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6CE59291-C703-BFB5-B469-C6FEE8BCD7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EB6FCB6-86DF-72FF-80F2-0982AF1D4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57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State space</a:t>
            </a:r>
            <a:endParaRPr lang="en-AU" sz="2000" dirty="0"/>
          </a:p>
        </p:txBody>
      </p:sp>
      <p:pic>
        <p:nvPicPr>
          <p:cNvPr id="6" name="Picture 5" descr="A cartoon of a child&#10;&#10;Description automatically generated">
            <a:extLst>
              <a:ext uri="{FF2B5EF4-FFF2-40B4-BE49-F238E27FC236}">
                <a16:creationId xmlns:a16="http://schemas.microsoft.com/office/drawing/2014/main" id="{D62238C3-5CFB-678D-2F68-0CAF3644ABA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5217449" y="3572329"/>
            <a:ext cx="1071062" cy="120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919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96E96-8100-A32E-8C13-026E3F18A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D602F-442F-FF52-CBD5-7E118AB8A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5AB7074-5B18-F841-E6F6-48693E473259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4B72F5-F67F-B6EF-C67B-D96A8E64D1B3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0D7DC955-F529-7B1C-EB95-BB78BE61B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CB131EA4-E4D5-293B-0FD3-88E3CDDBFD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7D16D6F3-8FBD-22A8-520A-0F7F77EF97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691D0082-D361-CFC8-0939-96FFCB9E1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57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State space</a:t>
            </a:r>
            <a:endParaRPr lang="en-AU" sz="2000" dirty="0"/>
          </a:p>
        </p:txBody>
      </p:sp>
      <p:pic>
        <p:nvPicPr>
          <p:cNvPr id="7" name="Picture 6" descr="A cartoon of a child&#10;&#10;Description automatically generated">
            <a:extLst>
              <a:ext uri="{FF2B5EF4-FFF2-40B4-BE49-F238E27FC236}">
                <a16:creationId xmlns:a16="http://schemas.microsoft.com/office/drawing/2014/main" id="{9E1183C9-2D24-26A9-094F-9D6B791ABE2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1120212" y="5016245"/>
            <a:ext cx="1071062" cy="120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8318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25FE0-12FF-54AD-328E-99D62A1A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185A-545D-1692-D76F-367644D34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EDC64FA-20E3-E0B5-022C-350AABBF3F5D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E29439-BEFD-9B68-5ADD-BEFA1E583AFE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50F6D8AB-5327-8234-F69B-8B8D5FD1E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2BDD55CC-7EEF-9FE9-7487-4B75967917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E90BD1B7-226C-7746-BE2E-EEE98AFD8B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10BACEE3-B7E8-3732-5515-35766A1A2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57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State space</a:t>
            </a:r>
            <a:endParaRPr lang="en-AU" sz="2000" dirty="0"/>
          </a:p>
        </p:txBody>
      </p:sp>
      <p:pic>
        <p:nvPicPr>
          <p:cNvPr id="7" name="Picture 6" descr="A cartoon of a child&#10;&#10;Description automatically generated">
            <a:extLst>
              <a:ext uri="{FF2B5EF4-FFF2-40B4-BE49-F238E27FC236}">
                <a16:creationId xmlns:a16="http://schemas.microsoft.com/office/drawing/2014/main" id="{31BE4394-EF79-91CC-834F-C0523FAA6D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3133011" y="5016245"/>
            <a:ext cx="1071062" cy="120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37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DAB1B-4E90-D235-4BED-FFA26C91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81AFB-F1DB-A1BC-8797-28F31A04E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C3CD07E-F158-D389-AA89-B7ABFF2B322E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28AFAF-E40C-C640-11D5-3D1DC64CCA1B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AD0DA461-8729-B56F-5064-22BA07896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48C05DD6-2D32-B214-9838-2043A4C1D2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309A3B17-1AE4-73FA-F58A-6BE9BCBEBF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464ECCE-9364-6392-91C1-EA381FCD4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57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State space</a:t>
            </a:r>
            <a:endParaRPr lang="en-AU" sz="2000" dirty="0"/>
          </a:p>
        </p:txBody>
      </p:sp>
      <p:pic>
        <p:nvPicPr>
          <p:cNvPr id="7" name="Picture 6" descr="A cartoon of a child&#10;&#10;Description automatically generated">
            <a:extLst>
              <a:ext uri="{FF2B5EF4-FFF2-40B4-BE49-F238E27FC236}">
                <a16:creationId xmlns:a16="http://schemas.microsoft.com/office/drawing/2014/main" id="{5B8C339C-0C4D-1E9B-9E5C-3F13413F34B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5178121" y="5016245"/>
            <a:ext cx="1071062" cy="120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022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4385A-FF9D-8FB7-B2D5-C00A3A5DD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CC80-CB0D-190A-6C53-7CB7A1793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01479B-238B-6695-DD4E-F88B3683FD0E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99F30C-D253-F866-26CC-18E502C4A282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64891D4F-C1F0-4447-0235-4C80A4858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C15273C6-2558-CFC9-7EC9-A81587AF8B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3EC1771F-40D4-5084-B51C-92DD1159C9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C2B35C62-2547-C89B-0A1B-48C5CD936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57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Action space</a:t>
            </a:r>
            <a:endParaRPr lang="en-AU" sz="2000" dirty="0"/>
          </a:p>
        </p:txBody>
      </p:sp>
      <p:pic>
        <p:nvPicPr>
          <p:cNvPr id="7" name="Picture 6" descr="A cartoon of a child&#10;&#10;Description automatically generated">
            <a:extLst>
              <a:ext uri="{FF2B5EF4-FFF2-40B4-BE49-F238E27FC236}">
                <a16:creationId xmlns:a16="http://schemas.microsoft.com/office/drawing/2014/main" id="{0A408642-EC5C-D5A8-946B-8267CF2300D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1120212" y="2112348"/>
            <a:ext cx="1071062" cy="12087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7FE89E-ED43-1291-55AF-D4BFEAE05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765" y="2566741"/>
            <a:ext cx="3172268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28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8B9E-813E-ECB0-D5A7-625BC0DA9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B87E-3FA9-C4A5-F098-46AB66BBD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E5FBDE5-C5FD-CD90-C108-10F4BA3C57F3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831B28-5FFA-43D3-D0FD-8ABE43829477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4D8F3599-1A1E-3C43-410C-63B4482C6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D7E9771F-EF3D-795E-E43E-92D39A9248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CCAF7E97-7E6F-1467-4304-B7B2C85046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8C9EDC7-BE8E-F58D-E239-7EBA71778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57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Reward function</a:t>
            </a:r>
            <a:endParaRPr lang="en-AU" sz="2000" dirty="0"/>
          </a:p>
        </p:txBody>
      </p:sp>
      <p:pic>
        <p:nvPicPr>
          <p:cNvPr id="7" name="Picture 6" descr="A cartoon of a child&#10;&#10;Description automatically generated">
            <a:extLst>
              <a:ext uri="{FF2B5EF4-FFF2-40B4-BE49-F238E27FC236}">
                <a16:creationId xmlns:a16="http://schemas.microsoft.com/office/drawing/2014/main" id="{E1AD537E-95F0-33F3-CFA5-E036D930CA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1120212" y="2112348"/>
            <a:ext cx="1071062" cy="1208724"/>
          </a:xfrm>
          <a:prstGeom prst="rect">
            <a:avLst/>
          </a:prstGeom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C60B0E0-C3C5-D1C8-A608-CC5812CF5280}"/>
              </a:ext>
            </a:extLst>
          </p:cNvPr>
          <p:cNvSpPr txBox="1">
            <a:spLocks/>
          </p:cNvSpPr>
          <p:nvPr/>
        </p:nvSpPr>
        <p:spPr>
          <a:xfrm>
            <a:off x="3024101" y="2227443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9600" dirty="0">
                <a:latin typeface="Levenim MT" panose="02010502060101010101" pitchFamily="2" charset="-79"/>
              </a:rPr>
              <a:t>-1</a:t>
            </a:r>
            <a:endParaRPr lang="en-AU" sz="8800" dirty="0">
              <a:latin typeface="Levenim MT" panose="02010502060101010101" pitchFamily="2" charset="-79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DEB4601-7C92-E296-1CB6-946313B6B57D}"/>
              </a:ext>
            </a:extLst>
          </p:cNvPr>
          <p:cNvSpPr txBox="1">
            <a:spLocks/>
          </p:cNvSpPr>
          <p:nvPr/>
        </p:nvSpPr>
        <p:spPr>
          <a:xfrm>
            <a:off x="1011302" y="3644612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9600" dirty="0">
                <a:latin typeface="Levenim MT" panose="02010502060101010101" pitchFamily="2" charset="-79"/>
              </a:rPr>
              <a:t>-1</a:t>
            </a:r>
            <a:endParaRPr lang="en-AU" sz="8800" dirty="0">
              <a:latin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674580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24261-C88E-4F62-DE95-487FECCB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84A3C-EFDF-D672-817B-62F394C9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E15F376-ED9A-4858-BEF5-9753606CAFFC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14C7CF-0CAD-3583-BF30-84CD1A0FE0A4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41A7639D-BE43-367D-9FCC-A0ED27EE3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766688A9-664F-8CB0-1ECB-F754E1F996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40B7BAAF-668E-64D2-F790-3F965E4392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D258DB6E-E924-80C8-5C8F-032EA7058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57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Reward function</a:t>
            </a:r>
            <a:endParaRPr lang="en-AU" sz="2000" dirty="0"/>
          </a:p>
        </p:txBody>
      </p:sp>
      <p:pic>
        <p:nvPicPr>
          <p:cNvPr id="7" name="Picture 6" descr="A cartoon of a child&#10;&#10;Description automatically generated">
            <a:extLst>
              <a:ext uri="{FF2B5EF4-FFF2-40B4-BE49-F238E27FC236}">
                <a16:creationId xmlns:a16="http://schemas.microsoft.com/office/drawing/2014/main" id="{0EC765C8-6159-980B-301D-934B1228D4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3133011" y="2144176"/>
            <a:ext cx="1071062" cy="1208724"/>
          </a:xfrm>
          <a:prstGeom prst="rect">
            <a:avLst/>
          </a:prstGeom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70850EA-2DC1-9DB9-9FF1-8E49D5E0E65D}"/>
              </a:ext>
            </a:extLst>
          </p:cNvPr>
          <p:cNvSpPr txBox="1">
            <a:spLocks/>
          </p:cNvSpPr>
          <p:nvPr/>
        </p:nvSpPr>
        <p:spPr>
          <a:xfrm>
            <a:off x="5146505" y="2201710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9600" dirty="0">
                <a:latin typeface="Levenim MT" panose="02010502060101010101" pitchFamily="2" charset="-79"/>
              </a:rPr>
              <a:t>-1</a:t>
            </a:r>
            <a:endParaRPr lang="en-AU" sz="8800" dirty="0">
              <a:latin typeface="Levenim MT" panose="02010502060101010101" pitchFamily="2" charset="-79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C2BBB3F-3CB0-35A7-167C-1DDC4D2D8BCA}"/>
              </a:ext>
            </a:extLst>
          </p:cNvPr>
          <p:cNvSpPr txBox="1">
            <a:spLocks/>
          </p:cNvSpPr>
          <p:nvPr/>
        </p:nvSpPr>
        <p:spPr>
          <a:xfrm>
            <a:off x="1095654" y="2144176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9600" dirty="0">
                <a:latin typeface="Levenim MT" panose="02010502060101010101" pitchFamily="2" charset="-79"/>
              </a:rPr>
              <a:t>-1</a:t>
            </a:r>
            <a:endParaRPr lang="en-AU" sz="8800" dirty="0">
              <a:latin typeface="Levenim MT" panose="02010502060101010101" pitchFamily="2" charset="-79"/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ABEA9D8-E33D-37C4-490F-0A2B73535948}"/>
              </a:ext>
            </a:extLst>
          </p:cNvPr>
          <p:cNvSpPr txBox="1">
            <a:spLocks/>
          </p:cNvSpPr>
          <p:nvPr/>
        </p:nvSpPr>
        <p:spPr>
          <a:xfrm>
            <a:off x="3024101" y="3659241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9600" dirty="0">
                <a:latin typeface="Levenim MT" panose="02010502060101010101" pitchFamily="2" charset="-79"/>
              </a:rPr>
              <a:t>-2</a:t>
            </a:r>
            <a:endParaRPr lang="en-AU" sz="8800" dirty="0">
              <a:latin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7420519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F70C1-2661-A202-E815-6C56E47D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7060F-A753-B7C2-20F1-0EE02648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1B1E497-4467-C7A4-98EA-3D67ECF7906D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A31D12-3224-7947-EBDB-55486DF452C6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F644A313-E643-E376-A675-4D6AE94F3E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A3119C3F-12D4-83DE-D590-D4FCFF6ACB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6BFF168C-96D2-E897-E6DE-71162ACB43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E41DF974-812C-9BF4-91E3-AAB2D3C19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57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Reward function</a:t>
            </a:r>
            <a:endParaRPr lang="en-AU" sz="2000" dirty="0"/>
          </a:p>
        </p:txBody>
      </p:sp>
      <p:pic>
        <p:nvPicPr>
          <p:cNvPr id="7" name="Picture 6" descr="A cartoon of a child&#10;&#10;Description automatically generated">
            <a:extLst>
              <a:ext uri="{FF2B5EF4-FFF2-40B4-BE49-F238E27FC236}">
                <a16:creationId xmlns:a16="http://schemas.microsoft.com/office/drawing/2014/main" id="{07D29D16-010F-B184-C10D-887EBB7E0A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3133011" y="3568800"/>
            <a:ext cx="1071062" cy="1208724"/>
          </a:xfrm>
          <a:prstGeom prst="rect">
            <a:avLst/>
          </a:prstGeom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2B04F03-334C-8687-8C47-7CA9BD4F6ED4}"/>
              </a:ext>
            </a:extLst>
          </p:cNvPr>
          <p:cNvSpPr txBox="1">
            <a:spLocks/>
          </p:cNvSpPr>
          <p:nvPr/>
        </p:nvSpPr>
        <p:spPr>
          <a:xfrm>
            <a:off x="2937512" y="2167505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9600" dirty="0">
                <a:latin typeface="Levenim MT" panose="02010502060101010101" pitchFamily="2" charset="-79"/>
              </a:rPr>
              <a:t>-1</a:t>
            </a:r>
            <a:endParaRPr lang="en-AU" sz="8800" dirty="0">
              <a:latin typeface="Levenim MT" panose="02010502060101010101" pitchFamily="2" charset="-79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EEDC432-B83C-7633-1EC2-F6297B496514}"/>
              </a:ext>
            </a:extLst>
          </p:cNvPr>
          <p:cNvSpPr txBox="1">
            <a:spLocks/>
          </p:cNvSpPr>
          <p:nvPr/>
        </p:nvSpPr>
        <p:spPr>
          <a:xfrm>
            <a:off x="1081158" y="3592737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9600" dirty="0">
                <a:latin typeface="Levenim MT" panose="02010502060101010101" pitchFamily="2" charset="-79"/>
              </a:rPr>
              <a:t>-1</a:t>
            </a:r>
            <a:endParaRPr lang="en-AU" sz="8800" dirty="0">
              <a:latin typeface="Levenim MT" panose="02010502060101010101" pitchFamily="2" charset="-79"/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D2BA2C4-218F-3F20-2885-D50F434E990F}"/>
              </a:ext>
            </a:extLst>
          </p:cNvPr>
          <p:cNvSpPr txBox="1">
            <a:spLocks/>
          </p:cNvSpPr>
          <p:nvPr/>
        </p:nvSpPr>
        <p:spPr>
          <a:xfrm>
            <a:off x="3225651" y="5083865"/>
            <a:ext cx="1288884" cy="12272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9600" dirty="0">
                <a:latin typeface="Levenim MT" panose="02010502060101010101" pitchFamily="2" charset="-79"/>
              </a:rPr>
              <a:t>9</a:t>
            </a:r>
            <a:endParaRPr lang="en-AU" sz="8800" dirty="0">
              <a:latin typeface="Levenim MT" panose="02010502060101010101" pitchFamily="2" charset="-79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7F6470C4-E66F-4049-C5DD-BE84ED42E814}"/>
              </a:ext>
            </a:extLst>
          </p:cNvPr>
          <p:cNvSpPr txBox="1">
            <a:spLocks/>
          </p:cNvSpPr>
          <p:nvPr/>
        </p:nvSpPr>
        <p:spPr>
          <a:xfrm>
            <a:off x="5091636" y="3592737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9600" dirty="0">
                <a:latin typeface="Levenim MT" panose="02010502060101010101" pitchFamily="2" charset="-79"/>
              </a:rPr>
              <a:t>-1</a:t>
            </a:r>
            <a:endParaRPr lang="en-AU" sz="8800" dirty="0">
              <a:latin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537911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79BBC-394F-6528-2959-BCE9F5352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4FC65-F3C1-2ABC-2AA0-07978F4A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373A8F7-064E-F0C1-CEB9-2BEC7247FEF1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A45BCB-1ADF-6F0F-B053-C46D5DC955E2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8" name="Picture 7" descr="A cartoon of a child&#10;&#10;Description automatically generated">
            <a:extLst>
              <a:ext uri="{FF2B5EF4-FFF2-40B4-BE49-F238E27FC236}">
                <a16:creationId xmlns:a16="http://schemas.microsoft.com/office/drawing/2014/main" id="{F7DF149E-13AE-2722-548C-B5F42B3E87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1108580" y="2162346"/>
            <a:ext cx="1071062" cy="1208724"/>
          </a:xfrm>
          <a:prstGeom prst="rect">
            <a:avLst/>
          </a:prstGeom>
        </p:spPr>
      </p:pic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724001C5-3458-83F1-2521-4BF4B0124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A3926A2F-9A58-F89C-CECC-8BCE3D754BB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161E9659-090D-47C8-E6E3-B310B8D15F5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105099A-0B0D-BFA8-0382-7905465E0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4530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Best path?</a:t>
            </a:r>
          </a:p>
        </p:txBody>
      </p:sp>
    </p:spTree>
    <p:extLst>
      <p:ext uri="{BB962C8B-B14F-4D97-AF65-F5344CB8AC3E}">
        <p14:creationId xmlns:p14="http://schemas.microsoft.com/office/powerpoint/2010/main" val="291832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11659-B62F-6594-185C-060D32FEB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069E1-8B13-14E1-B3BC-0B343EA23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2CDFE93-8F7D-38DF-411F-C426281450CD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E240C0A-C0D4-CF2D-CA8E-A7A283297B1E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8" name="Picture 7" descr="A cartoon of a child&#10;&#10;Description automatically generated">
            <a:extLst>
              <a:ext uri="{FF2B5EF4-FFF2-40B4-BE49-F238E27FC236}">
                <a16:creationId xmlns:a16="http://schemas.microsoft.com/office/drawing/2014/main" id="{2B9BD2D2-8DC3-39B2-61AB-3E1AB70BEE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1108580" y="2162346"/>
            <a:ext cx="1071062" cy="1208724"/>
          </a:xfrm>
          <a:prstGeom prst="rect">
            <a:avLst/>
          </a:prstGeom>
        </p:spPr>
      </p:pic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1944F960-43C7-F5E8-63FE-3E48F3AC0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340ADD5B-3285-7FC3-8202-5246E8A11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CCB3FB55-6165-4E15-19B9-D96BEE832F1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080CECF-7EAA-8303-3227-EDF9E5116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4530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Best path?</a:t>
            </a:r>
          </a:p>
          <a:p>
            <a:pPr marL="0" indent="0">
              <a:buNone/>
            </a:pPr>
            <a:r>
              <a:rPr lang="en-AU" sz="2400" dirty="0"/>
              <a:t>Black: 6 points</a:t>
            </a:r>
            <a:endParaRPr lang="en-AU" sz="20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034B607-CB2A-1CA1-C7E1-C580D2CB1537}"/>
              </a:ext>
            </a:extLst>
          </p:cNvPr>
          <p:cNvSpPr/>
          <p:nvPr/>
        </p:nvSpPr>
        <p:spPr>
          <a:xfrm>
            <a:off x="1807687" y="5480828"/>
            <a:ext cx="1622323" cy="58010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8D4B3-E0AA-C240-C982-4EB25B5BD3BF}"/>
              </a:ext>
            </a:extLst>
          </p:cNvPr>
          <p:cNvSpPr/>
          <p:nvPr/>
        </p:nvSpPr>
        <p:spPr>
          <a:xfrm>
            <a:off x="1492366" y="3220720"/>
            <a:ext cx="326753" cy="26974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13CBE3EB-5AC3-978B-2C61-5DFFBE1D8F2C}"/>
              </a:ext>
            </a:extLst>
          </p:cNvPr>
          <p:cNvSpPr txBox="1">
            <a:spLocks/>
          </p:cNvSpPr>
          <p:nvPr/>
        </p:nvSpPr>
        <p:spPr>
          <a:xfrm>
            <a:off x="1873631" y="3701474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Levenim MT" panose="02010502060101010101" pitchFamily="2" charset="-79"/>
              </a:rPr>
              <a:t>-1</a:t>
            </a:r>
            <a:endParaRPr lang="en-AU" sz="3600" dirty="0">
              <a:latin typeface="Levenim MT" panose="02010502060101010101" pitchFamily="2" charset="-79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50BC1BC9-2668-F071-31E3-D463B6E7A572}"/>
              </a:ext>
            </a:extLst>
          </p:cNvPr>
          <p:cNvSpPr txBox="1">
            <a:spLocks/>
          </p:cNvSpPr>
          <p:nvPr/>
        </p:nvSpPr>
        <p:spPr>
          <a:xfrm>
            <a:off x="898894" y="5016245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Levenim MT" panose="02010502060101010101" pitchFamily="2" charset="-79"/>
              </a:rPr>
              <a:t>-2</a:t>
            </a:r>
            <a:endParaRPr lang="en-AU" sz="3600" dirty="0">
              <a:latin typeface="Levenim MT" panose="02010502060101010101" pitchFamily="2" charset="-79"/>
            </a:endParaRP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AC3DBB78-1B6A-ECB6-B3AC-5B11E4414F21}"/>
              </a:ext>
            </a:extLst>
          </p:cNvPr>
          <p:cNvSpPr txBox="1">
            <a:spLocks/>
          </p:cNvSpPr>
          <p:nvPr/>
        </p:nvSpPr>
        <p:spPr>
          <a:xfrm>
            <a:off x="4155063" y="4955058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Levenim MT" panose="02010502060101010101" pitchFamily="2" charset="-79"/>
              </a:rPr>
              <a:t>9</a:t>
            </a:r>
            <a:endParaRPr lang="en-AU" sz="3600" dirty="0">
              <a:latin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3441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30FF-233C-7FF7-9CAB-D52D7695C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0DD5-AAFF-A2EC-3519-E4F32137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97C4C73-809A-5224-D237-B0257FA1CEC1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AABC3B-7258-1967-4DF9-3587151E731E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8" name="Picture 7" descr="A cartoon of a child&#10;&#10;Description automatically generated">
            <a:extLst>
              <a:ext uri="{FF2B5EF4-FFF2-40B4-BE49-F238E27FC236}">
                <a16:creationId xmlns:a16="http://schemas.microsoft.com/office/drawing/2014/main" id="{E5EBAE3B-1B39-738C-3BB0-3BD4039627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1108580" y="2162346"/>
            <a:ext cx="1071062" cy="1208724"/>
          </a:xfrm>
          <a:prstGeom prst="rect">
            <a:avLst/>
          </a:prstGeom>
        </p:spPr>
      </p:pic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43E027C1-CEEA-3472-D08C-902AD395D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4AC8FDCA-B7D3-7F97-06A5-C13D313B39E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1229CBEC-AEC7-F630-BCC5-CB1F1AF5B62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BE154F26-6A79-9D95-0E80-75F83FCC5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4530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Best path?</a:t>
            </a:r>
          </a:p>
          <a:p>
            <a:pPr marL="0" indent="0">
              <a:buNone/>
            </a:pPr>
            <a:r>
              <a:rPr lang="en-AU" sz="2400" dirty="0"/>
              <a:t>Black: 6 points</a:t>
            </a:r>
          </a:p>
          <a:p>
            <a:pPr marL="0" indent="0">
              <a:buNone/>
            </a:pPr>
            <a:r>
              <a:rPr lang="en-AU" sz="2400" dirty="0">
                <a:solidFill>
                  <a:schemeClr val="accent2"/>
                </a:solidFill>
              </a:rPr>
              <a:t>Orange</a:t>
            </a:r>
            <a:r>
              <a:rPr lang="en-AU" sz="2400" dirty="0"/>
              <a:t>: 6 points</a:t>
            </a:r>
          </a:p>
          <a:p>
            <a:pPr marL="0" indent="0">
              <a:buNone/>
            </a:pPr>
            <a:endParaRPr lang="en-AU" sz="20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E791132-DC23-855D-4436-3632B3A45C88}"/>
              </a:ext>
            </a:extLst>
          </p:cNvPr>
          <p:cNvSpPr/>
          <p:nvPr/>
        </p:nvSpPr>
        <p:spPr>
          <a:xfrm rot="5400000">
            <a:off x="2158424" y="3884931"/>
            <a:ext cx="2411281" cy="580104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6D28A5-64A1-2669-604B-F5B98D74FBA3}"/>
              </a:ext>
            </a:extLst>
          </p:cNvPr>
          <p:cNvSpPr/>
          <p:nvPr/>
        </p:nvSpPr>
        <p:spPr>
          <a:xfrm rot="5400000">
            <a:off x="2597166" y="2176121"/>
            <a:ext cx="326753" cy="149043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42E85F5-C9E5-4FBE-46F6-D334C917BA31}"/>
              </a:ext>
            </a:extLst>
          </p:cNvPr>
          <p:cNvSpPr txBox="1">
            <a:spLocks/>
          </p:cNvSpPr>
          <p:nvPr/>
        </p:nvSpPr>
        <p:spPr>
          <a:xfrm>
            <a:off x="3879788" y="2101232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Levenim MT" panose="02010502060101010101" pitchFamily="2" charset="-79"/>
              </a:rPr>
              <a:t>-1</a:t>
            </a:r>
            <a:endParaRPr lang="en-AU" sz="3600" dirty="0">
              <a:latin typeface="Levenim MT" panose="02010502060101010101" pitchFamily="2" charset="-79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7B2A2FFC-F418-E66D-9D0F-1FEB6FA46D1E}"/>
              </a:ext>
            </a:extLst>
          </p:cNvPr>
          <p:cNvSpPr txBox="1">
            <a:spLocks/>
          </p:cNvSpPr>
          <p:nvPr/>
        </p:nvSpPr>
        <p:spPr>
          <a:xfrm>
            <a:off x="4114690" y="3371070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Levenim MT" panose="02010502060101010101" pitchFamily="2" charset="-79"/>
              </a:rPr>
              <a:t>-2</a:t>
            </a:r>
            <a:endParaRPr lang="en-AU" sz="3600" dirty="0">
              <a:latin typeface="Levenim MT" panose="02010502060101010101" pitchFamily="2" charset="-79"/>
            </a:endParaRP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68FF7838-B371-9A18-949D-C5A2B41C1D4F}"/>
              </a:ext>
            </a:extLst>
          </p:cNvPr>
          <p:cNvSpPr txBox="1">
            <a:spLocks/>
          </p:cNvSpPr>
          <p:nvPr/>
        </p:nvSpPr>
        <p:spPr>
          <a:xfrm>
            <a:off x="4155063" y="4955058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Levenim MT" panose="02010502060101010101" pitchFamily="2" charset="-79"/>
              </a:rPr>
              <a:t>9</a:t>
            </a:r>
            <a:endParaRPr lang="en-AU" sz="3600" dirty="0">
              <a:latin typeface="Levenim MT" panose="02010502060101010101" pitchFamily="2" charset="-79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466EC86-D789-5783-37F7-399F4EE3BC26}"/>
              </a:ext>
            </a:extLst>
          </p:cNvPr>
          <p:cNvSpPr/>
          <p:nvPr/>
        </p:nvSpPr>
        <p:spPr>
          <a:xfrm>
            <a:off x="1807687" y="5480828"/>
            <a:ext cx="1622323" cy="58010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7AB92A-2DC6-A8FF-8F45-F5F3E3023205}"/>
              </a:ext>
            </a:extLst>
          </p:cNvPr>
          <p:cNvSpPr/>
          <p:nvPr/>
        </p:nvSpPr>
        <p:spPr>
          <a:xfrm>
            <a:off x="1492366" y="3220720"/>
            <a:ext cx="326753" cy="26974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9835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D18E1-5155-5C86-0ECA-731541F8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7078-B1FE-36E9-48FD-3C17A22E1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CA39C52-8500-388D-2C7C-224AB3FC1811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EF6DC1-B6D7-DC76-10FB-18D17180A01C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997029"/>
          <a:ext cx="6079788" cy="435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96">
                  <a:extLst>
                    <a:ext uri="{9D8B030D-6E8A-4147-A177-3AD203B41FA5}">
                      <a16:colId xmlns:a16="http://schemas.microsoft.com/office/drawing/2014/main" val="3096522204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3332192806"/>
                    </a:ext>
                  </a:extLst>
                </a:gridCol>
                <a:gridCol w="2026596">
                  <a:extLst>
                    <a:ext uri="{9D8B030D-6E8A-4147-A177-3AD203B41FA5}">
                      <a16:colId xmlns:a16="http://schemas.microsoft.com/office/drawing/2014/main" val="502520269"/>
                    </a:ext>
                  </a:extLst>
                </a:gridCol>
              </a:tblGrid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2803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10381"/>
                  </a:ext>
                </a:extLst>
              </a:tr>
              <a:tr h="1453108"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Levenim MT" panose="02010502060101010101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29907"/>
                  </a:ext>
                </a:extLst>
              </a:tr>
            </a:tbl>
          </a:graphicData>
        </a:graphic>
      </p:graphicFrame>
      <p:pic>
        <p:nvPicPr>
          <p:cNvPr id="8" name="Picture 7" descr="A cartoon of a child&#10;&#10;Description automatically generated">
            <a:extLst>
              <a:ext uri="{FF2B5EF4-FFF2-40B4-BE49-F238E27FC236}">
                <a16:creationId xmlns:a16="http://schemas.microsoft.com/office/drawing/2014/main" id="{42190574-2195-5DB9-F0E4-FBEA342D90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7" b="8563"/>
          <a:stretch/>
        </p:blipFill>
        <p:spPr>
          <a:xfrm>
            <a:off x="1108580" y="2162346"/>
            <a:ext cx="1071062" cy="1208724"/>
          </a:xfrm>
          <a:prstGeom prst="rect">
            <a:avLst/>
          </a:prstGeom>
        </p:spPr>
      </p:pic>
      <p:pic>
        <p:nvPicPr>
          <p:cNvPr id="12" name="Picture 11" descr="A cartoon of a white and blue dragon&#10;&#10;Description automatically generated">
            <a:extLst>
              <a:ext uri="{FF2B5EF4-FFF2-40B4-BE49-F238E27FC236}">
                <a16:creationId xmlns:a16="http://schemas.microsoft.com/office/drawing/2014/main" id="{AAA8CD60-16E3-12FB-5AA6-3BE5FEA02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2" y="5016245"/>
            <a:ext cx="1217551" cy="1217551"/>
          </a:xfrm>
          <a:prstGeom prst="rect">
            <a:avLst/>
          </a:prstGeom>
        </p:spPr>
      </p:pic>
      <p:pic>
        <p:nvPicPr>
          <p:cNvPr id="13" name="Picture 12" descr="A red trap with sharp teeth&#10;&#10;Description automatically generated">
            <a:extLst>
              <a:ext uri="{FF2B5EF4-FFF2-40B4-BE49-F238E27FC236}">
                <a16:creationId xmlns:a16="http://schemas.microsoft.com/office/drawing/2014/main" id="{5E8A9ADC-7644-0BE8-D993-BE51B3C4F2B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1011302" y="5025072"/>
            <a:ext cx="1288883" cy="1208724"/>
          </a:xfrm>
          <a:prstGeom prst="rect">
            <a:avLst/>
          </a:prstGeom>
        </p:spPr>
      </p:pic>
      <p:pic>
        <p:nvPicPr>
          <p:cNvPr id="14" name="Picture 13" descr="A red trap with sharp teeth&#10;&#10;Description automatically generated">
            <a:extLst>
              <a:ext uri="{FF2B5EF4-FFF2-40B4-BE49-F238E27FC236}">
                <a16:creationId xmlns:a16="http://schemas.microsoft.com/office/drawing/2014/main" id="{0E005858-113F-6B4D-0BBE-9127A57313E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4"/>
          <a:stretch/>
        </p:blipFill>
        <p:spPr>
          <a:xfrm>
            <a:off x="3024101" y="3572329"/>
            <a:ext cx="1288883" cy="1208724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F904F208-13D0-3411-5105-B2FC2173F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0" y="1825625"/>
            <a:ext cx="4307991" cy="4530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Best path?</a:t>
            </a:r>
          </a:p>
          <a:p>
            <a:pPr marL="0" indent="0">
              <a:buNone/>
            </a:pPr>
            <a:r>
              <a:rPr lang="en-AU" sz="2400" dirty="0"/>
              <a:t>Black: 6 points</a:t>
            </a:r>
          </a:p>
          <a:p>
            <a:pPr marL="0" indent="0">
              <a:buNone/>
            </a:pPr>
            <a:r>
              <a:rPr lang="en-AU" sz="2400" dirty="0">
                <a:solidFill>
                  <a:schemeClr val="accent2"/>
                </a:solidFill>
              </a:rPr>
              <a:t>Orange</a:t>
            </a:r>
            <a:r>
              <a:rPr lang="en-AU" sz="2400" dirty="0"/>
              <a:t>: 6 points</a:t>
            </a:r>
          </a:p>
          <a:p>
            <a:pPr marL="0" indent="0">
              <a:buNone/>
            </a:pPr>
            <a:r>
              <a:rPr lang="en-AU" sz="2400" dirty="0">
                <a:solidFill>
                  <a:schemeClr val="accent6"/>
                </a:solidFill>
              </a:rPr>
              <a:t>Green</a:t>
            </a:r>
            <a:r>
              <a:rPr lang="en-AU" sz="2400" dirty="0"/>
              <a:t>: 5 points </a:t>
            </a:r>
          </a:p>
          <a:p>
            <a:pPr marL="0" indent="0">
              <a:buNone/>
            </a:pPr>
            <a:endParaRPr lang="en-AU" sz="20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C83C8C0-7931-874F-4AC5-04771118A06D}"/>
              </a:ext>
            </a:extLst>
          </p:cNvPr>
          <p:cNvSpPr/>
          <p:nvPr/>
        </p:nvSpPr>
        <p:spPr>
          <a:xfrm rot="10800000">
            <a:off x="4052645" y="5428676"/>
            <a:ext cx="1592852" cy="580104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701FC9-081C-5F76-FA12-68B01D8BF87B}"/>
              </a:ext>
            </a:extLst>
          </p:cNvPr>
          <p:cNvSpPr/>
          <p:nvPr/>
        </p:nvSpPr>
        <p:spPr>
          <a:xfrm rot="5400000">
            <a:off x="3646848" y="1126440"/>
            <a:ext cx="326753" cy="358979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27B1E9E8-F591-3A20-4BA7-C7D71F5D7B91}"/>
              </a:ext>
            </a:extLst>
          </p:cNvPr>
          <p:cNvSpPr txBox="1">
            <a:spLocks/>
          </p:cNvSpPr>
          <p:nvPr/>
        </p:nvSpPr>
        <p:spPr>
          <a:xfrm>
            <a:off x="3879788" y="2101232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Levenim MT" panose="02010502060101010101" pitchFamily="2" charset="-79"/>
              </a:rPr>
              <a:t>-1</a:t>
            </a:r>
            <a:endParaRPr lang="en-AU" sz="3600" dirty="0">
              <a:latin typeface="Levenim MT" panose="02010502060101010101" pitchFamily="2" charset="-79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E7523153-F7FD-995D-37E6-82C810334D60}"/>
              </a:ext>
            </a:extLst>
          </p:cNvPr>
          <p:cNvSpPr txBox="1">
            <a:spLocks/>
          </p:cNvSpPr>
          <p:nvPr/>
        </p:nvSpPr>
        <p:spPr>
          <a:xfrm>
            <a:off x="5887111" y="2101232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Levenim MT" panose="02010502060101010101" pitchFamily="2" charset="-79"/>
              </a:rPr>
              <a:t>-1</a:t>
            </a:r>
            <a:endParaRPr lang="en-AU" sz="3600" dirty="0">
              <a:latin typeface="Levenim MT" panose="02010502060101010101" pitchFamily="2" charset="-79"/>
            </a:endParaRP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5295FB3-9C5A-93E6-E820-0F59C68E6876}"/>
              </a:ext>
            </a:extLst>
          </p:cNvPr>
          <p:cNvSpPr txBox="1">
            <a:spLocks/>
          </p:cNvSpPr>
          <p:nvPr/>
        </p:nvSpPr>
        <p:spPr>
          <a:xfrm>
            <a:off x="4155063" y="4955058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Levenim MT" panose="02010502060101010101" pitchFamily="2" charset="-79"/>
              </a:rPr>
              <a:t>9</a:t>
            </a:r>
            <a:endParaRPr lang="en-AU" sz="3600" dirty="0">
              <a:latin typeface="Levenim MT" panose="02010502060101010101" pitchFamily="2" charset="-79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9D47A7-3522-5DB1-B9BA-B90DB08ECE94}"/>
              </a:ext>
            </a:extLst>
          </p:cNvPr>
          <p:cNvSpPr/>
          <p:nvPr/>
        </p:nvSpPr>
        <p:spPr>
          <a:xfrm>
            <a:off x="5490723" y="2757962"/>
            <a:ext cx="326753" cy="310562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A9757ADE-E82A-23CB-8F7A-EF5EBC87CBE5}"/>
              </a:ext>
            </a:extLst>
          </p:cNvPr>
          <p:cNvSpPr txBox="1">
            <a:spLocks/>
          </p:cNvSpPr>
          <p:nvPr/>
        </p:nvSpPr>
        <p:spPr>
          <a:xfrm>
            <a:off x="5887111" y="3515840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Levenim MT" panose="02010502060101010101" pitchFamily="2" charset="-79"/>
              </a:rPr>
              <a:t>-1</a:t>
            </a:r>
            <a:endParaRPr lang="en-AU" sz="3600" dirty="0">
              <a:latin typeface="Levenim MT" panose="02010502060101010101" pitchFamily="2" charset="-79"/>
            </a:endParaRP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17C60926-1377-E433-C8F1-351646283865}"/>
              </a:ext>
            </a:extLst>
          </p:cNvPr>
          <p:cNvSpPr txBox="1">
            <a:spLocks/>
          </p:cNvSpPr>
          <p:nvPr/>
        </p:nvSpPr>
        <p:spPr>
          <a:xfrm>
            <a:off x="5937977" y="5006506"/>
            <a:ext cx="1490434" cy="1227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Levenim MT" panose="02010502060101010101" pitchFamily="2" charset="-79"/>
              </a:rPr>
              <a:t>-1</a:t>
            </a:r>
            <a:endParaRPr lang="en-AU" sz="3600" dirty="0">
              <a:latin typeface="Levenim MT" panose="02010502060101010101" pitchFamily="2" charset="-79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C9CD7A2-8B0C-F9CA-247E-8F765F41CADC}"/>
              </a:ext>
            </a:extLst>
          </p:cNvPr>
          <p:cNvSpPr/>
          <p:nvPr/>
        </p:nvSpPr>
        <p:spPr>
          <a:xfrm>
            <a:off x="1807687" y="5480828"/>
            <a:ext cx="1622323" cy="58010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99FCE6-36A4-B237-4DB5-1087E78CE627}"/>
              </a:ext>
            </a:extLst>
          </p:cNvPr>
          <p:cNvSpPr/>
          <p:nvPr/>
        </p:nvSpPr>
        <p:spPr>
          <a:xfrm>
            <a:off x="1492366" y="3220720"/>
            <a:ext cx="326753" cy="26974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440B99E-F87D-DD09-5895-AE33A2432549}"/>
              </a:ext>
            </a:extLst>
          </p:cNvPr>
          <p:cNvSpPr/>
          <p:nvPr/>
        </p:nvSpPr>
        <p:spPr>
          <a:xfrm rot="5400000">
            <a:off x="2158424" y="3884931"/>
            <a:ext cx="2411281" cy="580104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AA8DD2-84D5-FF0E-4646-D18195D2226C}"/>
              </a:ext>
            </a:extLst>
          </p:cNvPr>
          <p:cNvSpPr/>
          <p:nvPr/>
        </p:nvSpPr>
        <p:spPr>
          <a:xfrm rot="5400000">
            <a:off x="2597166" y="2176121"/>
            <a:ext cx="326753" cy="149043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95006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2519</TotalTime>
  <Words>2038</Words>
  <Application>Microsoft Office PowerPoint</Application>
  <PresentationFormat>Widescreen</PresentationFormat>
  <Paragraphs>677</Paragraphs>
  <Slides>69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4" baseType="lpstr">
      <vt:lpstr>Arial</vt:lpstr>
      <vt:lpstr>Calibri</vt:lpstr>
      <vt:lpstr>Cambria Math</vt:lpstr>
      <vt:lpstr>Levenim MT</vt:lpstr>
      <vt:lpstr>Office Theme</vt:lpstr>
      <vt:lpstr>Acknowledgement   of Country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tutorial/01-tutorial markov chain.R</vt:lpstr>
      <vt:lpstr>tutorial/01-tutorial markov chain.R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0.9+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Queensland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Luz Pascal</dc:creator>
  <cp:lastModifiedBy>Luz Pascal</cp:lastModifiedBy>
  <cp:revision>2</cp:revision>
  <dcterms:created xsi:type="dcterms:W3CDTF">2026-05-07T04:51:53Z</dcterms:created>
  <dcterms:modified xsi:type="dcterms:W3CDTF">2026-09-24T02:12:37Z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2026-05-07T04:51:54Z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9334ac3f-48f6-4fab-a1eb-da3f7025cd49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10, 3, 0, 1</vt:lpwstr>
  </property>
</Properties>
</file>